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7" r:id="rId2"/>
    <p:sldId id="305" r:id="rId3"/>
    <p:sldId id="256" r:id="rId4"/>
    <p:sldId id="328" r:id="rId5"/>
    <p:sldId id="330" r:id="rId6"/>
    <p:sldId id="331" r:id="rId7"/>
    <p:sldId id="332" r:id="rId8"/>
    <p:sldId id="32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4BDB9B2-C0CD-48A1-8798-A976769B7699}">
          <p14:sldIdLst>
            <p14:sldId id="317"/>
            <p14:sldId id="305"/>
            <p14:sldId id="256"/>
            <p14:sldId id="328"/>
            <p14:sldId id="330"/>
            <p14:sldId id="331"/>
            <p14:sldId id="332"/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800D"/>
    <a:srgbClr val="DEC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B1344D-E369-4D9A-BE95-A5993B1C8331}" v="7" dt="2026-03-31T16:55:10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23" autoAdjust="0"/>
  </p:normalViewPr>
  <p:slideViewPr>
    <p:cSldViewPr snapToGrid="0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BC15E770-0B65-2084-39A7-AC844B80D2BF}"/>
    <pc:docChg chg="addSld delSld modSld modSection">
      <pc:chgData name="Guest User" userId="" providerId="Windows Live" clId="Web-{BC15E770-0B65-2084-39A7-AC844B80D2BF}" dt="2026-03-01T12:44:39.274" v="17"/>
      <pc:docMkLst>
        <pc:docMk/>
      </pc:docMkLst>
    </pc:docChg>
  </pc:docChgLst>
  <pc:docChgLst>
    <pc:chgData name="Dursun Dashdamirov" userId="a8b9d0e1f239c75f" providerId="LiveId" clId="{E297FC27-9774-4AAE-B428-959B432F1B03}"/>
    <pc:docChg chg="undo redo custSel addSld delSld modSld sldOrd modMainMaster addSection delSection modSection">
      <pc:chgData name="Dursun Dashdamirov" userId="a8b9d0e1f239c75f" providerId="LiveId" clId="{E297FC27-9774-4AAE-B428-959B432F1B03}" dt="2026-03-31T16:55:36.109" v="16749" actId="20577"/>
      <pc:docMkLst>
        <pc:docMk/>
      </pc:docMkLst>
      <pc:sldChg chg="addSp delSp modSp mod modTransition">
        <pc:chgData name="Dursun Dashdamirov" userId="a8b9d0e1f239c75f" providerId="LiveId" clId="{E297FC27-9774-4AAE-B428-959B432F1B03}" dt="2026-03-31T16:49:00.071" v="16523" actId="20577"/>
        <pc:sldMkLst>
          <pc:docMk/>
          <pc:sldMk cId="2724424903" sldId="256"/>
        </pc:sldMkLst>
        <pc:spChg chg="add mod">
          <ac:chgData name="Dursun Dashdamirov" userId="a8b9d0e1f239c75f" providerId="LiveId" clId="{E297FC27-9774-4AAE-B428-959B432F1B03}" dt="2026-03-31T16:48:47.640" v="16499" actId="20577"/>
          <ac:spMkLst>
            <pc:docMk/>
            <pc:sldMk cId="2724424903" sldId="256"/>
            <ac:spMk id="3" creationId="{6A2E81A3-2578-4F4D-0CC2-D114C98E2ED9}"/>
          </ac:spMkLst>
        </pc:spChg>
        <pc:spChg chg="mod">
          <ac:chgData name="Dursun Dashdamirov" userId="a8b9d0e1f239c75f" providerId="LiveId" clId="{E297FC27-9774-4AAE-B428-959B432F1B03}" dt="2026-03-31T16:48:28.508" v="16482" actId="20577"/>
          <ac:spMkLst>
            <pc:docMk/>
            <pc:sldMk cId="2724424903" sldId="256"/>
            <ac:spMk id="4" creationId="{30F994E6-9ED9-A6B1-97BF-61D3C92671E8}"/>
          </ac:spMkLst>
        </pc:spChg>
        <pc:spChg chg="mod">
          <ac:chgData name="Dursun Dashdamirov" userId="a8b9d0e1f239c75f" providerId="LiveId" clId="{E297FC27-9774-4AAE-B428-959B432F1B03}" dt="2026-03-31T16:48:02.699" v="16445" actId="20577"/>
          <ac:spMkLst>
            <pc:docMk/>
            <pc:sldMk cId="2724424903" sldId="256"/>
            <ac:spMk id="5" creationId="{EB9FF1F8-D2D2-7E02-AB3C-738D4EEA725C}"/>
          </ac:spMkLst>
        </pc:spChg>
        <pc:spChg chg="mod">
          <ac:chgData name="Dursun Dashdamirov" userId="a8b9d0e1f239c75f" providerId="LiveId" clId="{E297FC27-9774-4AAE-B428-959B432F1B03}" dt="2026-03-31T16:46:26.623" v="16435" actId="20577"/>
          <ac:spMkLst>
            <pc:docMk/>
            <pc:sldMk cId="2724424903" sldId="256"/>
            <ac:spMk id="6" creationId="{327F754C-22B0-05C5-1953-AD492AC5C9A0}"/>
          </ac:spMkLst>
        </pc:spChg>
        <pc:spChg chg="mod">
          <ac:chgData name="Dursun Dashdamirov" userId="a8b9d0e1f239c75f" providerId="LiveId" clId="{E297FC27-9774-4AAE-B428-959B432F1B03}" dt="2026-03-31T16:48:21.476" v="16459" actId="20577"/>
          <ac:spMkLst>
            <pc:docMk/>
            <pc:sldMk cId="2724424903" sldId="256"/>
            <ac:spMk id="7" creationId="{E08DCE4B-C705-75D6-126D-5D18748F630D}"/>
          </ac:spMkLst>
        </pc:spChg>
        <pc:spChg chg="add mod">
          <ac:chgData name="Dursun Dashdamirov" userId="a8b9d0e1f239c75f" providerId="LiveId" clId="{E297FC27-9774-4AAE-B428-959B432F1B03}" dt="2026-03-31T16:49:00.071" v="16523" actId="20577"/>
          <ac:spMkLst>
            <pc:docMk/>
            <pc:sldMk cId="2724424903" sldId="256"/>
            <ac:spMk id="8" creationId="{8AD8F328-5975-23CC-30E0-D734850A5297}"/>
          </ac:spMkLst>
        </pc:spChg>
      </pc:sldChg>
      <pc:sldChg chg="modSp mod modTransition">
        <pc:chgData name="Dursun Dashdamirov" userId="a8b9d0e1f239c75f" providerId="LiveId" clId="{E297FC27-9774-4AAE-B428-959B432F1B03}" dt="2026-03-31T16:48:13.869" v="16447" actId="13926"/>
        <pc:sldMkLst>
          <pc:docMk/>
          <pc:sldMk cId="2450118650" sldId="305"/>
        </pc:sldMkLst>
        <pc:spChg chg="mod">
          <ac:chgData name="Dursun Dashdamirov" userId="a8b9d0e1f239c75f" providerId="LiveId" clId="{E297FC27-9774-4AAE-B428-959B432F1B03}" dt="2026-03-31T16:48:13.869" v="16447" actId="13926"/>
          <ac:spMkLst>
            <pc:docMk/>
            <pc:sldMk cId="2450118650" sldId="305"/>
            <ac:spMk id="6" creationId="{93AA4E21-D0B2-81E6-432D-8F686C9E5927}"/>
          </ac:spMkLst>
        </pc:spChg>
      </pc:sldChg>
      <pc:sldChg chg="addSp delSp modSp add del mod modNotesTx">
        <pc:chgData name="Dursun Dashdamirov" userId="a8b9d0e1f239c75f" providerId="LiveId" clId="{E297FC27-9774-4AAE-B428-959B432F1B03}" dt="2026-03-31T16:49:27.343" v="16555" actId="47"/>
        <pc:sldMkLst>
          <pc:docMk/>
          <pc:sldMk cId="1462751434" sldId="316"/>
        </pc:sldMkLst>
      </pc:sldChg>
      <pc:sldChg chg="addSp delSp modSp mod modTransition">
        <pc:chgData name="Dursun Dashdamirov" userId="a8b9d0e1f239c75f" providerId="LiveId" clId="{E297FC27-9774-4AAE-B428-959B432F1B03}" dt="2026-03-31T16:45:48.148" v="16402" actId="20577"/>
        <pc:sldMkLst>
          <pc:docMk/>
          <pc:sldMk cId="349635287" sldId="317"/>
        </pc:sldMkLst>
        <pc:spChg chg="mod">
          <ac:chgData name="Dursun Dashdamirov" userId="a8b9d0e1f239c75f" providerId="LiveId" clId="{E297FC27-9774-4AAE-B428-959B432F1B03}" dt="2026-03-31T16:45:48.148" v="16402" actId="20577"/>
          <ac:spMkLst>
            <pc:docMk/>
            <pc:sldMk cId="349635287" sldId="317"/>
            <ac:spMk id="8" creationId="{FDB994A0-2106-6A73-A1F2-B386900A0C71}"/>
          </ac:spMkLst>
        </pc:spChg>
        <pc:picChg chg="add mod modCrop">
          <ac:chgData name="Dursun Dashdamirov" userId="a8b9d0e1f239c75f" providerId="LiveId" clId="{E297FC27-9774-4AAE-B428-959B432F1B03}" dt="2026-03-03T00:34:26.706" v="9978" actId="1076"/>
          <ac:picMkLst>
            <pc:docMk/>
            <pc:sldMk cId="349635287" sldId="317"/>
            <ac:picMk id="10" creationId="{A22B75EE-78AE-7FF5-F1B0-8A89582FA4DB}"/>
          </ac:picMkLst>
        </pc:picChg>
      </pc:sldChg>
      <pc:sldChg chg="addSp delSp modSp add del mod modTransition">
        <pc:chgData name="Dursun Dashdamirov" userId="a8b9d0e1f239c75f" providerId="LiveId" clId="{E297FC27-9774-4AAE-B428-959B432F1B03}" dt="2026-03-31T16:50:05.828" v="16571" actId="20577"/>
        <pc:sldMkLst>
          <pc:docMk/>
          <pc:sldMk cId="3161932280" sldId="328"/>
        </pc:sldMkLst>
        <pc:spChg chg="del mod">
          <ac:chgData name="Dursun Dashdamirov" userId="a8b9d0e1f239c75f" providerId="LiveId" clId="{E297FC27-9774-4AAE-B428-959B432F1B03}" dt="2026-03-31T16:49:20.749" v="16538" actId="478"/>
          <ac:spMkLst>
            <pc:docMk/>
            <pc:sldMk cId="3161932280" sldId="328"/>
            <ac:spMk id="3" creationId="{989B9019-0849-9908-48C2-4D913D4671E1}"/>
          </ac:spMkLst>
        </pc:spChg>
        <pc:spChg chg="mod">
          <ac:chgData name="Dursun Dashdamirov" userId="a8b9d0e1f239c75f" providerId="LiveId" clId="{E297FC27-9774-4AAE-B428-959B432F1B03}" dt="2026-03-31T16:50:05.828" v="16571" actId="20577"/>
          <ac:spMkLst>
            <pc:docMk/>
            <pc:sldMk cId="3161932280" sldId="328"/>
            <ac:spMk id="5" creationId="{939CF37B-6F10-7892-53E2-26454D2A2BC0}"/>
          </ac:spMkLst>
        </pc:spChg>
        <pc:spChg chg="del mod">
          <ac:chgData name="Dursun Dashdamirov" userId="a8b9d0e1f239c75f" providerId="LiveId" clId="{E297FC27-9774-4AAE-B428-959B432F1B03}" dt="2026-03-31T16:49:22.398" v="16539" actId="478"/>
          <ac:spMkLst>
            <pc:docMk/>
            <pc:sldMk cId="3161932280" sldId="328"/>
            <ac:spMk id="7" creationId="{23AD891E-639A-5A3D-3898-C85A1065F3A5}"/>
          </ac:spMkLst>
        </pc:spChg>
        <pc:spChg chg="del mod">
          <ac:chgData name="Dursun Dashdamirov" userId="a8b9d0e1f239c75f" providerId="LiveId" clId="{E297FC27-9774-4AAE-B428-959B432F1B03}" dt="2026-03-31T16:49:22.398" v="16539" actId="478"/>
          <ac:spMkLst>
            <pc:docMk/>
            <pc:sldMk cId="3161932280" sldId="328"/>
            <ac:spMk id="9" creationId="{7594FBBC-9D44-B24C-E43D-10969561D3C7}"/>
          </ac:spMkLst>
        </pc:spChg>
        <pc:spChg chg="del mod">
          <ac:chgData name="Dursun Dashdamirov" userId="a8b9d0e1f239c75f" providerId="LiveId" clId="{E297FC27-9774-4AAE-B428-959B432F1B03}" dt="2026-03-31T16:49:22.398" v="16539" actId="478"/>
          <ac:spMkLst>
            <pc:docMk/>
            <pc:sldMk cId="3161932280" sldId="328"/>
            <ac:spMk id="11" creationId="{DEE3E377-77FA-4CEA-1BD9-BE1FCFBBA54C}"/>
          </ac:spMkLst>
        </pc:spChg>
        <pc:spChg chg="del">
          <ac:chgData name="Dursun Dashdamirov" userId="a8b9d0e1f239c75f" providerId="LiveId" clId="{E297FC27-9774-4AAE-B428-959B432F1B03}" dt="2026-03-31T16:49:22.398" v="16539" actId="478"/>
          <ac:spMkLst>
            <pc:docMk/>
            <pc:sldMk cId="3161932280" sldId="328"/>
            <ac:spMk id="13" creationId="{331FE39A-9625-7FBE-BFEA-B373936A49E7}"/>
          </ac:spMkLst>
        </pc:spChg>
        <pc:picChg chg="del">
          <ac:chgData name="Dursun Dashdamirov" userId="a8b9d0e1f239c75f" providerId="LiveId" clId="{E297FC27-9774-4AAE-B428-959B432F1B03}" dt="2026-03-31T16:49:22.398" v="16539" actId="478"/>
          <ac:picMkLst>
            <pc:docMk/>
            <pc:sldMk cId="3161932280" sldId="328"/>
            <ac:picMk id="1026" creationId="{9D655845-8D7C-D0C5-144D-B3956BBF67B7}"/>
          </ac:picMkLst>
        </pc:picChg>
        <pc:picChg chg="del">
          <ac:chgData name="Dursun Dashdamirov" userId="a8b9d0e1f239c75f" providerId="LiveId" clId="{E297FC27-9774-4AAE-B428-959B432F1B03}" dt="2026-03-31T16:49:22.398" v="16539" actId="478"/>
          <ac:picMkLst>
            <pc:docMk/>
            <pc:sldMk cId="3161932280" sldId="328"/>
            <ac:picMk id="1028" creationId="{988B9FF2-8172-4D20-407A-B961F5612B6D}"/>
          </ac:picMkLst>
        </pc:picChg>
      </pc:sldChg>
      <pc:sldChg chg="modSp new del mod">
        <pc:chgData name="Dursun Dashdamirov" userId="a8b9d0e1f239c75f" providerId="LiveId" clId="{E297FC27-9774-4AAE-B428-959B432F1B03}" dt="2026-03-31T16:49:24.601" v="16540" actId="47"/>
        <pc:sldMkLst>
          <pc:docMk/>
          <pc:sldMk cId="1690718238" sldId="329"/>
        </pc:sldMkLst>
      </pc:sldChg>
      <pc:sldChg chg="addSp delSp modSp new mod">
        <pc:chgData name="Dursun Dashdamirov" userId="a8b9d0e1f239c75f" providerId="LiveId" clId="{E297FC27-9774-4AAE-B428-959B432F1B03}" dt="2026-03-31T16:50:31.345" v="16605" actId="20577"/>
        <pc:sldMkLst>
          <pc:docMk/>
          <pc:sldMk cId="2150851368" sldId="329"/>
        </pc:sldMkLst>
        <pc:spChg chg="del">
          <ac:chgData name="Dursun Dashdamirov" userId="a8b9d0e1f239c75f" providerId="LiveId" clId="{E297FC27-9774-4AAE-B428-959B432F1B03}" dt="2026-03-31T16:50:20.102" v="16573" actId="478"/>
          <ac:spMkLst>
            <pc:docMk/>
            <pc:sldMk cId="2150851368" sldId="329"/>
            <ac:spMk id="2" creationId="{2B1F92C9-C482-6215-FA16-0610D64802B9}"/>
          </ac:spMkLst>
        </pc:spChg>
        <pc:spChg chg="del">
          <ac:chgData name="Dursun Dashdamirov" userId="a8b9d0e1f239c75f" providerId="LiveId" clId="{E297FC27-9774-4AAE-B428-959B432F1B03}" dt="2026-03-31T16:50:23.119" v="16574" actId="478"/>
          <ac:spMkLst>
            <pc:docMk/>
            <pc:sldMk cId="2150851368" sldId="329"/>
            <ac:spMk id="3" creationId="{978F0E45-CF17-60A5-1436-0C44AA5213E6}"/>
          </ac:spMkLst>
        </pc:spChg>
        <pc:spChg chg="add mod">
          <ac:chgData name="Dursun Dashdamirov" userId="a8b9d0e1f239c75f" providerId="LiveId" clId="{E297FC27-9774-4AAE-B428-959B432F1B03}" dt="2026-03-31T16:50:31.345" v="16605" actId="20577"/>
          <ac:spMkLst>
            <pc:docMk/>
            <pc:sldMk cId="2150851368" sldId="329"/>
            <ac:spMk id="5" creationId="{684F66C6-B152-DE78-725C-72B5D92FD819}"/>
          </ac:spMkLst>
        </pc:spChg>
      </pc:sldChg>
      <pc:sldChg chg="modSp add mod">
        <pc:chgData name="Dursun Dashdamirov" userId="a8b9d0e1f239c75f" providerId="LiveId" clId="{E297FC27-9774-4AAE-B428-959B432F1B03}" dt="2026-03-31T16:54:38.093" v="16623" actId="20577"/>
        <pc:sldMkLst>
          <pc:docMk/>
          <pc:sldMk cId="125644837" sldId="330"/>
        </pc:sldMkLst>
        <pc:spChg chg="mod">
          <ac:chgData name="Dursun Dashdamirov" userId="a8b9d0e1f239c75f" providerId="LiveId" clId="{E297FC27-9774-4AAE-B428-959B432F1B03}" dt="2026-03-31T16:54:38.093" v="16623" actId="20577"/>
          <ac:spMkLst>
            <pc:docMk/>
            <pc:sldMk cId="125644837" sldId="330"/>
            <ac:spMk id="5" creationId="{0732B261-C8BE-A463-5246-3AF7EA4D6756}"/>
          </ac:spMkLst>
        </pc:spChg>
      </pc:sldChg>
      <pc:sldChg chg="addSp delSp modSp add del mod ord">
        <pc:chgData name="Dursun Dashdamirov" userId="a8b9d0e1f239c75f" providerId="LiveId" clId="{E297FC27-9774-4AAE-B428-959B432F1B03}" dt="2026-03-31T16:49:24.768" v="16541" actId="47"/>
        <pc:sldMkLst>
          <pc:docMk/>
          <pc:sldMk cId="3356556826" sldId="330"/>
        </pc:sldMkLst>
      </pc:sldChg>
      <pc:sldChg chg="modSp add mod">
        <pc:chgData name="Dursun Dashdamirov" userId="a8b9d0e1f239c75f" providerId="LiveId" clId="{E297FC27-9774-4AAE-B428-959B432F1B03}" dt="2026-03-31T16:54:50.411" v="16643" actId="20577"/>
        <pc:sldMkLst>
          <pc:docMk/>
          <pc:sldMk cId="2467595831" sldId="331"/>
        </pc:sldMkLst>
        <pc:spChg chg="mod">
          <ac:chgData name="Dursun Dashdamirov" userId="a8b9d0e1f239c75f" providerId="LiveId" clId="{E297FC27-9774-4AAE-B428-959B432F1B03}" dt="2026-03-31T16:54:50.411" v="16643" actId="20577"/>
          <ac:spMkLst>
            <pc:docMk/>
            <pc:sldMk cId="2467595831" sldId="331"/>
            <ac:spMk id="5" creationId="{CB9FE222-34AA-B0C4-B71A-2F6D06A71B1D}"/>
          </ac:spMkLst>
        </pc:spChg>
      </pc:sldChg>
      <pc:sldChg chg="addSp delSp modSp add del mod">
        <pc:chgData name="Dursun Dashdamirov" userId="a8b9d0e1f239c75f" providerId="LiveId" clId="{E297FC27-9774-4AAE-B428-959B432F1B03}" dt="2026-03-31T16:49:24.961" v="16542" actId="47"/>
        <pc:sldMkLst>
          <pc:docMk/>
          <pc:sldMk cId="3216965247" sldId="331"/>
        </pc:sldMkLst>
      </pc:sldChg>
      <pc:sldChg chg="addSp delSp modSp add del mod">
        <pc:chgData name="Dursun Dashdamirov" userId="a8b9d0e1f239c75f" providerId="LiveId" clId="{E297FC27-9774-4AAE-B428-959B432F1B03}" dt="2026-03-31T16:49:25.198" v="16543" actId="47"/>
        <pc:sldMkLst>
          <pc:docMk/>
          <pc:sldMk cId="866461672" sldId="332"/>
        </pc:sldMkLst>
      </pc:sldChg>
      <pc:sldChg chg="addSp modSp add mod">
        <pc:chgData name="Dursun Dashdamirov" userId="a8b9d0e1f239c75f" providerId="LiveId" clId="{E297FC27-9774-4AAE-B428-959B432F1B03}" dt="2026-03-31T16:55:36.109" v="16749" actId="20577"/>
        <pc:sldMkLst>
          <pc:docMk/>
          <pc:sldMk cId="3501326417" sldId="332"/>
        </pc:sldMkLst>
        <pc:spChg chg="add mod">
          <ac:chgData name="Dursun Dashdamirov" userId="a8b9d0e1f239c75f" providerId="LiveId" clId="{E297FC27-9774-4AAE-B428-959B432F1B03}" dt="2026-03-31T16:55:36.109" v="16749" actId="20577"/>
          <ac:spMkLst>
            <pc:docMk/>
            <pc:sldMk cId="3501326417" sldId="332"/>
            <ac:spMk id="2" creationId="{D2754A52-7B4C-44EF-56E4-E479ECB6F00F}"/>
          </ac:spMkLst>
        </pc:spChg>
        <pc:spChg chg="mod">
          <ac:chgData name="Dursun Dashdamirov" userId="a8b9d0e1f239c75f" providerId="LiveId" clId="{E297FC27-9774-4AAE-B428-959B432F1B03}" dt="2026-03-31T16:55:03.103" v="16664" actId="20577"/>
          <ac:spMkLst>
            <pc:docMk/>
            <pc:sldMk cId="3501326417" sldId="332"/>
            <ac:spMk id="5" creationId="{8D4D0EE4-4BA8-17A8-5EBD-E5607A275883}"/>
          </ac:spMkLst>
        </pc:spChg>
      </pc:sldChg>
      <pc:sldChg chg="addSp delSp modSp add del mod ord">
        <pc:chgData name="Dursun Dashdamirov" userId="a8b9d0e1f239c75f" providerId="LiveId" clId="{E297FC27-9774-4AAE-B428-959B432F1B03}" dt="2026-03-31T16:49:25.409" v="16544" actId="47"/>
        <pc:sldMkLst>
          <pc:docMk/>
          <pc:sldMk cId="559292547" sldId="333"/>
        </pc:sldMkLst>
      </pc:sldChg>
      <pc:sldChg chg="addSp delSp modSp add del mod modTransition">
        <pc:chgData name="Dursun Dashdamirov" userId="a8b9d0e1f239c75f" providerId="LiveId" clId="{E297FC27-9774-4AAE-B428-959B432F1B03}" dt="2026-03-31T16:49:25.589" v="16545" actId="47"/>
        <pc:sldMkLst>
          <pc:docMk/>
          <pc:sldMk cId="1593735064" sldId="334"/>
        </pc:sldMkLst>
      </pc:sldChg>
      <pc:sldChg chg="addSp delSp modSp add del mod modTransition">
        <pc:chgData name="Dursun Dashdamirov" userId="a8b9d0e1f239c75f" providerId="LiveId" clId="{E297FC27-9774-4AAE-B428-959B432F1B03}" dt="2026-03-31T16:49:26.670" v="16551" actId="47"/>
        <pc:sldMkLst>
          <pc:docMk/>
          <pc:sldMk cId="4037729632" sldId="335"/>
        </pc:sldMkLst>
      </pc:sldChg>
      <pc:sldChg chg="addSp delSp modSp add del mod ord">
        <pc:chgData name="Dursun Dashdamirov" userId="a8b9d0e1f239c75f" providerId="LiveId" clId="{E297FC27-9774-4AAE-B428-959B432F1B03}" dt="2026-03-31T16:49:29.126" v="16557" actId="47"/>
        <pc:sldMkLst>
          <pc:docMk/>
          <pc:sldMk cId="477332950" sldId="336"/>
        </pc:sldMkLst>
      </pc:sldChg>
      <pc:sldChg chg="addSp modSp add del mod ord">
        <pc:chgData name="Dursun Dashdamirov" userId="a8b9d0e1f239c75f" providerId="LiveId" clId="{E297FC27-9774-4AAE-B428-959B432F1B03}" dt="2026-03-31T16:49:33.792" v="16565" actId="47"/>
        <pc:sldMkLst>
          <pc:docMk/>
          <pc:sldMk cId="2257120095" sldId="337"/>
        </pc:sldMkLst>
      </pc:sldChg>
      <pc:sldChg chg="addSp delSp modSp add del mod">
        <pc:chgData name="Dursun Dashdamirov" userId="a8b9d0e1f239c75f" providerId="LiveId" clId="{E297FC27-9774-4AAE-B428-959B432F1B03}" dt="2026-03-31T16:49:29.876" v="16559" actId="47"/>
        <pc:sldMkLst>
          <pc:docMk/>
          <pc:sldMk cId="310210742" sldId="338"/>
        </pc:sldMkLst>
      </pc:sldChg>
      <pc:sldChg chg="addSp delSp modSp add del mod modNotesTx">
        <pc:chgData name="Dursun Dashdamirov" userId="a8b9d0e1f239c75f" providerId="LiveId" clId="{E297FC27-9774-4AAE-B428-959B432F1B03}" dt="2026-03-31T16:49:31.982" v="16563" actId="47"/>
        <pc:sldMkLst>
          <pc:docMk/>
          <pc:sldMk cId="1150640535" sldId="339"/>
        </pc:sldMkLst>
      </pc:sldChg>
      <pc:sldChg chg="addSp delSp modSp add del mod">
        <pc:chgData name="Dursun Dashdamirov" userId="a8b9d0e1f239c75f" providerId="LiveId" clId="{E297FC27-9774-4AAE-B428-959B432F1B03}" dt="2026-03-31T16:49:29.568" v="16558" actId="47"/>
        <pc:sldMkLst>
          <pc:docMk/>
          <pc:sldMk cId="1349265031" sldId="340"/>
        </pc:sldMkLst>
      </pc:sldChg>
      <pc:sldChg chg="addSp delSp modSp add del mod modNotesTx">
        <pc:chgData name="Dursun Dashdamirov" userId="a8b9d0e1f239c75f" providerId="LiveId" clId="{E297FC27-9774-4AAE-B428-959B432F1B03}" dt="2026-03-31T16:49:30.230" v="16560" actId="47"/>
        <pc:sldMkLst>
          <pc:docMk/>
          <pc:sldMk cId="1385703588" sldId="341"/>
        </pc:sldMkLst>
      </pc:sldChg>
      <pc:sldChg chg="addSp delSp modSp new del mod">
        <pc:chgData name="Dursun Dashdamirov" userId="a8b9d0e1f239c75f" providerId="LiveId" clId="{E297FC27-9774-4AAE-B428-959B432F1B03}" dt="2026-03-31T16:49:33.214" v="16564" actId="47"/>
        <pc:sldMkLst>
          <pc:docMk/>
          <pc:sldMk cId="92232107" sldId="342"/>
        </pc:sldMkLst>
      </pc:sldChg>
      <pc:sldChg chg="addSp delSp modSp add del mod modTransition">
        <pc:chgData name="Dursun Dashdamirov" userId="a8b9d0e1f239c75f" providerId="LiveId" clId="{E297FC27-9774-4AAE-B428-959B432F1B03}" dt="2026-03-31T16:49:25.822" v="16546" actId="47"/>
        <pc:sldMkLst>
          <pc:docMk/>
          <pc:sldMk cId="3615475668" sldId="343"/>
        </pc:sldMkLst>
      </pc:sldChg>
      <pc:sldChg chg="addSp delSp modSp add del mod modTransition modAnim">
        <pc:chgData name="Dursun Dashdamirov" userId="a8b9d0e1f239c75f" providerId="LiveId" clId="{E297FC27-9774-4AAE-B428-959B432F1B03}" dt="2026-03-31T16:49:26.032" v="16547" actId="47"/>
        <pc:sldMkLst>
          <pc:docMk/>
          <pc:sldMk cId="1932664482" sldId="344"/>
        </pc:sldMkLst>
      </pc:sldChg>
      <pc:sldChg chg="addSp delSp modSp add del mod modTransition">
        <pc:chgData name="Dursun Dashdamirov" userId="a8b9d0e1f239c75f" providerId="LiveId" clId="{E297FC27-9774-4AAE-B428-959B432F1B03}" dt="2026-03-31T16:49:26.184" v="16548" actId="47"/>
        <pc:sldMkLst>
          <pc:docMk/>
          <pc:sldMk cId="3345876707" sldId="345"/>
        </pc:sldMkLst>
      </pc:sldChg>
      <pc:sldChg chg="addSp delSp modSp add del mod">
        <pc:chgData name="Dursun Dashdamirov" userId="a8b9d0e1f239c75f" providerId="LiveId" clId="{E297FC27-9774-4AAE-B428-959B432F1B03}" dt="2026-03-31T16:49:26.332" v="16549" actId="47"/>
        <pc:sldMkLst>
          <pc:docMk/>
          <pc:sldMk cId="3838735023" sldId="346"/>
        </pc:sldMkLst>
      </pc:sldChg>
      <pc:sldChg chg="addSp delSp modSp add del mod">
        <pc:chgData name="Dursun Dashdamirov" userId="a8b9d0e1f239c75f" providerId="LiveId" clId="{E297FC27-9774-4AAE-B428-959B432F1B03}" dt="2026-03-31T16:49:26.492" v="16550" actId="47"/>
        <pc:sldMkLst>
          <pc:docMk/>
          <pc:sldMk cId="3485706502" sldId="347"/>
        </pc:sldMkLst>
      </pc:sldChg>
      <pc:sldChg chg="addSp delSp modSp add del mod">
        <pc:chgData name="Dursun Dashdamirov" userId="a8b9d0e1f239c75f" providerId="LiveId" clId="{E297FC27-9774-4AAE-B428-959B432F1B03}" dt="2026-03-31T16:49:26.832" v="16552" actId="47"/>
        <pc:sldMkLst>
          <pc:docMk/>
          <pc:sldMk cId="4035266547" sldId="348"/>
        </pc:sldMkLst>
      </pc:sldChg>
      <pc:sldChg chg="addSp delSp modSp add del mod">
        <pc:chgData name="Dursun Dashdamirov" userId="a8b9d0e1f239c75f" providerId="LiveId" clId="{E297FC27-9774-4AAE-B428-959B432F1B03}" dt="2026-03-31T16:49:26.958" v="16553" actId="47"/>
        <pc:sldMkLst>
          <pc:docMk/>
          <pc:sldMk cId="4092607764" sldId="349"/>
        </pc:sldMkLst>
      </pc:sldChg>
      <pc:sldChg chg="addSp delSp modSp add del mod">
        <pc:chgData name="Dursun Dashdamirov" userId="a8b9d0e1f239c75f" providerId="LiveId" clId="{E297FC27-9774-4AAE-B428-959B432F1B03}" dt="2026-03-31T16:49:27.134" v="16554" actId="47"/>
        <pc:sldMkLst>
          <pc:docMk/>
          <pc:sldMk cId="2748178400" sldId="350"/>
        </pc:sldMkLst>
      </pc:sldChg>
      <pc:sldChg chg="addSp delSp modSp add del mod ord">
        <pc:chgData name="Dursun Dashdamirov" userId="a8b9d0e1f239c75f" providerId="LiveId" clId="{E297FC27-9774-4AAE-B428-959B432F1B03}" dt="2026-03-31T16:49:28.430" v="16556" actId="47"/>
        <pc:sldMkLst>
          <pc:docMk/>
          <pc:sldMk cId="1356634742" sldId="351"/>
        </pc:sldMkLst>
      </pc:sldChg>
      <pc:sldChg chg="addSp delSp modSp add del mod">
        <pc:chgData name="Dursun Dashdamirov" userId="a8b9d0e1f239c75f" providerId="LiveId" clId="{E297FC27-9774-4AAE-B428-959B432F1B03}" dt="2026-03-31T16:49:30.688" v="16561" actId="47"/>
        <pc:sldMkLst>
          <pc:docMk/>
          <pc:sldMk cId="4239540472" sldId="352"/>
        </pc:sldMkLst>
      </pc:sldChg>
      <pc:sldChg chg="addSp delSp modSp add del mod">
        <pc:chgData name="Dursun Dashdamirov" userId="a8b9d0e1f239c75f" providerId="LiveId" clId="{E297FC27-9774-4AAE-B428-959B432F1B03}" dt="2026-03-31T16:49:31.150" v="16562" actId="47"/>
        <pc:sldMkLst>
          <pc:docMk/>
          <pc:sldMk cId="1049278349" sldId="3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19C00-9FBA-4F6B-B538-4FA197D07F4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8FE3C-DA3D-45F5-8CC0-22CEBDF2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26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FDDCC0-C2F7-A191-5240-17035D587B0D}"/>
              </a:ext>
            </a:extLst>
          </p:cNvPr>
          <p:cNvSpPr/>
          <p:nvPr userDrawn="1"/>
        </p:nvSpPr>
        <p:spPr>
          <a:xfrm>
            <a:off x="0" y="6216650"/>
            <a:ext cx="12192000" cy="64135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72DCC-119D-A3C8-E728-49F4DBC2A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917E8-D52D-D5D5-2EED-CF7CF0CE7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75569-F257-E64D-16A5-04BCF012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94367-41F4-414F-AB7F-290EED743211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562AD-2ACC-7847-737E-7778729D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F9146-28EA-CC82-F8E9-0E8325C35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89551"/>
      </p:ext>
    </p:extLst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0DE9-DEE7-6EB9-454F-6708DF88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D5561-17E0-7E95-48A7-E3017AAD0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D6E45-66CD-273A-C6B2-4040F4A2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B6953-3D4B-4A3B-8F23-170A06BDD6C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D5FE-8F02-67B1-8596-9A438424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03FE7-5CFD-D207-6CDA-5402C1F1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12547"/>
      </p:ext>
    </p:extLst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18A4-053A-FE92-4332-8C487D62B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E19DA-11BD-40DC-071E-4D59397CD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4E4B5-2FAA-430C-3993-8E2C2713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45D48-2404-494F-81CA-4921D942931E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DD6DC-8DE7-D278-D2E4-6237F85CE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F3AC5-2765-34F5-757A-A8097E58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4833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0DA2-AACA-A0E0-4F9D-B6A5E1EA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FD5C9-0580-9E38-37F3-A382C2AB6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84E0-6DDC-1FBA-AEE5-276F7C492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1D597-1693-5AAA-1AA6-1743FC7A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903C4-0EAB-4247-81C8-D17CEF09892E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C1AFD-A5F5-5DCB-D624-7B870ED9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C3E1F-A561-B275-4D10-63AC24BF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69512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54D6-B9AC-32EC-43F0-0E72B78A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6A2A2-243F-F6E7-D51D-18984002B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EAF43-F5D0-4EF7-2E2A-A0357CAA7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61F-2CE7-7AB8-F9E8-C78ACFC4F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3A646-9E0E-4EA9-FB00-D8D6BE9A9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0455E-A834-2C23-A494-02F711BAC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F618-B734-4163-BB60-4CF21CEB5284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2DC15-29B6-9D60-AA1D-56844AD5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4DA9DE-EAEF-3B02-CA32-BEB5496A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33604"/>
      </p:ext>
    </p:extLst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D7034-FC2A-1A5E-8B2C-2DD27042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62018-D595-CFD6-8137-943A9530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15E3-7700-4AE1-98E1-F15284E3B50F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D4340-EBFF-D5FB-0EE4-B71ECC06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0E2BD-BCF1-8FA5-7C27-0F989AE7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318"/>
      </p:ext>
    </p:extLst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15912-B4F3-418B-5E3A-95F88A0D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87AC-EA3B-48E7-9C21-B33448B4E8D8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CE2F7-E148-F45A-4E58-A7267EC1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450A4-93B6-3588-CC27-57D7BE23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66739"/>
      </p:ext>
    </p:extLst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4599-B30D-A243-C459-B62B9C53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D002-F8F0-8FE2-CCF8-8F5840BAA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309A3-3A27-B215-C3BF-F5B8C3199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4BC9A-6073-9BC8-C321-22A932E9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D6AD-4A71-403C-A1BE-EA3462420DD4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C4DA4-0595-F3A0-34EF-BD459C26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070C3-DEFE-732F-A851-D2F638E3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49670"/>
      </p:ext>
    </p:extLst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753E-00A4-A8BE-20B3-7DAE5B75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F129F0-1CFB-E68B-0B38-545E2D210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452D1-41C7-9A1D-B787-A9CA70AC4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C35D3-BC5E-12F3-2B57-D16B1DC4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E82D-8A36-45F1-B616-CB43573CF797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CF8A1-4FE8-2A56-6BCA-38A81E03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581A2-B25A-3023-CF83-1F4B4D0F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53215"/>
      </p:ext>
    </p:extLst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824C-FA3B-C965-BF17-5B8C67FB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21CA2-2381-CE6C-3A4F-D45360336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07687-3042-0CA3-282C-7838AD92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2E70-24A3-4763-897C-435C0A862A20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5B470-1792-EBF6-20EB-9D95BC4D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732E4-DCA2-CA63-7841-73F3FC08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07938"/>
      </p:ext>
    </p:extLst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8898EB-0766-A249-55C0-C31BA63E0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BA09A-3F91-A8BE-F0F8-D5FC41E76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C1B2C-ABFA-11F2-7139-7C9EA6C2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1609-E6AA-419B-B542-278BD5056F2B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9859D-03A1-2A0D-29B3-9215BC29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DE07-521A-56BF-7320-3E715D1B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38273"/>
      </p:ext>
    </p:extLst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E58361-BDC9-8108-61F7-DF502110205A}"/>
              </a:ext>
            </a:extLst>
          </p:cNvPr>
          <p:cNvSpPr/>
          <p:nvPr userDrawn="1"/>
        </p:nvSpPr>
        <p:spPr>
          <a:xfrm>
            <a:off x="0" y="6216650"/>
            <a:ext cx="12192000" cy="64135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6BC61B-6985-C63E-57CB-107282C0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9B064-6633-E564-BCDB-3FD554344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97633-023F-E332-E0EA-5A241940F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BF538-A3AD-41FB-AC29-0B12DB93F615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A6DB0-54FF-BE03-9529-3DC4A0116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7C2DB-3B37-15D1-4368-430E25873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657CC-D746-414A-B402-BB97D2962C8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6CE475-9665-C2F5-F9E7-91D5482878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9" b="17512"/>
          <a:stretch>
            <a:fillRect/>
          </a:stretch>
        </p:blipFill>
        <p:spPr>
          <a:xfrm>
            <a:off x="10822776" y="0"/>
            <a:ext cx="1369224" cy="9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0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3102E-F10F-1750-7D61-EA82DAB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D6026-F385-EBF7-CB6C-6F08328E6942}"/>
              </a:ext>
            </a:extLst>
          </p:cNvPr>
          <p:cNvSpPr txBox="1"/>
          <p:nvPr/>
        </p:nvSpPr>
        <p:spPr>
          <a:xfrm>
            <a:off x="533399" y="4069197"/>
            <a:ext cx="944880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Machine Learning for Subsurface engineers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994A0-2106-6A73-A1F2-B386900A0C71}"/>
              </a:ext>
            </a:extLst>
          </p:cNvPr>
          <p:cNvSpPr txBox="1"/>
          <p:nvPr/>
        </p:nvSpPr>
        <p:spPr>
          <a:xfrm>
            <a:off x="533399" y="5175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Session VI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E4CB7-29EB-CE75-9A0F-B37D47FCA3C9}"/>
              </a:ext>
            </a:extLst>
          </p:cNvPr>
          <p:cNvSpPr txBox="1"/>
          <p:nvPr/>
        </p:nvSpPr>
        <p:spPr>
          <a:xfrm>
            <a:off x="533399" y="4677918"/>
            <a:ext cx="9028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all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Dursun Dashdamirov, Nadir Zeynalli,</a:t>
            </a:r>
            <a:r>
              <a:rPr lang="en-US" b="1" cap="all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 Vugar Dunyamaliyev 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2B75EE-78AE-7FF5-F1B0-8A89582FA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08" r="8484" b="22822"/>
          <a:stretch>
            <a:fillRect/>
          </a:stretch>
        </p:blipFill>
        <p:spPr>
          <a:xfrm>
            <a:off x="2719228" y="1045011"/>
            <a:ext cx="6199407" cy="2479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9635287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598E-3966-7163-CB8D-E287133A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DADCC3-0DFC-6A6E-3959-75745DB71D10}"/>
              </a:ext>
            </a:extLst>
          </p:cNvPr>
          <p:cNvSpPr txBox="1">
            <a:spLocks/>
          </p:cNvSpPr>
          <p:nvPr/>
        </p:nvSpPr>
        <p:spPr>
          <a:xfrm>
            <a:off x="224845" y="172997"/>
            <a:ext cx="10878539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Machine Learning for Subsurface engineers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A4E21-D0B2-81E6-432D-8F686C9E5927}"/>
              </a:ext>
            </a:extLst>
          </p:cNvPr>
          <p:cNvSpPr txBox="1"/>
          <p:nvPr/>
        </p:nvSpPr>
        <p:spPr>
          <a:xfrm>
            <a:off x="301045" y="2420632"/>
            <a:ext cx="6118446" cy="3005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prstClr val="black"/>
                </a:solidFill>
                <a:latin typeface="Avenir Next LT Pro Light"/>
              </a:rPr>
              <a:t>Topics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prstClr val="black"/>
                </a:solidFill>
                <a:highlight>
                  <a:srgbClr val="00FF00"/>
                </a:highlight>
                <a:latin typeface="Avenir Next LT Pro Light"/>
              </a:rPr>
              <a:t>Predictive Modeling with subsurface data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prstClr val="black"/>
                </a:solidFill>
                <a:highlight>
                  <a:srgbClr val="00FF00"/>
                </a:highlight>
                <a:latin typeface="Avenir Next LT Pro Light"/>
              </a:rPr>
              <a:t>Supervised Learning (Regression)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3.   </a:t>
            </a:r>
            <a:r>
              <a:rPr lang="en-US" sz="1600" dirty="0">
                <a:solidFill>
                  <a:prstClr val="black"/>
                </a:solidFill>
                <a:highlight>
                  <a:srgbClr val="00FF00"/>
                </a:highlight>
                <a:latin typeface="Avenir Next LT Pro Light"/>
              </a:rPr>
              <a:t>Supervised Learning (Classification)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4.   </a:t>
            </a:r>
            <a:r>
              <a:rPr lang="en-US" sz="1600" dirty="0">
                <a:solidFill>
                  <a:prstClr val="black"/>
                </a:solidFill>
                <a:highlight>
                  <a:srgbClr val="00FF00"/>
                </a:highlight>
                <a:latin typeface="Avenir Next LT Pro Light"/>
              </a:rPr>
              <a:t>Unsupervised learning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5.   </a:t>
            </a:r>
            <a:r>
              <a:rPr lang="en-US" sz="1600" dirty="0">
                <a:solidFill>
                  <a:prstClr val="black"/>
                </a:solidFill>
                <a:highlight>
                  <a:srgbClr val="FFFF00"/>
                </a:highlight>
                <a:latin typeface="Avenir Next LT Pro Light"/>
              </a:rPr>
              <a:t>Neural Networks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6.   Generalization, Uncertainty Quantification, Explainability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7.   Capstone Project</a:t>
            </a:r>
            <a:endParaRPr lang="en-ZA" sz="1600" dirty="0">
              <a:solidFill>
                <a:prstClr val="black"/>
              </a:solidFill>
              <a:latin typeface="Avenir Next LT Pro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03BD0-F0E7-3CE3-D0AF-6BEE4738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3D1FEC-F4D0-9530-E931-44E89F4B5F63}"/>
              </a:ext>
            </a:extLst>
          </p:cNvPr>
          <p:cNvSpPr txBox="1"/>
          <p:nvPr/>
        </p:nvSpPr>
        <p:spPr>
          <a:xfrm>
            <a:off x="224845" y="973649"/>
            <a:ext cx="112430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Avenir Next LT Pro Light"/>
              </a:rPr>
              <a:t>This program is dedicated to applications of Machine Learning on various subsurface disciplines, including geology, geophysics, drilling, petroleum, and reservoir engineering. 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7E90B4-7D78-93C2-C000-30F6168D2692}"/>
              </a:ext>
            </a:extLst>
          </p:cNvPr>
          <p:cNvSpPr txBox="1"/>
          <p:nvPr/>
        </p:nvSpPr>
        <p:spPr>
          <a:xfrm>
            <a:off x="6419491" y="2420632"/>
            <a:ext cx="6096000" cy="1528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>
                <a:solidFill>
                  <a:prstClr val="black"/>
                </a:solidFill>
                <a:latin typeface="Avenir Next LT Pro Light"/>
              </a:rPr>
              <a:t>Format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>
                <a:solidFill>
                  <a:prstClr val="black"/>
                </a:solidFill>
                <a:latin typeface="Avenir Next LT Pro Light"/>
              </a:rPr>
              <a:t>Online, with hands-on math/programming exercises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>
                <a:solidFill>
                  <a:prstClr val="black"/>
                </a:solidFill>
                <a:latin typeface="Avenir Next LT Pro Light"/>
              </a:rPr>
              <a:t>6 lectures in 6 weeks + 1 lecture for presentations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>
                <a:solidFill>
                  <a:prstClr val="black"/>
                </a:solidFill>
                <a:latin typeface="Avenir Next LT Pro Light"/>
              </a:rPr>
              <a:t>15 February - 29 March (Sundays, 6-8 pm Baku time)</a:t>
            </a:r>
          </a:p>
        </p:txBody>
      </p:sp>
    </p:spTree>
    <p:extLst>
      <p:ext uri="{BB962C8B-B14F-4D97-AF65-F5344CB8AC3E}">
        <p14:creationId xmlns:p14="http://schemas.microsoft.com/office/powerpoint/2010/main" val="2450118650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9FF1F8-D2D2-7E02-AB3C-738D4EEA725C}"/>
              </a:ext>
            </a:extLst>
          </p:cNvPr>
          <p:cNvSpPr txBox="1">
            <a:spLocks/>
          </p:cNvSpPr>
          <p:nvPr/>
        </p:nvSpPr>
        <p:spPr>
          <a:xfrm>
            <a:off x="322611" y="2558998"/>
            <a:ext cx="10878539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5. Neural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F754C-22B0-05C5-1953-AD492AC5C9A0}"/>
              </a:ext>
            </a:extLst>
          </p:cNvPr>
          <p:cNvSpPr txBox="1"/>
          <p:nvPr/>
        </p:nvSpPr>
        <p:spPr>
          <a:xfrm>
            <a:off x="322611" y="3310233"/>
            <a:ext cx="7056583" cy="42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Dursun Dashdamirov, Nadir Zeynalli</a:t>
            </a:r>
            <a:endParaRPr lang="en-ZA" sz="1600" dirty="0">
              <a:solidFill>
                <a:prstClr val="black"/>
              </a:solidFill>
              <a:latin typeface="Avenir Next LT Pro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2FB9B-B737-3E34-9DB8-ABBA178B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994E6-9ED9-A6B1-97BF-61D3C92671E8}"/>
              </a:ext>
            </a:extLst>
          </p:cNvPr>
          <p:cNvSpPr txBox="1"/>
          <p:nvPr/>
        </p:nvSpPr>
        <p:spPr>
          <a:xfrm>
            <a:off x="322611" y="4769424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5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.2 backpropagation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DCE4B-C705-75D6-126D-5D18748F630D}"/>
              </a:ext>
            </a:extLst>
          </p:cNvPr>
          <p:cNvSpPr txBox="1"/>
          <p:nvPr/>
        </p:nvSpPr>
        <p:spPr>
          <a:xfrm>
            <a:off x="322611" y="4306030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5.</a:t>
            </a: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1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 Forward pass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E81A3-2578-4F4D-0CC2-D114C98E2ED9}"/>
              </a:ext>
            </a:extLst>
          </p:cNvPr>
          <p:cNvSpPr txBox="1"/>
          <p:nvPr/>
        </p:nvSpPr>
        <p:spPr>
          <a:xfrm>
            <a:off x="322611" y="5232818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5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</a:t>
            </a:r>
            <a:r>
              <a:rPr lang="az-Latn-AZ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3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 training dynamics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8F328-5975-23CC-30E0-D734850A5297}"/>
              </a:ext>
            </a:extLst>
          </p:cNvPr>
          <p:cNvSpPr txBox="1"/>
          <p:nvPr/>
        </p:nvSpPr>
        <p:spPr>
          <a:xfrm>
            <a:off x="322611" y="5696212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5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.4 modern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724424903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9F3C-A3BA-E544-BFF1-6761EEEF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39CF37B-6F10-7892-53E2-26454D2A2BC0}"/>
              </a:ext>
            </a:extLst>
          </p:cNvPr>
          <p:cNvSpPr txBox="1">
            <a:spLocks/>
          </p:cNvSpPr>
          <p:nvPr/>
        </p:nvSpPr>
        <p:spPr>
          <a:xfrm>
            <a:off x="238248" y="202976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5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.1 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forward pass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A9CB1-7859-964E-AF28-03F83247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32280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6389-F597-C621-E0BA-A000A1BA7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32B261-C8BE-A463-5246-3AF7EA4D6756}"/>
              </a:ext>
            </a:extLst>
          </p:cNvPr>
          <p:cNvSpPr txBox="1">
            <a:spLocks/>
          </p:cNvSpPr>
          <p:nvPr/>
        </p:nvSpPr>
        <p:spPr>
          <a:xfrm>
            <a:off x="238248" y="202976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5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.2 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backpropagation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7D847-22A1-BDC7-11A5-A7F64D3C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4837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44B7-1A60-7400-20CE-58BCAB8F0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B9FE222-34AA-B0C4-B71A-2F6D06A71B1D}"/>
              </a:ext>
            </a:extLst>
          </p:cNvPr>
          <p:cNvSpPr txBox="1">
            <a:spLocks/>
          </p:cNvSpPr>
          <p:nvPr/>
        </p:nvSpPr>
        <p:spPr>
          <a:xfrm>
            <a:off x="238248" y="202976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5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3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 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training dynamics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7CE4-C953-CCD3-63DC-BE34C5192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95831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02317-931B-C974-567D-B43E3AF9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D4D0EE4-4BA8-17A8-5EBD-E5607A275883}"/>
              </a:ext>
            </a:extLst>
          </p:cNvPr>
          <p:cNvSpPr txBox="1">
            <a:spLocks/>
          </p:cNvSpPr>
          <p:nvPr/>
        </p:nvSpPr>
        <p:spPr>
          <a:xfrm>
            <a:off x="238248" y="202976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5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3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 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modern architectures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087B1-85CF-EFA4-0D9B-FEE18D21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54A52-7B4C-44EF-56E4-E479ECB6F00F}"/>
              </a:ext>
            </a:extLst>
          </p:cNvPr>
          <p:cNvSpPr txBox="1"/>
          <p:nvPr/>
        </p:nvSpPr>
        <p:spPr>
          <a:xfrm>
            <a:off x="344382" y="1081748"/>
            <a:ext cx="8581904" cy="42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This section covers relatively modern structures including </a:t>
            </a:r>
            <a:r>
              <a:rPr lang="en-US" sz="1600">
                <a:solidFill>
                  <a:prstClr val="black"/>
                </a:solidFill>
                <a:latin typeface="Avenir Next LT Pro Light"/>
              </a:rPr>
              <a:t>autoencoders and  </a:t>
            </a:r>
            <a:endParaRPr lang="en-ZA" sz="1600" dirty="0">
              <a:solidFill>
                <a:prstClr val="black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3501326417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C7FA4-C7A7-6AC9-11A9-CA2571E58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4F66C6-B152-DE78-725C-72B5D92FD819}"/>
              </a:ext>
            </a:extLst>
          </p:cNvPr>
          <p:cNvSpPr txBox="1">
            <a:spLocks/>
          </p:cNvSpPr>
          <p:nvPr/>
        </p:nvSpPr>
        <p:spPr>
          <a:xfrm>
            <a:off x="249133" y="219305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References and resources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50851368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169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Avenir Next LT Pro Light</vt:lpstr>
      <vt:lpstr>Calibri</vt:lpstr>
      <vt:lpstr>Calibri Light</vt:lpstr>
      <vt:lpstr>Posterama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Dursun</dc:creator>
  <cp:lastModifiedBy>Dursun Dashdamirov</cp:lastModifiedBy>
  <cp:revision>11</cp:revision>
  <dcterms:created xsi:type="dcterms:W3CDTF">2023-01-19T14:44:14Z</dcterms:created>
  <dcterms:modified xsi:type="dcterms:W3CDTF">2026-03-31T16:55:43Z</dcterms:modified>
</cp:coreProperties>
</file>