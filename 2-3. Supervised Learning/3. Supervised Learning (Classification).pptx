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317" r:id="rId2"/>
    <p:sldId id="305" r:id="rId3"/>
    <p:sldId id="256" r:id="rId4"/>
    <p:sldId id="363" r:id="rId5"/>
    <p:sldId id="364" r:id="rId6"/>
    <p:sldId id="257" r:id="rId7"/>
    <p:sldId id="258" r:id="rId8"/>
    <p:sldId id="259" r:id="rId9"/>
    <p:sldId id="260" r:id="rId10"/>
    <p:sldId id="264" r:id="rId11"/>
    <p:sldId id="265" r:id="rId12"/>
    <p:sldId id="261" r:id="rId13"/>
    <p:sldId id="266" r:id="rId14"/>
    <p:sldId id="269" r:id="rId15"/>
    <p:sldId id="262" r:id="rId16"/>
    <p:sldId id="263" r:id="rId17"/>
    <p:sldId id="270" r:id="rId18"/>
    <p:sldId id="341" r:id="rId19"/>
    <p:sldId id="343" r:id="rId20"/>
    <p:sldId id="348" r:id="rId21"/>
    <p:sldId id="345" r:id="rId22"/>
    <p:sldId id="349" r:id="rId23"/>
    <p:sldId id="350" r:id="rId24"/>
    <p:sldId id="351" r:id="rId25"/>
    <p:sldId id="353" r:id="rId26"/>
    <p:sldId id="356" r:id="rId27"/>
    <p:sldId id="354" r:id="rId28"/>
    <p:sldId id="358" r:id="rId29"/>
    <p:sldId id="347" r:id="rId30"/>
    <p:sldId id="359" r:id="rId31"/>
    <p:sldId id="355" r:id="rId32"/>
    <p:sldId id="344" r:id="rId33"/>
    <p:sldId id="352" r:id="rId34"/>
    <p:sldId id="278" r:id="rId35"/>
    <p:sldId id="26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4BDB9B2-C0CD-48A1-8798-A976769B7699}">
          <p14:sldIdLst>
            <p14:sldId id="317"/>
            <p14:sldId id="305"/>
            <p14:sldId id="256"/>
            <p14:sldId id="363"/>
            <p14:sldId id="364"/>
            <p14:sldId id="257"/>
            <p14:sldId id="258"/>
          </p14:sldIdLst>
        </p14:section>
        <p14:section name="Logistic Regression" id="{4754D71E-1F6A-4540-806B-C55FAEC2313F}">
          <p14:sldIdLst>
            <p14:sldId id="259"/>
            <p14:sldId id="260"/>
            <p14:sldId id="264"/>
            <p14:sldId id="265"/>
            <p14:sldId id="261"/>
            <p14:sldId id="266"/>
            <p14:sldId id="269"/>
            <p14:sldId id="262"/>
            <p14:sldId id="263"/>
            <p14:sldId id="270"/>
          </p14:sldIdLst>
        </p14:section>
        <p14:section name="Decision Trees (Dursun)" id="{2C8013B3-A8E5-4F9A-A4F1-1167AC0540B3}">
          <p14:sldIdLst>
            <p14:sldId id="341"/>
            <p14:sldId id="343"/>
            <p14:sldId id="348"/>
            <p14:sldId id="345"/>
            <p14:sldId id="349"/>
            <p14:sldId id="350"/>
            <p14:sldId id="351"/>
            <p14:sldId id="353"/>
            <p14:sldId id="356"/>
            <p14:sldId id="354"/>
            <p14:sldId id="358"/>
            <p14:sldId id="347"/>
            <p14:sldId id="359"/>
            <p14:sldId id="355"/>
            <p14:sldId id="344"/>
            <p14:sldId id="352"/>
            <p14:sldId id="278"/>
          </p14:sldIdLst>
        </p14:section>
        <p14:section name="Back-up" id="{140B3671-966C-4851-BFDC-D9FD7E7D7938}">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800D"/>
    <a:srgbClr val="DEC8B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ACFBEB-2C90-49C2-919E-86AEC20CB27D}" v="1445" dt="2026-03-03T00:29:04.2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223" autoAdjust="0"/>
  </p:normalViewPr>
  <p:slideViewPr>
    <p:cSldViewPr snapToGrid="0">
      <p:cViewPr varScale="1">
        <p:scale>
          <a:sx n="84" d="100"/>
          <a:sy n="84" d="100"/>
        </p:scale>
        <p:origin x="366"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BC15E770-0B65-2084-39A7-AC844B80D2BF}"/>
    <pc:docChg chg="addSld delSld modSld modSection">
      <pc:chgData name="Guest User" userId="" providerId="Windows Live" clId="Web-{BC15E770-0B65-2084-39A7-AC844B80D2BF}" dt="2026-03-01T12:44:39.274" v="17"/>
      <pc:docMkLst>
        <pc:docMk/>
      </pc:docMkLst>
    </pc:docChg>
  </pc:docChgLst>
  <pc:docChgLst>
    <pc:chgData name="Dursun Dashdamirov" userId="a8b9d0e1f239c75f" providerId="LiveId" clId="{E297FC27-9774-4AAE-B428-959B432F1B03}"/>
    <pc:docChg chg="undo redo custSel addSld delSld modSld sldOrd modMainMaster addSection delSection modSection">
      <pc:chgData name="Dursun Dashdamirov" userId="a8b9d0e1f239c75f" providerId="LiveId" clId="{E297FC27-9774-4AAE-B428-959B432F1B03}" dt="2026-03-03T00:30:27.502" v="9958" actId="478"/>
      <pc:docMkLst>
        <pc:docMk/>
      </pc:docMkLst>
      <pc:sldChg chg="modSp mod modTransition">
        <pc:chgData name="Dursun Dashdamirov" userId="a8b9d0e1f239c75f" providerId="LiveId" clId="{E297FC27-9774-4AAE-B428-959B432F1B03}" dt="2026-03-03T00:23:32.240" v="9815" actId="20577"/>
        <pc:sldMkLst>
          <pc:docMk/>
          <pc:sldMk cId="2724424903" sldId="256"/>
        </pc:sldMkLst>
        <pc:spChg chg="mod">
          <ac:chgData name="Dursun Dashdamirov" userId="a8b9d0e1f239c75f" providerId="LiveId" clId="{E297FC27-9774-4AAE-B428-959B432F1B03}" dt="2026-02-24T00:04:59.527" v="4021" actId="20577"/>
          <ac:spMkLst>
            <pc:docMk/>
            <pc:sldMk cId="2724424903" sldId="256"/>
            <ac:spMk id="4" creationId="{30F994E6-9ED9-A6B1-97BF-61D3C92671E8}"/>
          </ac:spMkLst>
        </pc:spChg>
        <pc:spChg chg="mod">
          <ac:chgData name="Dursun Dashdamirov" userId="a8b9d0e1f239c75f" providerId="LiveId" clId="{E297FC27-9774-4AAE-B428-959B432F1B03}" dt="2026-03-01T06:51:53.112" v="9631" actId="20577"/>
          <ac:spMkLst>
            <pc:docMk/>
            <pc:sldMk cId="2724424903" sldId="256"/>
            <ac:spMk id="5" creationId="{EB9FF1F8-D2D2-7E02-AB3C-738D4EEA725C}"/>
          </ac:spMkLst>
        </pc:spChg>
        <pc:spChg chg="mod">
          <ac:chgData name="Dursun Dashdamirov" userId="a8b9d0e1f239c75f" providerId="LiveId" clId="{E297FC27-9774-4AAE-B428-959B432F1B03}" dt="2026-03-03T00:23:32.240" v="9815" actId="20577"/>
          <ac:spMkLst>
            <pc:docMk/>
            <pc:sldMk cId="2724424903" sldId="256"/>
            <ac:spMk id="6" creationId="{327F754C-22B0-05C5-1953-AD492AC5C9A0}"/>
          </ac:spMkLst>
        </pc:spChg>
        <pc:spChg chg="mod">
          <ac:chgData name="Dursun Dashdamirov" userId="a8b9d0e1f239c75f" providerId="LiveId" clId="{E297FC27-9774-4AAE-B428-959B432F1B03}" dt="2026-02-24T00:05:05.723" v="4040" actId="20577"/>
          <ac:spMkLst>
            <pc:docMk/>
            <pc:sldMk cId="2724424903" sldId="256"/>
            <ac:spMk id="7" creationId="{E08DCE4B-C705-75D6-126D-5D18748F630D}"/>
          </ac:spMkLst>
        </pc:spChg>
        <pc:spChg chg="mod">
          <ac:chgData name="Dursun Dashdamirov" userId="a8b9d0e1f239c75f" providerId="LiveId" clId="{E297FC27-9774-4AAE-B428-959B432F1B03}" dt="2026-02-24T00:05:09.810" v="4054" actId="20577"/>
          <ac:spMkLst>
            <pc:docMk/>
            <pc:sldMk cId="2724424903" sldId="256"/>
            <ac:spMk id="8" creationId="{F3CCC8D9-7393-2FF5-7626-59DD1C8DBAE6}"/>
          </ac:spMkLst>
        </pc:spChg>
      </pc:sldChg>
      <pc:sldChg chg="modSp add mod modTransition">
        <pc:chgData name="Dursun Dashdamirov" userId="a8b9d0e1f239c75f" providerId="LiveId" clId="{E297FC27-9774-4AAE-B428-959B432F1B03}" dt="2026-03-03T00:26:25.499" v="9834" actId="1076"/>
        <pc:sldMkLst>
          <pc:docMk/>
          <pc:sldMk cId="3841804001" sldId="257"/>
        </pc:sldMkLst>
        <pc:picChg chg="mod">
          <ac:chgData name="Dursun Dashdamirov" userId="a8b9d0e1f239c75f" providerId="LiveId" clId="{E297FC27-9774-4AAE-B428-959B432F1B03}" dt="2026-03-03T00:26:23.344" v="9832" actId="1076"/>
          <ac:picMkLst>
            <pc:docMk/>
            <pc:sldMk cId="3841804001" sldId="257"/>
            <ac:picMk id="13" creationId="{664E79D6-F24E-49BC-9286-D8EA26401DEE}"/>
          </ac:picMkLst>
        </pc:picChg>
        <pc:picChg chg="mod">
          <ac:chgData name="Dursun Dashdamirov" userId="a8b9d0e1f239c75f" providerId="LiveId" clId="{E297FC27-9774-4AAE-B428-959B432F1B03}" dt="2026-03-03T00:26:25.499" v="9834" actId="1076"/>
          <ac:picMkLst>
            <pc:docMk/>
            <pc:sldMk cId="3841804001" sldId="257"/>
            <ac:picMk id="15" creationId="{19D6720E-8CFE-4BD1-9EB4-2C064CF330B9}"/>
          </ac:picMkLst>
        </pc:picChg>
        <pc:picChg chg="mod">
          <ac:chgData name="Dursun Dashdamirov" userId="a8b9d0e1f239c75f" providerId="LiveId" clId="{E297FC27-9774-4AAE-B428-959B432F1B03}" dt="2026-03-03T00:26:24.420" v="9833" actId="1076"/>
          <ac:picMkLst>
            <pc:docMk/>
            <pc:sldMk cId="3841804001" sldId="257"/>
            <ac:picMk id="18" creationId="{9F9A7DAF-D942-4366-AB1E-5A7079110E9B}"/>
          </ac:picMkLst>
        </pc:picChg>
      </pc:sldChg>
      <pc:sldChg chg="delSp modSp add mod modTransition">
        <pc:chgData name="Dursun Dashdamirov" userId="a8b9d0e1f239c75f" providerId="LiveId" clId="{E297FC27-9774-4AAE-B428-959B432F1B03}" dt="2026-03-03T00:26:40.912" v="9838" actId="14100"/>
        <pc:sldMkLst>
          <pc:docMk/>
          <pc:sldMk cId="1257391602" sldId="258"/>
        </pc:sldMkLst>
        <pc:spChg chg="mod">
          <ac:chgData name="Dursun Dashdamirov" userId="a8b9d0e1f239c75f" providerId="LiveId" clId="{E297FC27-9774-4AAE-B428-959B432F1B03}" dt="2026-03-03T00:26:33.319" v="9835" actId="1076"/>
          <ac:spMkLst>
            <pc:docMk/>
            <pc:sldMk cId="1257391602" sldId="258"/>
            <ac:spMk id="17" creationId="{1902BB78-2C2B-4B65-8AE4-C91383F7AD02}"/>
          </ac:spMkLst>
        </pc:spChg>
        <pc:spChg chg="mod">
          <ac:chgData name="Dursun Dashdamirov" userId="a8b9d0e1f239c75f" providerId="LiveId" clId="{E297FC27-9774-4AAE-B428-959B432F1B03}" dt="2026-03-03T00:26:33.319" v="9835" actId="1076"/>
          <ac:spMkLst>
            <pc:docMk/>
            <pc:sldMk cId="1257391602" sldId="258"/>
            <ac:spMk id="18" creationId="{2FF1E2D7-C799-45FB-B283-E44842853CC3}"/>
          </ac:spMkLst>
        </pc:spChg>
        <pc:spChg chg="mod">
          <ac:chgData name="Dursun Dashdamirov" userId="a8b9d0e1f239c75f" providerId="LiveId" clId="{E297FC27-9774-4AAE-B428-959B432F1B03}" dt="2026-03-03T00:26:33.319" v="9835" actId="1076"/>
          <ac:spMkLst>
            <pc:docMk/>
            <pc:sldMk cId="1257391602" sldId="258"/>
            <ac:spMk id="19" creationId="{3FDAF962-E052-4345-B83E-26B3B8EA1B4F}"/>
          </ac:spMkLst>
        </pc:spChg>
        <pc:spChg chg="mod">
          <ac:chgData name="Dursun Dashdamirov" userId="a8b9d0e1f239c75f" providerId="LiveId" clId="{E297FC27-9774-4AAE-B428-959B432F1B03}" dt="2026-03-03T00:26:37.619" v="9836" actId="1076"/>
          <ac:spMkLst>
            <pc:docMk/>
            <pc:sldMk cId="1257391602" sldId="258"/>
            <ac:spMk id="23" creationId="{9D3783A8-49C4-4076-BC80-86C5F68C9DCA}"/>
          </ac:spMkLst>
        </pc:spChg>
        <pc:spChg chg="mod">
          <ac:chgData name="Dursun Dashdamirov" userId="a8b9d0e1f239c75f" providerId="LiveId" clId="{E297FC27-9774-4AAE-B428-959B432F1B03}" dt="2026-03-03T00:26:37.619" v="9836" actId="1076"/>
          <ac:spMkLst>
            <pc:docMk/>
            <pc:sldMk cId="1257391602" sldId="258"/>
            <ac:spMk id="24" creationId="{854501E5-7C92-4907-A917-E701FFFA43F7}"/>
          </ac:spMkLst>
        </pc:spChg>
        <pc:spChg chg="mod">
          <ac:chgData name="Dursun Dashdamirov" userId="a8b9d0e1f239c75f" providerId="LiveId" clId="{E297FC27-9774-4AAE-B428-959B432F1B03}" dt="2026-03-03T00:26:37.619" v="9836" actId="1076"/>
          <ac:spMkLst>
            <pc:docMk/>
            <pc:sldMk cId="1257391602" sldId="258"/>
            <ac:spMk id="25" creationId="{E03451DC-0086-4B73-9C64-7CD1EE5F91EB}"/>
          </ac:spMkLst>
        </pc:spChg>
        <pc:spChg chg="mod">
          <ac:chgData name="Dursun Dashdamirov" userId="a8b9d0e1f239c75f" providerId="LiveId" clId="{E297FC27-9774-4AAE-B428-959B432F1B03}" dt="2026-03-03T00:26:37.619" v="9836" actId="1076"/>
          <ac:spMkLst>
            <pc:docMk/>
            <pc:sldMk cId="1257391602" sldId="258"/>
            <ac:spMk id="26" creationId="{3088FE36-73FC-4393-9B88-66EC56312E1B}"/>
          </ac:spMkLst>
        </pc:spChg>
        <pc:grpChg chg="del">
          <ac:chgData name="Dursun Dashdamirov" userId="a8b9d0e1f239c75f" providerId="LiveId" clId="{E297FC27-9774-4AAE-B428-959B432F1B03}" dt="2026-03-03T00:24:14.748" v="9816" actId="33640"/>
          <ac:grpSpMkLst>
            <pc:docMk/>
            <pc:sldMk cId="1257391602" sldId="258"/>
            <ac:grpSpMk id="35" creationId="{7EC931DD-8BFB-4E47-9D4A-99F291A4DFF0}"/>
          </ac:grpSpMkLst>
        </pc:grpChg>
        <pc:grpChg chg="del">
          <ac:chgData name="Dursun Dashdamirov" userId="a8b9d0e1f239c75f" providerId="LiveId" clId="{E297FC27-9774-4AAE-B428-959B432F1B03}" dt="2026-03-03T00:24:14.748" v="9816" actId="33640"/>
          <ac:grpSpMkLst>
            <pc:docMk/>
            <pc:sldMk cId="1257391602" sldId="258"/>
            <ac:grpSpMk id="39" creationId="{D03B795B-F6B1-401B-9ED1-BA0730EFB0F7}"/>
          </ac:grpSpMkLst>
        </pc:grpChg>
        <pc:grpChg chg="del">
          <ac:chgData name="Dursun Dashdamirov" userId="a8b9d0e1f239c75f" providerId="LiveId" clId="{E297FC27-9774-4AAE-B428-959B432F1B03}" dt="2026-03-03T00:24:14.748" v="9816" actId="33640"/>
          <ac:grpSpMkLst>
            <pc:docMk/>
            <pc:sldMk cId="1257391602" sldId="258"/>
            <ac:grpSpMk id="68" creationId="{7D3FCEB3-6CCC-4FC6-AFA8-247BEC209617}"/>
          </ac:grpSpMkLst>
        </pc:grpChg>
        <pc:grpChg chg="del">
          <ac:chgData name="Dursun Dashdamirov" userId="a8b9d0e1f239c75f" providerId="LiveId" clId="{E297FC27-9774-4AAE-B428-959B432F1B03}" dt="2026-03-03T00:24:14.748" v="9816" actId="33640"/>
          <ac:grpSpMkLst>
            <pc:docMk/>
            <pc:sldMk cId="1257391602" sldId="258"/>
            <ac:grpSpMk id="73" creationId="{FF41E5E5-D702-45A2-B99B-CCC8D20BC45A}"/>
          </ac:grpSpMkLst>
        </pc:grpChg>
        <pc:grpChg chg="del">
          <ac:chgData name="Dursun Dashdamirov" userId="a8b9d0e1f239c75f" providerId="LiveId" clId="{E297FC27-9774-4AAE-B428-959B432F1B03}" dt="2026-03-03T00:24:14.748" v="9816" actId="33640"/>
          <ac:grpSpMkLst>
            <pc:docMk/>
            <pc:sldMk cId="1257391602" sldId="258"/>
            <ac:grpSpMk id="90" creationId="{E20DF490-F8B6-49B6-8FD4-E6C16DADBF92}"/>
          </ac:grpSpMkLst>
        </pc:grpChg>
        <pc:grpChg chg="del">
          <ac:chgData name="Dursun Dashdamirov" userId="a8b9d0e1f239c75f" providerId="LiveId" clId="{E297FC27-9774-4AAE-B428-959B432F1B03}" dt="2026-03-03T00:24:14.748" v="9816" actId="33640"/>
          <ac:grpSpMkLst>
            <pc:docMk/>
            <pc:sldMk cId="1257391602" sldId="258"/>
            <ac:grpSpMk id="93" creationId="{36EB3955-BB33-4E20-BEE8-40120CD84491}"/>
          </ac:grpSpMkLst>
        </pc:grpChg>
        <pc:grpChg chg="del">
          <ac:chgData name="Dursun Dashdamirov" userId="a8b9d0e1f239c75f" providerId="LiveId" clId="{E297FC27-9774-4AAE-B428-959B432F1B03}" dt="2026-03-03T00:24:14.748" v="9816" actId="33640"/>
          <ac:grpSpMkLst>
            <pc:docMk/>
            <pc:sldMk cId="1257391602" sldId="258"/>
            <ac:grpSpMk id="96" creationId="{5B218382-E7D3-4852-ABD8-5C0227C9060E}"/>
          </ac:grpSpMkLst>
        </pc:grpChg>
        <pc:picChg chg="mod">
          <ac:chgData name="Dursun Dashdamirov" userId="a8b9d0e1f239c75f" providerId="LiveId" clId="{E297FC27-9774-4AAE-B428-959B432F1B03}" dt="2026-03-03T00:26:40.912" v="9838" actId="14100"/>
          <ac:picMkLst>
            <pc:docMk/>
            <pc:sldMk cId="1257391602" sldId="258"/>
            <ac:picMk id="8" creationId="{60F9742A-BAEF-4FA9-A96E-75B34254A7AC}"/>
          </ac:picMkLst>
        </pc:picChg>
        <pc:inkChg chg="del">
          <ac:chgData name="Dursun Dashdamirov" userId="a8b9d0e1f239c75f" providerId="LiveId" clId="{E297FC27-9774-4AAE-B428-959B432F1B03}" dt="2026-03-03T00:24:14.748" v="9816" actId="33640"/>
          <ac:inkMkLst>
            <pc:docMk/>
            <pc:sldMk cId="1257391602" sldId="258"/>
            <ac:inkMk id="30" creationId="{4388A950-1115-4704-A1A7-3181B1FB256A}"/>
          </ac:inkMkLst>
        </pc:inkChg>
        <pc:inkChg chg="del">
          <ac:chgData name="Dursun Dashdamirov" userId="a8b9d0e1f239c75f" providerId="LiveId" clId="{E297FC27-9774-4AAE-B428-959B432F1B03}" dt="2026-03-03T00:24:14.748" v="9816" actId="33640"/>
          <ac:inkMkLst>
            <pc:docMk/>
            <pc:sldMk cId="1257391602" sldId="258"/>
            <ac:inkMk id="61" creationId="{67BB3CFC-0D97-433F-9BB0-77CA9BBE3C40}"/>
          </ac:inkMkLst>
        </pc:inkChg>
        <pc:inkChg chg="del">
          <ac:chgData name="Dursun Dashdamirov" userId="a8b9d0e1f239c75f" providerId="LiveId" clId="{E297FC27-9774-4AAE-B428-959B432F1B03}" dt="2026-03-03T00:24:14.748" v="9816" actId="33640"/>
          <ac:inkMkLst>
            <pc:docMk/>
            <pc:sldMk cId="1257391602" sldId="258"/>
            <ac:inkMk id="82" creationId="{47817D73-0B08-4771-97A7-C9F322249CEF}"/>
          </ac:inkMkLst>
        </pc:inkChg>
      </pc:sldChg>
      <pc:sldChg chg="delSp add mod modTransition">
        <pc:chgData name="Dursun Dashdamirov" userId="a8b9d0e1f239c75f" providerId="LiveId" clId="{E297FC27-9774-4AAE-B428-959B432F1B03}" dt="2026-03-03T00:24:17.320" v="9817" actId="33639"/>
        <pc:sldMkLst>
          <pc:docMk/>
          <pc:sldMk cId="3331685325" sldId="259"/>
        </pc:sldMkLst>
        <pc:grpChg chg="del">
          <ac:chgData name="Dursun Dashdamirov" userId="a8b9d0e1f239c75f" providerId="LiveId" clId="{E297FC27-9774-4AAE-B428-959B432F1B03}" dt="2026-03-03T00:24:17.320" v="9817" actId="33639"/>
          <ac:grpSpMkLst>
            <pc:docMk/>
            <pc:sldMk cId="3331685325" sldId="259"/>
            <ac:grpSpMk id="59" creationId="{380304B3-911F-49A8-B98C-CC2345A4764B}"/>
          </ac:grpSpMkLst>
        </pc:grpChg>
        <pc:grpChg chg="del">
          <ac:chgData name="Dursun Dashdamirov" userId="a8b9d0e1f239c75f" providerId="LiveId" clId="{E297FC27-9774-4AAE-B428-959B432F1B03}" dt="2026-03-03T00:24:17.320" v="9817" actId="33639"/>
          <ac:grpSpMkLst>
            <pc:docMk/>
            <pc:sldMk cId="3331685325" sldId="259"/>
            <ac:grpSpMk id="2050" creationId="{C7858B11-CB01-4CC4-8077-4651F826196A}"/>
          </ac:grpSpMkLst>
        </pc:grpChg>
        <pc:grpChg chg="del">
          <ac:chgData name="Dursun Dashdamirov" userId="a8b9d0e1f239c75f" providerId="LiveId" clId="{E297FC27-9774-4AAE-B428-959B432F1B03}" dt="2026-03-03T00:24:17.320" v="9817" actId="33639"/>
          <ac:grpSpMkLst>
            <pc:docMk/>
            <pc:sldMk cId="3331685325" sldId="259"/>
            <ac:grpSpMk id="2060" creationId="{C24070AB-EC14-42DA-BDD6-EF5079EC1539}"/>
          </ac:grpSpMkLst>
        </pc:grpChg>
        <pc:grpChg chg="del">
          <ac:chgData name="Dursun Dashdamirov" userId="a8b9d0e1f239c75f" providerId="LiveId" clId="{E297FC27-9774-4AAE-B428-959B432F1B03}" dt="2026-03-03T00:24:17.320" v="9817" actId="33639"/>
          <ac:grpSpMkLst>
            <pc:docMk/>
            <pc:sldMk cId="3331685325" sldId="259"/>
            <ac:grpSpMk id="2061" creationId="{E31AA072-F24C-4560-A377-52891A35D0E4}"/>
          </ac:grpSpMkLst>
        </pc:grpChg>
        <pc:inkChg chg="del">
          <ac:chgData name="Dursun Dashdamirov" userId="a8b9d0e1f239c75f" providerId="LiveId" clId="{E297FC27-9774-4AAE-B428-959B432F1B03}" dt="2026-03-03T00:24:17.320" v="9817" actId="33639"/>
          <ac:inkMkLst>
            <pc:docMk/>
            <pc:sldMk cId="3331685325" sldId="259"/>
            <ac:inkMk id="39" creationId="{47343C13-7994-4E15-93A7-81023C3D91D9}"/>
          </ac:inkMkLst>
        </pc:inkChg>
        <pc:inkChg chg="del">
          <ac:chgData name="Dursun Dashdamirov" userId="a8b9d0e1f239c75f" providerId="LiveId" clId="{E297FC27-9774-4AAE-B428-959B432F1B03}" dt="2026-03-03T00:24:17.320" v="9817" actId="33639"/>
          <ac:inkMkLst>
            <pc:docMk/>
            <pc:sldMk cId="3331685325" sldId="259"/>
            <ac:inkMk id="47" creationId="{E30E2E5B-E5D4-42F1-829E-648105CBBC58}"/>
          </ac:inkMkLst>
        </pc:inkChg>
        <pc:inkChg chg="del">
          <ac:chgData name="Dursun Dashdamirov" userId="a8b9d0e1f239c75f" providerId="LiveId" clId="{E297FC27-9774-4AAE-B428-959B432F1B03}" dt="2026-03-03T00:24:17.320" v="9817" actId="33639"/>
          <ac:inkMkLst>
            <pc:docMk/>
            <pc:sldMk cId="3331685325" sldId="259"/>
            <ac:inkMk id="51" creationId="{F3189EC8-36F2-4682-B6B4-9F4BDD088C8D}"/>
          </ac:inkMkLst>
        </pc:inkChg>
        <pc:inkChg chg="del topLvl">
          <ac:chgData name="Dursun Dashdamirov" userId="a8b9d0e1f239c75f" providerId="LiveId" clId="{E297FC27-9774-4AAE-B428-959B432F1B03}" dt="2026-03-03T00:24:17.320" v="9817" actId="33639"/>
          <ac:inkMkLst>
            <pc:docMk/>
            <pc:sldMk cId="3331685325" sldId="259"/>
            <ac:inkMk id="2048" creationId="{2A8C9691-1AF0-486E-A575-F6E1ADE50B33}"/>
          </ac:inkMkLst>
        </pc:inkChg>
        <pc:inkChg chg="del topLvl">
          <ac:chgData name="Dursun Dashdamirov" userId="a8b9d0e1f239c75f" providerId="LiveId" clId="{E297FC27-9774-4AAE-B428-959B432F1B03}" dt="2026-03-03T00:24:17.320" v="9817" actId="33639"/>
          <ac:inkMkLst>
            <pc:docMk/>
            <pc:sldMk cId="3331685325" sldId="259"/>
            <ac:inkMk id="2056" creationId="{E95B032B-8CFE-4452-99BF-D7EE541BEB37}"/>
          </ac:inkMkLst>
        </pc:inkChg>
        <pc:inkChg chg="del">
          <ac:chgData name="Dursun Dashdamirov" userId="a8b9d0e1f239c75f" providerId="LiveId" clId="{E297FC27-9774-4AAE-B428-959B432F1B03}" dt="2026-03-03T00:24:17.320" v="9817" actId="33639"/>
          <ac:inkMkLst>
            <pc:docMk/>
            <pc:sldMk cId="3331685325" sldId="259"/>
            <ac:inkMk id="2057" creationId="{05C827A1-07DC-4551-86D0-E00C4E39EC59}"/>
          </ac:inkMkLst>
        </pc:inkChg>
      </pc:sldChg>
      <pc:sldChg chg="delSp add mod modTransition">
        <pc:chgData name="Dursun Dashdamirov" userId="a8b9d0e1f239c75f" providerId="LiveId" clId="{E297FC27-9774-4AAE-B428-959B432F1B03}" dt="2026-03-03T00:24:17.320" v="9817" actId="33639"/>
        <pc:sldMkLst>
          <pc:docMk/>
          <pc:sldMk cId="154660452" sldId="260"/>
        </pc:sldMkLst>
        <pc:grpChg chg="del">
          <ac:chgData name="Dursun Dashdamirov" userId="a8b9d0e1f239c75f" providerId="LiveId" clId="{E297FC27-9774-4AAE-B428-959B432F1B03}" dt="2026-03-03T00:24:17.320" v="9817" actId="33639"/>
          <ac:grpSpMkLst>
            <pc:docMk/>
            <pc:sldMk cId="154660452" sldId="260"/>
            <ac:grpSpMk id="31" creationId="{E9D6928D-7A30-4DBA-8BD3-7524E36F61E9}"/>
          </ac:grpSpMkLst>
        </pc:grpChg>
        <pc:grpChg chg="del">
          <ac:chgData name="Dursun Dashdamirov" userId="a8b9d0e1f239c75f" providerId="LiveId" clId="{E297FC27-9774-4AAE-B428-959B432F1B03}" dt="2026-03-03T00:24:17.320" v="9817" actId="33639"/>
          <ac:grpSpMkLst>
            <pc:docMk/>
            <pc:sldMk cId="154660452" sldId="260"/>
            <ac:grpSpMk id="42" creationId="{6C878776-A64E-4BEB-9053-5F5158079986}"/>
          </ac:grpSpMkLst>
        </pc:grpChg>
        <pc:grpChg chg="del">
          <ac:chgData name="Dursun Dashdamirov" userId="a8b9d0e1f239c75f" providerId="LiveId" clId="{E297FC27-9774-4AAE-B428-959B432F1B03}" dt="2026-03-03T00:24:17.320" v="9817" actId="33639"/>
          <ac:grpSpMkLst>
            <pc:docMk/>
            <pc:sldMk cId="154660452" sldId="260"/>
            <ac:grpSpMk id="46" creationId="{2C78C8CE-9F60-422F-9BD8-C7A0D83FB3D4}"/>
          </ac:grpSpMkLst>
        </pc:grpChg>
        <pc:grpChg chg="del">
          <ac:chgData name="Dursun Dashdamirov" userId="a8b9d0e1f239c75f" providerId="LiveId" clId="{E297FC27-9774-4AAE-B428-959B432F1B03}" dt="2026-03-03T00:24:17.320" v="9817" actId="33639"/>
          <ac:grpSpMkLst>
            <pc:docMk/>
            <pc:sldMk cId="154660452" sldId="260"/>
            <ac:grpSpMk id="66" creationId="{E61BC54C-B4C0-4985-9F3B-F8EE101C40D1}"/>
          </ac:grpSpMkLst>
        </pc:grpChg>
        <pc:grpChg chg="del">
          <ac:chgData name="Dursun Dashdamirov" userId="a8b9d0e1f239c75f" providerId="LiveId" clId="{E297FC27-9774-4AAE-B428-959B432F1B03}" dt="2026-03-03T00:24:17.320" v="9817" actId="33639"/>
          <ac:grpSpMkLst>
            <pc:docMk/>
            <pc:sldMk cId="154660452" sldId="260"/>
            <ac:grpSpMk id="73" creationId="{815E410E-8C3A-43D0-97BE-A97B8AF91EF2}"/>
          </ac:grpSpMkLst>
        </pc:grpChg>
        <pc:grpChg chg="del">
          <ac:chgData name="Dursun Dashdamirov" userId="a8b9d0e1f239c75f" providerId="LiveId" clId="{E297FC27-9774-4AAE-B428-959B432F1B03}" dt="2026-03-03T00:24:17.320" v="9817" actId="33639"/>
          <ac:grpSpMkLst>
            <pc:docMk/>
            <pc:sldMk cId="154660452" sldId="260"/>
            <ac:grpSpMk id="77" creationId="{92739367-F9B6-4BAC-8FA6-263EE6B9431F}"/>
          </ac:grpSpMkLst>
        </pc:grpChg>
        <pc:inkChg chg="del">
          <ac:chgData name="Dursun Dashdamirov" userId="a8b9d0e1f239c75f" providerId="LiveId" clId="{E297FC27-9774-4AAE-B428-959B432F1B03}" dt="2026-03-03T00:24:17.320" v="9817" actId="33639"/>
          <ac:inkMkLst>
            <pc:docMk/>
            <pc:sldMk cId="154660452" sldId="260"/>
            <ac:inkMk id="20" creationId="{78F71005-6598-484B-B653-DEAA74882EAF}"/>
          </ac:inkMkLst>
        </pc:inkChg>
        <pc:inkChg chg="del">
          <ac:chgData name="Dursun Dashdamirov" userId="a8b9d0e1f239c75f" providerId="LiveId" clId="{E297FC27-9774-4AAE-B428-959B432F1B03}" dt="2026-03-03T00:24:17.320" v="9817" actId="33639"/>
          <ac:inkMkLst>
            <pc:docMk/>
            <pc:sldMk cId="154660452" sldId="260"/>
            <ac:inkMk id="37" creationId="{E07FE113-B716-4C9F-8240-B60C23B3E91C}"/>
          </ac:inkMkLst>
        </pc:inkChg>
        <pc:inkChg chg="del">
          <ac:chgData name="Dursun Dashdamirov" userId="a8b9d0e1f239c75f" providerId="LiveId" clId="{E297FC27-9774-4AAE-B428-959B432F1B03}" dt="2026-03-03T00:24:17.320" v="9817" actId="33639"/>
          <ac:inkMkLst>
            <pc:docMk/>
            <pc:sldMk cId="154660452" sldId="260"/>
            <ac:inkMk id="51" creationId="{97C84896-C159-483D-85DC-14D120FF6AE5}"/>
          </ac:inkMkLst>
        </pc:inkChg>
        <pc:inkChg chg="del topLvl">
          <ac:chgData name="Dursun Dashdamirov" userId="a8b9d0e1f239c75f" providerId="LiveId" clId="{E297FC27-9774-4AAE-B428-959B432F1B03}" dt="2026-03-03T00:24:17.320" v="9817" actId="33639"/>
          <ac:inkMkLst>
            <pc:docMk/>
            <pc:sldMk cId="154660452" sldId="260"/>
            <ac:inkMk id="72" creationId="{27C8D781-BB86-41C7-9651-AA76125F19B7}"/>
          </ac:inkMkLst>
        </pc:inkChg>
      </pc:sldChg>
      <pc:sldChg chg="delSp modSp add mod modTransition">
        <pc:chgData name="Dursun Dashdamirov" userId="a8b9d0e1f239c75f" providerId="LiveId" clId="{E297FC27-9774-4AAE-B428-959B432F1B03}" dt="2026-03-03T00:26:58.709" v="9841" actId="1076"/>
        <pc:sldMkLst>
          <pc:docMk/>
          <pc:sldMk cId="3506848376" sldId="261"/>
        </pc:sldMkLst>
        <pc:spChg chg="mod">
          <ac:chgData name="Dursun Dashdamirov" userId="a8b9d0e1f239c75f" providerId="LiveId" clId="{E297FC27-9774-4AAE-B428-959B432F1B03}" dt="2026-03-03T00:26:58.709" v="9841" actId="1076"/>
          <ac:spMkLst>
            <pc:docMk/>
            <pc:sldMk cId="3506848376" sldId="261"/>
            <ac:spMk id="22" creationId="{2C0EC41B-7C1B-45D3-AE7C-C0F05AE3BFE9}"/>
          </ac:spMkLst>
        </pc:spChg>
        <pc:spChg chg="mod">
          <ac:chgData name="Dursun Dashdamirov" userId="a8b9d0e1f239c75f" providerId="LiveId" clId="{E297FC27-9774-4AAE-B428-959B432F1B03}" dt="2026-03-03T00:26:58.709" v="9841" actId="1076"/>
          <ac:spMkLst>
            <pc:docMk/>
            <pc:sldMk cId="3506848376" sldId="261"/>
            <ac:spMk id="23" creationId="{F637C074-271E-4A15-8423-4582998125C4}"/>
          </ac:spMkLst>
        </pc:spChg>
        <pc:spChg chg="mod">
          <ac:chgData name="Dursun Dashdamirov" userId="a8b9d0e1f239c75f" providerId="LiveId" clId="{E297FC27-9774-4AAE-B428-959B432F1B03}" dt="2026-03-03T00:26:58.709" v="9841" actId="1076"/>
          <ac:spMkLst>
            <pc:docMk/>
            <pc:sldMk cId="3506848376" sldId="261"/>
            <ac:spMk id="33" creationId="{7A35668F-F0D8-44E3-8148-B136A5EEA414}"/>
          </ac:spMkLst>
        </pc:spChg>
        <pc:spChg chg="mod">
          <ac:chgData name="Dursun Dashdamirov" userId="a8b9d0e1f239c75f" providerId="LiveId" clId="{E297FC27-9774-4AAE-B428-959B432F1B03}" dt="2026-03-03T00:26:58.709" v="9841" actId="1076"/>
          <ac:spMkLst>
            <pc:docMk/>
            <pc:sldMk cId="3506848376" sldId="261"/>
            <ac:spMk id="34" creationId="{02CC6F05-9DFD-46EB-AB60-65EBF5B62766}"/>
          </ac:spMkLst>
        </pc:spChg>
        <pc:spChg chg="mod">
          <ac:chgData name="Dursun Dashdamirov" userId="a8b9d0e1f239c75f" providerId="LiveId" clId="{E297FC27-9774-4AAE-B428-959B432F1B03}" dt="2026-03-03T00:26:58.709" v="9841" actId="1076"/>
          <ac:spMkLst>
            <pc:docMk/>
            <pc:sldMk cId="3506848376" sldId="261"/>
            <ac:spMk id="35" creationId="{0EE56BED-F05F-4E92-9601-1B086F447DC1}"/>
          </ac:spMkLst>
        </pc:spChg>
        <pc:spChg chg="mod">
          <ac:chgData name="Dursun Dashdamirov" userId="a8b9d0e1f239c75f" providerId="LiveId" clId="{E297FC27-9774-4AAE-B428-959B432F1B03}" dt="2026-03-03T00:26:58.709" v="9841" actId="1076"/>
          <ac:spMkLst>
            <pc:docMk/>
            <pc:sldMk cId="3506848376" sldId="261"/>
            <ac:spMk id="36" creationId="{5DC56F8A-3B53-4B8E-86A9-2E41473B1706}"/>
          </ac:spMkLst>
        </pc:spChg>
        <pc:grpChg chg="del">
          <ac:chgData name="Dursun Dashdamirov" userId="a8b9d0e1f239c75f" providerId="LiveId" clId="{E297FC27-9774-4AAE-B428-959B432F1B03}" dt="2026-03-03T00:24:17.320" v="9817" actId="33639"/>
          <ac:grpSpMkLst>
            <pc:docMk/>
            <pc:sldMk cId="3506848376" sldId="261"/>
            <ac:grpSpMk id="54" creationId="{6F3F5AB9-2838-423E-B7A9-815C3943478F}"/>
          </ac:grpSpMkLst>
        </pc:grpChg>
        <pc:grpChg chg="del">
          <ac:chgData name="Dursun Dashdamirov" userId="a8b9d0e1f239c75f" providerId="LiveId" clId="{E297FC27-9774-4AAE-B428-959B432F1B03}" dt="2026-03-03T00:24:17.320" v="9817" actId="33639"/>
          <ac:grpSpMkLst>
            <pc:docMk/>
            <pc:sldMk cId="3506848376" sldId="261"/>
            <ac:grpSpMk id="63" creationId="{C96A9D7D-94E4-4638-87A6-05B9CD93CE07}"/>
          </ac:grpSpMkLst>
        </pc:grpChg>
        <pc:grpChg chg="del">
          <ac:chgData name="Dursun Dashdamirov" userId="a8b9d0e1f239c75f" providerId="LiveId" clId="{E297FC27-9774-4AAE-B428-959B432F1B03}" dt="2026-03-03T00:24:17.320" v="9817" actId="33639"/>
          <ac:grpSpMkLst>
            <pc:docMk/>
            <pc:sldMk cId="3506848376" sldId="261"/>
            <ac:grpSpMk id="66" creationId="{75224AED-79F3-4B67-B1D9-9CC45BF0E6FA}"/>
          </ac:grpSpMkLst>
        </pc:grpChg>
        <pc:grpChg chg="del">
          <ac:chgData name="Dursun Dashdamirov" userId="a8b9d0e1f239c75f" providerId="LiveId" clId="{E297FC27-9774-4AAE-B428-959B432F1B03}" dt="2026-03-03T00:24:17.320" v="9817" actId="33639"/>
          <ac:grpSpMkLst>
            <pc:docMk/>
            <pc:sldMk cId="3506848376" sldId="261"/>
            <ac:grpSpMk id="87" creationId="{A36819C3-F0E8-4368-9FEB-F489477D8945}"/>
          </ac:grpSpMkLst>
        </pc:grpChg>
        <pc:grpChg chg="del">
          <ac:chgData name="Dursun Dashdamirov" userId="a8b9d0e1f239c75f" providerId="LiveId" clId="{E297FC27-9774-4AAE-B428-959B432F1B03}" dt="2026-03-03T00:24:17.320" v="9817" actId="33639"/>
          <ac:grpSpMkLst>
            <pc:docMk/>
            <pc:sldMk cId="3506848376" sldId="261"/>
            <ac:grpSpMk id="88" creationId="{1CB9CE3B-7BA1-4D40-A50A-06F2DF57F03C}"/>
          </ac:grpSpMkLst>
        </pc:grpChg>
        <pc:grpChg chg="del">
          <ac:chgData name="Dursun Dashdamirov" userId="a8b9d0e1f239c75f" providerId="LiveId" clId="{E297FC27-9774-4AAE-B428-959B432F1B03}" dt="2026-03-03T00:24:17.320" v="9817" actId="33639"/>
          <ac:grpSpMkLst>
            <pc:docMk/>
            <pc:sldMk cId="3506848376" sldId="261"/>
            <ac:grpSpMk id="90" creationId="{FDAB0266-2CAA-4B90-9422-E133DB6BAE1D}"/>
          </ac:grpSpMkLst>
        </pc:grpChg>
        <pc:grpChg chg="del">
          <ac:chgData name="Dursun Dashdamirov" userId="a8b9d0e1f239c75f" providerId="LiveId" clId="{E297FC27-9774-4AAE-B428-959B432F1B03}" dt="2026-03-03T00:24:17.320" v="9817" actId="33639"/>
          <ac:grpSpMkLst>
            <pc:docMk/>
            <pc:sldMk cId="3506848376" sldId="261"/>
            <ac:grpSpMk id="107" creationId="{DDEBC402-E5C7-4F5C-B270-E23D9DFA79F4}"/>
          </ac:grpSpMkLst>
        </pc:grpChg>
        <pc:grpChg chg="del">
          <ac:chgData name="Dursun Dashdamirov" userId="a8b9d0e1f239c75f" providerId="LiveId" clId="{E297FC27-9774-4AAE-B428-959B432F1B03}" dt="2026-03-03T00:24:17.320" v="9817" actId="33639"/>
          <ac:grpSpMkLst>
            <pc:docMk/>
            <pc:sldMk cId="3506848376" sldId="261"/>
            <ac:grpSpMk id="111" creationId="{D735C38E-C953-4588-A178-D4267BD37C7D}"/>
          </ac:grpSpMkLst>
        </pc:grpChg>
        <pc:grpChg chg="del">
          <ac:chgData name="Dursun Dashdamirov" userId="a8b9d0e1f239c75f" providerId="LiveId" clId="{E297FC27-9774-4AAE-B428-959B432F1B03}" dt="2026-03-03T00:24:17.320" v="9817" actId="33639"/>
          <ac:grpSpMkLst>
            <pc:docMk/>
            <pc:sldMk cId="3506848376" sldId="261"/>
            <ac:grpSpMk id="114" creationId="{4C2FF4D1-E67B-406F-BB21-DA455800BFE0}"/>
          </ac:grpSpMkLst>
        </pc:grpChg>
        <pc:grpChg chg="del">
          <ac:chgData name="Dursun Dashdamirov" userId="a8b9d0e1f239c75f" providerId="LiveId" clId="{E297FC27-9774-4AAE-B428-959B432F1B03}" dt="2026-03-03T00:24:17.320" v="9817" actId="33639"/>
          <ac:grpSpMkLst>
            <pc:docMk/>
            <pc:sldMk cId="3506848376" sldId="261"/>
            <ac:grpSpMk id="119" creationId="{1BC3C1FB-327D-4C27-85AD-311FCDAB6B14}"/>
          </ac:grpSpMkLst>
        </pc:grpChg>
        <pc:cxnChg chg="mod">
          <ac:chgData name="Dursun Dashdamirov" userId="a8b9d0e1f239c75f" providerId="LiveId" clId="{E297FC27-9774-4AAE-B428-959B432F1B03}" dt="2026-03-03T00:26:58.709" v="9841" actId="1076"/>
          <ac:cxnSpMkLst>
            <pc:docMk/>
            <pc:sldMk cId="3506848376" sldId="261"/>
            <ac:cxnSpMk id="15" creationId="{0D24414E-D619-44D1-A378-A52932366A8D}"/>
          </ac:cxnSpMkLst>
        </pc:cxnChg>
        <pc:cxnChg chg="mod">
          <ac:chgData name="Dursun Dashdamirov" userId="a8b9d0e1f239c75f" providerId="LiveId" clId="{E297FC27-9774-4AAE-B428-959B432F1B03}" dt="2026-03-03T00:26:58.709" v="9841" actId="1076"/>
          <ac:cxnSpMkLst>
            <pc:docMk/>
            <pc:sldMk cId="3506848376" sldId="261"/>
            <ac:cxnSpMk id="17" creationId="{93A36245-3484-4F38-9794-02D53E57AC66}"/>
          </ac:cxnSpMkLst>
        </pc:cxnChg>
        <pc:cxnChg chg="mod">
          <ac:chgData name="Dursun Dashdamirov" userId="a8b9d0e1f239c75f" providerId="LiveId" clId="{E297FC27-9774-4AAE-B428-959B432F1B03}" dt="2026-03-03T00:26:58.709" v="9841" actId="1076"/>
          <ac:cxnSpMkLst>
            <pc:docMk/>
            <pc:sldMk cId="3506848376" sldId="261"/>
            <ac:cxnSpMk id="20" creationId="{AD9C6042-9DCB-4588-AF45-E67ED5988153}"/>
          </ac:cxnSpMkLst>
        </pc:cxnChg>
        <pc:cxnChg chg="mod">
          <ac:chgData name="Dursun Dashdamirov" userId="a8b9d0e1f239c75f" providerId="LiveId" clId="{E297FC27-9774-4AAE-B428-959B432F1B03}" dt="2026-03-03T00:26:58.709" v="9841" actId="1076"/>
          <ac:cxnSpMkLst>
            <pc:docMk/>
            <pc:sldMk cId="3506848376" sldId="261"/>
            <ac:cxnSpMk id="21" creationId="{AA0E7933-B656-4DEC-B588-E0DB6FE510DF}"/>
          </ac:cxnSpMkLst>
        </pc:cxnChg>
      </pc:sldChg>
      <pc:sldChg chg="delSp modSp add mod modTransition">
        <pc:chgData name="Dursun Dashdamirov" userId="a8b9d0e1f239c75f" providerId="LiveId" clId="{E297FC27-9774-4AAE-B428-959B432F1B03}" dt="2026-03-03T00:27:07.497" v="9842" actId="1076"/>
        <pc:sldMkLst>
          <pc:docMk/>
          <pc:sldMk cId="3573696970" sldId="262"/>
        </pc:sldMkLst>
        <pc:spChg chg="mod">
          <ac:chgData name="Dursun Dashdamirov" userId="a8b9d0e1f239c75f" providerId="LiveId" clId="{E297FC27-9774-4AAE-B428-959B432F1B03}" dt="2026-03-03T00:27:07.497" v="9842" actId="1076"/>
          <ac:spMkLst>
            <pc:docMk/>
            <pc:sldMk cId="3573696970" sldId="262"/>
            <ac:spMk id="21" creationId="{2A22767C-835B-43BF-9C6D-646C13C95BF6}"/>
          </ac:spMkLst>
        </pc:spChg>
        <pc:grpChg chg="del">
          <ac:chgData name="Dursun Dashdamirov" userId="a8b9d0e1f239c75f" providerId="LiveId" clId="{E297FC27-9774-4AAE-B428-959B432F1B03}" dt="2026-03-03T00:24:17.320" v="9817" actId="33639"/>
          <ac:grpSpMkLst>
            <pc:docMk/>
            <pc:sldMk cId="3573696970" sldId="262"/>
            <ac:grpSpMk id="30" creationId="{17B7ACA2-D2B3-48F2-8607-5E1075A18025}"/>
          </ac:grpSpMkLst>
        </pc:grpChg>
        <pc:grpChg chg="del">
          <ac:chgData name="Dursun Dashdamirov" userId="a8b9d0e1f239c75f" providerId="LiveId" clId="{E297FC27-9774-4AAE-B428-959B432F1B03}" dt="2026-03-03T00:24:17.320" v="9817" actId="33639"/>
          <ac:grpSpMkLst>
            <pc:docMk/>
            <pc:sldMk cId="3573696970" sldId="262"/>
            <ac:grpSpMk id="46" creationId="{59B8AD25-9CCA-46C9-B0C9-3A14418CE4C1}"/>
          </ac:grpSpMkLst>
        </pc:grpChg>
        <pc:grpChg chg="del">
          <ac:chgData name="Dursun Dashdamirov" userId="a8b9d0e1f239c75f" providerId="LiveId" clId="{E297FC27-9774-4AAE-B428-959B432F1B03}" dt="2026-03-03T00:24:17.320" v="9817" actId="33639"/>
          <ac:grpSpMkLst>
            <pc:docMk/>
            <pc:sldMk cId="3573696970" sldId="262"/>
            <ac:grpSpMk id="50" creationId="{23F52F5D-D92F-4422-BCD3-C4DE447B8133}"/>
          </ac:grpSpMkLst>
        </pc:grpChg>
        <pc:grpChg chg="del">
          <ac:chgData name="Dursun Dashdamirov" userId="a8b9d0e1f239c75f" providerId="LiveId" clId="{E297FC27-9774-4AAE-B428-959B432F1B03}" dt="2026-03-03T00:24:17.320" v="9817" actId="33639"/>
          <ac:grpSpMkLst>
            <pc:docMk/>
            <pc:sldMk cId="3573696970" sldId="262"/>
            <ac:grpSpMk id="55" creationId="{4FD4147C-9BDA-4B8C-B08B-F6D322813698}"/>
          </ac:grpSpMkLst>
        </pc:grpChg>
        <pc:grpChg chg="del">
          <ac:chgData name="Dursun Dashdamirov" userId="a8b9d0e1f239c75f" providerId="LiveId" clId="{E297FC27-9774-4AAE-B428-959B432F1B03}" dt="2026-03-03T00:24:17.320" v="9817" actId="33639"/>
          <ac:grpSpMkLst>
            <pc:docMk/>
            <pc:sldMk cId="3573696970" sldId="262"/>
            <ac:grpSpMk id="57" creationId="{10EA1C90-979C-46C8-A432-4962514D3DAE}"/>
          </ac:grpSpMkLst>
        </pc:grpChg>
        <pc:inkChg chg="del">
          <ac:chgData name="Dursun Dashdamirov" userId="a8b9d0e1f239c75f" providerId="LiveId" clId="{E297FC27-9774-4AAE-B428-959B432F1B03}" dt="2026-03-03T00:24:17.320" v="9817" actId="33639"/>
          <ac:inkMkLst>
            <pc:docMk/>
            <pc:sldMk cId="3573696970" sldId="262"/>
            <ac:inkMk id="32" creationId="{349AC89A-33FC-4D84-A3D6-D23B47410E07}"/>
          </ac:inkMkLst>
        </pc:inkChg>
        <pc:inkChg chg="del">
          <ac:chgData name="Dursun Dashdamirov" userId="a8b9d0e1f239c75f" providerId="LiveId" clId="{E297FC27-9774-4AAE-B428-959B432F1B03}" dt="2026-03-03T00:24:17.320" v="9817" actId="33639"/>
          <ac:inkMkLst>
            <pc:docMk/>
            <pc:sldMk cId="3573696970" sldId="262"/>
            <ac:inkMk id="34" creationId="{5D6BDC37-FA44-40C9-874C-BABF4FD6F785}"/>
          </ac:inkMkLst>
        </pc:inkChg>
        <pc:inkChg chg="del">
          <ac:chgData name="Dursun Dashdamirov" userId="a8b9d0e1f239c75f" providerId="LiveId" clId="{E297FC27-9774-4AAE-B428-959B432F1B03}" dt="2026-03-03T00:24:17.320" v="9817" actId="33639"/>
          <ac:inkMkLst>
            <pc:docMk/>
            <pc:sldMk cId="3573696970" sldId="262"/>
            <ac:inkMk id="35" creationId="{4F7F8687-ACD4-4FAB-8A6A-33CBB6981CB1}"/>
          </ac:inkMkLst>
        </pc:inkChg>
        <pc:inkChg chg="del topLvl">
          <ac:chgData name="Dursun Dashdamirov" userId="a8b9d0e1f239c75f" providerId="LiveId" clId="{E297FC27-9774-4AAE-B428-959B432F1B03}" dt="2026-03-03T00:24:17.320" v="9817" actId="33639"/>
          <ac:inkMkLst>
            <pc:docMk/>
            <pc:sldMk cId="3573696970" sldId="262"/>
            <ac:inkMk id="45" creationId="{E5FB3251-464D-4E1D-A0EE-F4581CDC3F8D}"/>
          </ac:inkMkLst>
        </pc:inkChg>
        <pc:inkChg chg="del topLvl">
          <ac:chgData name="Dursun Dashdamirov" userId="a8b9d0e1f239c75f" providerId="LiveId" clId="{E297FC27-9774-4AAE-B428-959B432F1B03}" dt="2026-03-03T00:24:17.320" v="9817" actId="33639"/>
          <ac:inkMkLst>
            <pc:docMk/>
            <pc:sldMk cId="3573696970" sldId="262"/>
            <ac:inkMk id="48" creationId="{C0756C44-B1EA-4E4F-985A-EF5DD2D1BAF6}"/>
          </ac:inkMkLst>
        </pc:inkChg>
      </pc:sldChg>
      <pc:sldChg chg="delSp modSp add mod modTransition">
        <pc:chgData name="Dursun Dashdamirov" userId="a8b9d0e1f239c75f" providerId="LiveId" clId="{E297FC27-9774-4AAE-B428-959B432F1B03}" dt="2026-03-03T00:27:28.029" v="9847" actId="1076"/>
        <pc:sldMkLst>
          <pc:docMk/>
          <pc:sldMk cId="2026385675" sldId="263"/>
        </pc:sldMkLst>
        <pc:spChg chg="mod">
          <ac:chgData name="Dursun Dashdamirov" userId="a8b9d0e1f239c75f" providerId="LiveId" clId="{E297FC27-9774-4AAE-B428-959B432F1B03}" dt="2026-03-03T00:27:20.669" v="9844" actId="1076"/>
          <ac:spMkLst>
            <pc:docMk/>
            <pc:sldMk cId="2026385675" sldId="263"/>
            <ac:spMk id="5" creationId="{E305B409-D766-4A56-ACB7-DBC97C018CE8}"/>
          </ac:spMkLst>
        </pc:spChg>
        <pc:spChg chg="mod">
          <ac:chgData name="Dursun Dashdamirov" userId="a8b9d0e1f239c75f" providerId="LiveId" clId="{E297FC27-9774-4AAE-B428-959B432F1B03}" dt="2026-03-03T00:27:20.669" v="9844" actId="1076"/>
          <ac:spMkLst>
            <pc:docMk/>
            <pc:sldMk cId="2026385675" sldId="263"/>
            <ac:spMk id="22" creationId="{025C81E1-D882-4080-8509-2874004960E8}"/>
          </ac:spMkLst>
        </pc:spChg>
        <pc:spChg chg="mod">
          <ac:chgData name="Dursun Dashdamirov" userId="a8b9d0e1f239c75f" providerId="LiveId" clId="{E297FC27-9774-4AAE-B428-959B432F1B03}" dt="2026-03-03T00:27:20.669" v="9844" actId="1076"/>
          <ac:spMkLst>
            <pc:docMk/>
            <pc:sldMk cId="2026385675" sldId="263"/>
            <ac:spMk id="55" creationId="{675C5AAD-0900-45DF-B59A-9894908276CC}"/>
          </ac:spMkLst>
        </pc:spChg>
        <pc:spChg chg="mod">
          <ac:chgData name="Dursun Dashdamirov" userId="a8b9d0e1f239c75f" providerId="LiveId" clId="{E297FC27-9774-4AAE-B428-959B432F1B03}" dt="2026-03-03T00:27:20.669" v="9844" actId="1076"/>
          <ac:spMkLst>
            <pc:docMk/>
            <pc:sldMk cId="2026385675" sldId="263"/>
            <ac:spMk id="72" creationId="{EF704663-6D25-471B-8220-638F0EA603AC}"/>
          </ac:spMkLst>
        </pc:spChg>
        <pc:spChg chg="mod">
          <ac:chgData name="Dursun Dashdamirov" userId="a8b9d0e1f239c75f" providerId="LiveId" clId="{E297FC27-9774-4AAE-B428-959B432F1B03}" dt="2026-03-03T00:27:20.669" v="9844" actId="1076"/>
          <ac:spMkLst>
            <pc:docMk/>
            <pc:sldMk cId="2026385675" sldId="263"/>
            <ac:spMk id="80" creationId="{11AE5AAB-E336-417A-A109-848946915275}"/>
          </ac:spMkLst>
        </pc:spChg>
        <pc:spChg chg="mod">
          <ac:chgData name="Dursun Dashdamirov" userId="a8b9d0e1f239c75f" providerId="LiveId" clId="{E297FC27-9774-4AAE-B428-959B432F1B03}" dt="2026-03-03T00:27:20.669" v="9844" actId="1076"/>
          <ac:spMkLst>
            <pc:docMk/>
            <pc:sldMk cId="2026385675" sldId="263"/>
            <ac:spMk id="93" creationId="{8AAF02E6-850D-4299-98D7-954D9B7381CE}"/>
          </ac:spMkLst>
        </pc:spChg>
        <pc:spChg chg="mod">
          <ac:chgData name="Dursun Dashdamirov" userId="a8b9d0e1f239c75f" providerId="LiveId" clId="{E297FC27-9774-4AAE-B428-959B432F1B03}" dt="2026-03-03T00:27:20.669" v="9844" actId="1076"/>
          <ac:spMkLst>
            <pc:docMk/>
            <pc:sldMk cId="2026385675" sldId="263"/>
            <ac:spMk id="94" creationId="{51812E74-904C-4698-9A7B-DB58374DCBF8}"/>
          </ac:spMkLst>
        </pc:spChg>
        <pc:spChg chg="mod">
          <ac:chgData name="Dursun Dashdamirov" userId="a8b9d0e1f239c75f" providerId="LiveId" clId="{E297FC27-9774-4AAE-B428-959B432F1B03}" dt="2026-03-03T00:27:20.669" v="9844" actId="1076"/>
          <ac:spMkLst>
            <pc:docMk/>
            <pc:sldMk cId="2026385675" sldId="263"/>
            <ac:spMk id="106" creationId="{16B17F57-89D5-40B7-87FB-C4D735474012}"/>
          </ac:spMkLst>
        </pc:spChg>
        <pc:spChg chg="mod">
          <ac:chgData name="Dursun Dashdamirov" userId="a8b9d0e1f239c75f" providerId="LiveId" clId="{E297FC27-9774-4AAE-B428-959B432F1B03}" dt="2026-03-03T00:27:20.669" v="9844" actId="1076"/>
          <ac:spMkLst>
            <pc:docMk/>
            <pc:sldMk cId="2026385675" sldId="263"/>
            <ac:spMk id="107" creationId="{22276DCE-2698-48A7-8B84-E336142DE046}"/>
          </ac:spMkLst>
        </pc:spChg>
        <pc:spChg chg="mod">
          <ac:chgData name="Dursun Dashdamirov" userId="a8b9d0e1f239c75f" providerId="LiveId" clId="{E297FC27-9774-4AAE-B428-959B432F1B03}" dt="2026-03-03T00:27:20.669" v="9844" actId="1076"/>
          <ac:spMkLst>
            <pc:docMk/>
            <pc:sldMk cId="2026385675" sldId="263"/>
            <ac:spMk id="171" creationId="{F4CB4E83-A457-4650-B3CF-4F5D4C9453B0}"/>
          </ac:spMkLst>
        </pc:spChg>
        <pc:spChg chg="mod">
          <ac:chgData name="Dursun Dashdamirov" userId="a8b9d0e1f239c75f" providerId="LiveId" clId="{E297FC27-9774-4AAE-B428-959B432F1B03}" dt="2026-03-03T00:27:28.029" v="9847" actId="1076"/>
          <ac:spMkLst>
            <pc:docMk/>
            <pc:sldMk cId="2026385675" sldId="263"/>
            <ac:spMk id="179" creationId="{F2309B14-9FC7-4D95-8C66-741F75286CCF}"/>
          </ac:spMkLst>
        </pc:spChg>
        <pc:spChg chg="mod">
          <ac:chgData name="Dursun Dashdamirov" userId="a8b9d0e1f239c75f" providerId="LiveId" clId="{E297FC27-9774-4AAE-B428-959B432F1B03}" dt="2026-03-03T00:27:12.951" v="9843" actId="1076"/>
          <ac:spMkLst>
            <pc:docMk/>
            <pc:sldMk cId="2026385675" sldId="263"/>
            <ac:spMk id="183" creationId="{58135005-5319-4ACD-BBC0-0C95EC05087E}"/>
          </ac:spMkLst>
        </pc:spChg>
        <pc:grpChg chg="del">
          <ac:chgData name="Dursun Dashdamirov" userId="a8b9d0e1f239c75f" providerId="LiveId" clId="{E297FC27-9774-4AAE-B428-959B432F1B03}" dt="2026-03-03T00:24:17.320" v="9817" actId="33639"/>
          <ac:grpSpMkLst>
            <pc:docMk/>
            <pc:sldMk cId="2026385675" sldId="263"/>
            <ac:grpSpMk id="187" creationId="{7681802D-78D2-4C3E-8324-C890BB0FB202}"/>
          </ac:grpSpMkLst>
        </pc:grpChg>
        <pc:grpChg chg="del">
          <ac:chgData name="Dursun Dashdamirov" userId="a8b9d0e1f239c75f" providerId="LiveId" clId="{E297FC27-9774-4AAE-B428-959B432F1B03}" dt="2026-03-03T00:24:17.320" v="9817" actId="33639"/>
          <ac:grpSpMkLst>
            <pc:docMk/>
            <pc:sldMk cId="2026385675" sldId="263"/>
            <ac:grpSpMk id="191" creationId="{15D3AD1A-FF50-4456-B04E-BE6F94E8C415}"/>
          </ac:grpSpMkLst>
        </pc:grpChg>
        <pc:grpChg chg="del">
          <ac:chgData name="Dursun Dashdamirov" userId="a8b9d0e1f239c75f" providerId="LiveId" clId="{E297FC27-9774-4AAE-B428-959B432F1B03}" dt="2026-03-03T00:24:17.320" v="9817" actId="33639"/>
          <ac:grpSpMkLst>
            <pc:docMk/>
            <pc:sldMk cId="2026385675" sldId="263"/>
            <ac:grpSpMk id="202" creationId="{06B3B74D-1B26-4D6F-A66F-4264D3CC6912}"/>
          </ac:grpSpMkLst>
        </pc:grpChg>
        <pc:grpChg chg="del">
          <ac:chgData name="Dursun Dashdamirov" userId="a8b9d0e1f239c75f" providerId="LiveId" clId="{E297FC27-9774-4AAE-B428-959B432F1B03}" dt="2026-03-03T00:24:17.320" v="9817" actId="33639"/>
          <ac:grpSpMkLst>
            <pc:docMk/>
            <pc:sldMk cId="2026385675" sldId="263"/>
            <ac:grpSpMk id="214" creationId="{0A5B2EBE-ACFF-4668-8B53-773CCE886F78}"/>
          </ac:grpSpMkLst>
        </pc:grpChg>
        <pc:grpChg chg="del">
          <ac:chgData name="Dursun Dashdamirov" userId="a8b9d0e1f239c75f" providerId="LiveId" clId="{E297FC27-9774-4AAE-B428-959B432F1B03}" dt="2026-03-03T00:24:17.320" v="9817" actId="33639"/>
          <ac:grpSpMkLst>
            <pc:docMk/>
            <pc:sldMk cId="2026385675" sldId="263"/>
            <ac:grpSpMk id="249" creationId="{CC73F5DC-D89A-4656-AF16-8BC7FF63FFEF}"/>
          </ac:grpSpMkLst>
        </pc:grpChg>
        <pc:inkChg chg="del topLvl">
          <ac:chgData name="Dursun Dashdamirov" userId="a8b9d0e1f239c75f" providerId="LiveId" clId="{E297FC27-9774-4AAE-B428-959B432F1B03}" dt="2026-03-03T00:24:17.320" v="9817" actId="33639"/>
          <ac:inkMkLst>
            <pc:docMk/>
            <pc:sldMk cId="2026385675" sldId="263"/>
            <ac:inkMk id="200" creationId="{1C7B9104-FC6D-40AA-B8ED-3F54F36465A7}"/>
          </ac:inkMkLst>
        </pc:inkChg>
        <pc:inkChg chg="del">
          <ac:chgData name="Dursun Dashdamirov" userId="a8b9d0e1f239c75f" providerId="LiveId" clId="{E297FC27-9774-4AAE-B428-959B432F1B03}" dt="2026-03-03T00:24:17.320" v="9817" actId="33639"/>
          <ac:inkMkLst>
            <pc:docMk/>
            <pc:sldMk cId="2026385675" sldId="263"/>
            <ac:inkMk id="203" creationId="{56EF2F94-0871-47B7-8DF2-115109921831}"/>
          </ac:inkMkLst>
        </pc:inkChg>
        <pc:inkChg chg="del">
          <ac:chgData name="Dursun Dashdamirov" userId="a8b9d0e1f239c75f" providerId="LiveId" clId="{E297FC27-9774-4AAE-B428-959B432F1B03}" dt="2026-03-03T00:24:17.320" v="9817" actId="33639"/>
          <ac:inkMkLst>
            <pc:docMk/>
            <pc:sldMk cId="2026385675" sldId="263"/>
            <ac:inkMk id="224" creationId="{DAAEA1B2-4B6F-4FD2-AFFF-05E1F5FA432A}"/>
          </ac:inkMkLst>
        </pc:inkChg>
        <pc:inkChg chg="del">
          <ac:chgData name="Dursun Dashdamirov" userId="a8b9d0e1f239c75f" providerId="LiveId" clId="{E297FC27-9774-4AAE-B428-959B432F1B03}" dt="2026-03-03T00:24:17.320" v="9817" actId="33639"/>
          <ac:inkMkLst>
            <pc:docMk/>
            <pc:sldMk cId="2026385675" sldId="263"/>
            <ac:inkMk id="232" creationId="{70F23707-5B9A-48B1-BD1E-049EAA21F672}"/>
          </ac:inkMkLst>
        </pc:inkChg>
        <pc:inkChg chg="del">
          <ac:chgData name="Dursun Dashdamirov" userId="a8b9d0e1f239c75f" providerId="LiveId" clId="{E297FC27-9774-4AAE-B428-959B432F1B03}" dt="2026-03-03T00:24:17.320" v="9817" actId="33639"/>
          <ac:inkMkLst>
            <pc:docMk/>
            <pc:sldMk cId="2026385675" sldId="263"/>
            <ac:inkMk id="237" creationId="{D7BBFDF8-718F-4DC7-A218-CF22821815C6}"/>
          </ac:inkMkLst>
        </pc:inkChg>
      </pc:sldChg>
      <pc:sldChg chg="delSp add mod modTransition">
        <pc:chgData name="Dursun Dashdamirov" userId="a8b9d0e1f239c75f" providerId="LiveId" clId="{E297FC27-9774-4AAE-B428-959B432F1B03}" dt="2026-03-03T00:24:17.320" v="9817" actId="33639"/>
        <pc:sldMkLst>
          <pc:docMk/>
          <pc:sldMk cId="1578971946" sldId="264"/>
        </pc:sldMkLst>
        <pc:grpChg chg="del">
          <ac:chgData name="Dursun Dashdamirov" userId="a8b9d0e1f239c75f" providerId="LiveId" clId="{E297FC27-9774-4AAE-B428-959B432F1B03}" dt="2026-03-03T00:24:17.320" v="9817" actId="33639"/>
          <ac:grpSpMkLst>
            <pc:docMk/>
            <pc:sldMk cId="1578971946" sldId="264"/>
            <ac:grpSpMk id="112" creationId="{E12A704F-7E73-427D-BCB1-F5C04024BB8E}"/>
          </ac:grpSpMkLst>
        </pc:grpChg>
        <pc:grpChg chg="del">
          <ac:chgData name="Dursun Dashdamirov" userId="a8b9d0e1f239c75f" providerId="LiveId" clId="{E297FC27-9774-4AAE-B428-959B432F1B03}" dt="2026-03-03T00:24:17.320" v="9817" actId="33639"/>
          <ac:grpSpMkLst>
            <pc:docMk/>
            <pc:sldMk cId="1578971946" sldId="264"/>
            <ac:grpSpMk id="119" creationId="{170D31BA-B54C-4651-A668-96A1BF625DB2}"/>
          </ac:grpSpMkLst>
        </pc:grpChg>
        <pc:grpChg chg="del">
          <ac:chgData name="Dursun Dashdamirov" userId="a8b9d0e1f239c75f" providerId="LiveId" clId="{E297FC27-9774-4AAE-B428-959B432F1B03}" dt="2026-03-03T00:24:17.320" v="9817" actId="33639"/>
          <ac:grpSpMkLst>
            <pc:docMk/>
            <pc:sldMk cId="1578971946" sldId="264"/>
            <ac:grpSpMk id="120" creationId="{0A6AA63C-8256-4A46-AD31-7328F8AF3158}"/>
          </ac:grpSpMkLst>
        </pc:grpChg>
        <pc:grpChg chg="del">
          <ac:chgData name="Dursun Dashdamirov" userId="a8b9d0e1f239c75f" providerId="LiveId" clId="{E297FC27-9774-4AAE-B428-959B432F1B03}" dt="2026-03-03T00:24:17.320" v="9817" actId="33639"/>
          <ac:grpSpMkLst>
            <pc:docMk/>
            <pc:sldMk cId="1578971946" sldId="264"/>
            <ac:grpSpMk id="135" creationId="{B9F34E67-8FA8-4BB6-8F3F-FFB29664FBE4}"/>
          </ac:grpSpMkLst>
        </pc:grpChg>
        <pc:grpChg chg="del">
          <ac:chgData name="Dursun Dashdamirov" userId="a8b9d0e1f239c75f" providerId="LiveId" clId="{E297FC27-9774-4AAE-B428-959B432F1B03}" dt="2026-03-03T00:24:17.320" v="9817" actId="33639"/>
          <ac:grpSpMkLst>
            <pc:docMk/>
            <pc:sldMk cId="1578971946" sldId="264"/>
            <ac:grpSpMk id="152" creationId="{93F47D7A-7BF3-4A11-894E-4B1675D374A6}"/>
          </ac:grpSpMkLst>
        </pc:grpChg>
        <pc:grpChg chg="del">
          <ac:chgData name="Dursun Dashdamirov" userId="a8b9d0e1f239c75f" providerId="LiveId" clId="{E297FC27-9774-4AAE-B428-959B432F1B03}" dt="2026-03-03T00:24:17.320" v="9817" actId="33639"/>
          <ac:grpSpMkLst>
            <pc:docMk/>
            <pc:sldMk cId="1578971946" sldId="264"/>
            <ac:grpSpMk id="165" creationId="{4871B9D7-48CC-4CCE-82A9-59D3C6A1DF18}"/>
          </ac:grpSpMkLst>
        </pc:grpChg>
        <pc:grpChg chg="del">
          <ac:chgData name="Dursun Dashdamirov" userId="a8b9d0e1f239c75f" providerId="LiveId" clId="{E297FC27-9774-4AAE-B428-959B432F1B03}" dt="2026-03-03T00:24:17.320" v="9817" actId="33639"/>
          <ac:grpSpMkLst>
            <pc:docMk/>
            <pc:sldMk cId="1578971946" sldId="264"/>
            <ac:grpSpMk id="184" creationId="{79357984-AB0D-418E-B133-BD41480BB385}"/>
          </ac:grpSpMkLst>
        </pc:grpChg>
        <pc:grpChg chg="del">
          <ac:chgData name="Dursun Dashdamirov" userId="a8b9d0e1f239c75f" providerId="LiveId" clId="{E297FC27-9774-4AAE-B428-959B432F1B03}" dt="2026-03-03T00:24:17.320" v="9817" actId="33639"/>
          <ac:grpSpMkLst>
            <pc:docMk/>
            <pc:sldMk cId="1578971946" sldId="264"/>
            <ac:grpSpMk id="191" creationId="{F6DC846C-31E0-4AF6-85B5-211F3BBEDA84}"/>
          </ac:grpSpMkLst>
        </pc:grpChg>
        <pc:inkChg chg="del topLvl">
          <ac:chgData name="Dursun Dashdamirov" userId="a8b9d0e1f239c75f" providerId="LiveId" clId="{E297FC27-9774-4AAE-B428-959B432F1B03}" dt="2026-03-03T00:24:17.320" v="9817" actId="33639"/>
          <ac:inkMkLst>
            <pc:docMk/>
            <pc:sldMk cId="1578971946" sldId="264"/>
            <ac:inkMk id="134" creationId="{BBB200DE-3417-4A89-A743-B79441B89E55}"/>
          </ac:inkMkLst>
        </pc:inkChg>
        <pc:inkChg chg="del">
          <ac:chgData name="Dursun Dashdamirov" userId="a8b9d0e1f239c75f" providerId="LiveId" clId="{E297FC27-9774-4AAE-B428-959B432F1B03}" dt="2026-03-03T00:24:17.320" v="9817" actId="33639"/>
          <ac:inkMkLst>
            <pc:docMk/>
            <pc:sldMk cId="1578971946" sldId="264"/>
            <ac:inkMk id="155" creationId="{780DBABA-9B4F-4EB3-8D80-F6BB97CCCA69}"/>
          </ac:inkMkLst>
        </pc:inkChg>
      </pc:sldChg>
      <pc:sldChg chg="delSp modSp add mod modTransition">
        <pc:chgData name="Dursun Dashdamirov" userId="a8b9d0e1f239c75f" providerId="LiveId" clId="{E297FC27-9774-4AAE-B428-959B432F1B03}" dt="2026-03-03T00:26:53.947" v="9840" actId="1076"/>
        <pc:sldMkLst>
          <pc:docMk/>
          <pc:sldMk cId="3828249484" sldId="265"/>
        </pc:sldMkLst>
        <pc:spChg chg="mod">
          <ac:chgData name="Dursun Dashdamirov" userId="a8b9d0e1f239c75f" providerId="LiveId" clId="{E297FC27-9774-4AAE-B428-959B432F1B03}" dt="2026-03-03T00:26:53.947" v="9840" actId="1076"/>
          <ac:spMkLst>
            <pc:docMk/>
            <pc:sldMk cId="3828249484" sldId="265"/>
            <ac:spMk id="38" creationId="{B79C6608-856A-41CA-A566-A6772AF193F9}"/>
          </ac:spMkLst>
        </pc:spChg>
        <pc:grpChg chg="del">
          <ac:chgData name="Dursun Dashdamirov" userId="a8b9d0e1f239c75f" providerId="LiveId" clId="{E297FC27-9774-4AAE-B428-959B432F1B03}" dt="2026-03-03T00:24:17.320" v="9817" actId="33639"/>
          <ac:grpSpMkLst>
            <pc:docMk/>
            <pc:sldMk cId="3828249484" sldId="265"/>
            <ac:grpSpMk id="57" creationId="{11C71639-C365-4AC2-B74F-1F102CD2BF5B}"/>
          </ac:grpSpMkLst>
        </pc:grpChg>
        <pc:grpChg chg="del">
          <ac:chgData name="Dursun Dashdamirov" userId="a8b9d0e1f239c75f" providerId="LiveId" clId="{E297FC27-9774-4AAE-B428-959B432F1B03}" dt="2026-03-03T00:24:17.320" v="9817" actId="33639"/>
          <ac:grpSpMkLst>
            <pc:docMk/>
            <pc:sldMk cId="3828249484" sldId="265"/>
            <ac:grpSpMk id="62" creationId="{F7D1EE87-7045-43DE-8B87-87CCDB5CA0A8}"/>
          </ac:grpSpMkLst>
        </pc:grpChg>
        <pc:grpChg chg="del">
          <ac:chgData name="Dursun Dashdamirov" userId="a8b9d0e1f239c75f" providerId="LiveId" clId="{E297FC27-9774-4AAE-B428-959B432F1B03}" dt="2026-03-03T00:24:17.320" v="9817" actId="33639"/>
          <ac:grpSpMkLst>
            <pc:docMk/>
            <pc:sldMk cId="3828249484" sldId="265"/>
            <ac:grpSpMk id="71" creationId="{D39955B5-A1F8-45CA-9D81-E48E3452DC47}"/>
          </ac:grpSpMkLst>
        </pc:grpChg>
        <pc:grpChg chg="del">
          <ac:chgData name="Dursun Dashdamirov" userId="a8b9d0e1f239c75f" providerId="LiveId" clId="{E297FC27-9774-4AAE-B428-959B432F1B03}" dt="2026-03-03T00:24:17.320" v="9817" actId="33639"/>
          <ac:grpSpMkLst>
            <pc:docMk/>
            <pc:sldMk cId="3828249484" sldId="265"/>
            <ac:grpSpMk id="72" creationId="{F1033085-70A6-4518-90E0-462AC6259028}"/>
          </ac:grpSpMkLst>
        </pc:grpChg>
        <pc:grpChg chg="del">
          <ac:chgData name="Dursun Dashdamirov" userId="a8b9d0e1f239c75f" providerId="LiveId" clId="{E297FC27-9774-4AAE-B428-959B432F1B03}" dt="2026-03-03T00:24:17.320" v="9817" actId="33639"/>
          <ac:grpSpMkLst>
            <pc:docMk/>
            <pc:sldMk cId="3828249484" sldId="265"/>
            <ac:grpSpMk id="73" creationId="{D5646D1B-0C40-4995-9980-8A420B344A41}"/>
          </ac:grpSpMkLst>
        </pc:grpChg>
        <pc:grpChg chg="del">
          <ac:chgData name="Dursun Dashdamirov" userId="a8b9d0e1f239c75f" providerId="LiveId" clId="{E297FC27-9774-4AAE-B428-959B432F1B03}" dt="2026-03-03T00:24:17.320" v="9817" actId="33639"/>
          <ac:grpSpMkLst>
            <pc:docMk/>
            <pc:sldMk cId="3828249484" sldId="265"/>
            <ac:grpSpMk id="76" creationId="{A65D9B83-C4F0-4099-8439-59597A7F782F}"/>
          </ac:grpSpMkLst>
        </pc:grpChg>
        <pc:grpChg chg="del">
          <ac:chgData name="Dursun Dashdamirov" userId="a8b9d0e1f239c75f" providerId="LiveId" clId="{E297FC27-9774-4AAE-B428-959B432F1B03}" dt="2026-03-03T00:24:17.320" v="9817" actId="33639"/>
          <ac:grpSpMkLst>
            <pc:docMk/>
            <pc:sldMk cId="3828249484" sldId="265"/>
            <ac:grpSpMk id="80" creationId="{6C09A56B-DD67-43CD-8E4A-421B075DB24B}"/>
          </ac:grpSpMkLst>
        </pc:grpChg>
        <pc:picChg chg="mod">
          <ac:chgData name="Dursun Dashdamirov" userId="a8b9d0e1f239c75f" providerId="LiveId" clId="{E297FC27-9774-4AAE-B428-959B432F1B03}" dt="2026-03-03T00:26:52.512" v="9839" actId="1076"/>
          <ac:picMkLst>
            <pc:docMk/>
            <pc:sldMk cId="3828249484" sldId="265"/>
            <ac:picMk id="39" creationId="{B19B2725-6AFA-4ECC-A437-B7DD52EF5236}"/>
          </ac:picMkLst>
        </pc:picChg>
        <pc:inkChg chg="del">
          <ac:chgData name="Dursun Dashdamirov" userId="a8b9d0e1f239c75f" providerId="LiveId" clId="{E297FC27-9774-4AAE-B428-959B432F1B03}" dt="2026-03-03T00:24:17.320" v="9817" actId="33639"/>
          <ac:inkMkLst>
            <pc:docMk/>
            <pc:sldMk cId="3828249484" sldId="265"/>
            <ac:inkMk id="45" creationId="{3D4C9C96-9032-43FE-A2F8-3D8B965DFA7D}"/>
          </ac:inkMkLst>
        </pc:inkChg>
        <pc:inkChg chg="del">
          <ac:chgData name="Dursun Dashdamirov" userId="a8b9d0e1f239c75f" providerId="LiveId" clId="{E297FC27-9774-4AAE-B428-959B432F1B03}" dt="2026-03-03T00:24:17.320" v="9817" actId="33639"/>
          <ac:inkMkLst>
            <pc:docMk/>
            <pc:sldMk cId="3828249484" sldId="265"/>
            <ac:inkMk id="58" creationId="{3752EA3B-4859-4A15-B3DD-B84F55103B42}"/>
          </ac:inkMkLst>
        </pc:inkChg>
        <pc:inkChg chg="del topLvl">
          <ac:chgData name="Dursun Dashdamirov" userId="a8b9d0e1f239c75f" providerId="LiveId" clId="{E297FC27-9774-4AAE-B428-959B432F1B03}" dt="2026-03-03T00:24:17.320" v="9817" actId="33639"/>
          <ac:inkMkLst>
            <pc:docMk/>
            <pc:sldMk cId="3828249484" sldId="265"/>
            <ac:inkMk id="68" creationId="{EA7BF710-DE53-4FB1-B3B9-3D128171EC63}"/>
          </ac:inkMkLst>
        </pc:inkChg>
      </pc:sldChg>
      <pc:sldChg chg="delSp add mod modTransition">
        <pc:chgData name="Dursun Dashdamirov" userId="a8b9d0e1f239c75f" providerId="LiveId" clId="{E297FC27-9774-4AAE-B428-959B432F1B03}" dt="2026-03-03T00:24:17.320" v="9817" actId="33639"/>
        <pc:sldMkLst>
          <pc:docMk/>
          <pc:sldMk cId="3402168281" sldId="266"/>
        </pc:sldMkLst>
        <pc:grpChg chg="del">
          <ac:chgData name="Dursun Dashdamirov" userId="a8b9d0e1f239c75f" providerId="LiveId" clId="{E297FC27-9774-4AAE-B428-959B432F1B03}" dt="2026-03-03T00:24:17.320" v="9817" actId="33639"/>
          <ac:grpSpMkLst>
            <pc:docMk/>
            <pc:sldMk cId="3402168281" sldId="266"/>
            <ac:grpSpMk id="84" creationId="{A45B7F90-E7DB-433B-9CDE-C35FD19C0B70}"/>
          </ac:grpSpMkLst>
        </pc:grpChg>
        <pc:grpChg chg="del">
          <ac:chgData name="Dursun Dashdamirov" userId="a8b9d0e1f239c75f" providerId="LiveId" clId="{E297FC27-9774-4AAE-B428-959B432F1B03}" dt="2026-03-03T00:24:17.320" v="9817" actId="33639"/>
          <ac:grpSpMkLst>
            <pc:docMk/>
            <pc:sldMk cId="3402168281" sldId="266"/>
            <ac:grpSpMk id="87" creationId="{18FD1F6A-F152-4B4D-AB37-992826B06F34}"/>
          </ac:grpSpMkLst>
        </pc:grpChg>
        <pc:grpChg chg="del">
          <ac:chgData name="Dursun Dashdamirov" userId="a8b9d0e1f239c75f" providerId="LiveId" clId="{E297FC27-9774-4AAE-B428-959B432F1B03}" dt="2026-03-03T00:24:17.320" v="9817" actId="33639"/>
          <ac:grpSpMkLst>
            <pc:docMk/>
            <pc:sldMk cId="3402168281" sldId="266"/>
            <ac:grpSpMk id="103" creationId="{70461AA8-1B7B-41A2-8560-78677C986328}"/>
          </ac:grpSpMkLst>
        </pc:grpChg>
        <pc:grpChg chg="del">
          <ac:chgData name="Dursun Dashdamirov" userId="a8b9d0e1f239c75f" providerId="LiveId" clId="{E297FC27-9774-4AAE-B428-959B432F1B03}" dt="2026-03-03T00:24:17.320" v="9817" actId="33639"/>
          <ac:grpSpMkLst>
            <pc:docMk/>
            <pc:sldMk cId="3402168281" sldId="266"/>
            <ac:grpSpMk id="106" creationId="{7969E06F-0D07-4510-AF8C-69D81E52939E}"/>
          </ac:grpSpMkLst>
        </pc:grpChg>
        <pc:inkChg chg="del">
          <ac:chgData name="Dursun Dashdamirov" userId="a8b9d0e1f239c75f" providerId="LiveId" clId="{E297FC27-9774-4AAE-B428-959B432F1B03}" dt="2026-03-03T00:24:17.320" v="9817" actId="33639"/>
          <ac:inkMkLst>
            <pc:docMk/>
            <pc:sldMk cId="3402168281" sldId="266"/>
            <ac:inkMk id="79" creationId="{45E90439-C619-445E-A73F-E3F749BBDCC0}"/>
          </ac:inkMkLst>
        </pc:inkChg>
        <pc:inkChg chg="del">
          <ac:chgData name="Dursun Dashdamirov" userId="a8b9d0e1f239c75f" providerId="LiveId" clId="{E297FC27-9774-4AAE-B428-959B432F1B03}" dt="2026-03-03T00:24:17.320" v="9817" actId="33639"/>
          <ac:inkMkLst>
            <pc:docMk/>
            <pc:sldMk cId="3402168281" sldId="266"/>
            <ac:inkMk id="88" creationId="{0F2A5938-76DD-461B-A4E9-695D99D227C3}"/>
          </ac:inkMkLst>
        </pc:inkChg>
        <pc:inkChg chg="del">
          <ac:chgData name="Dursun Dashdamirov" userId="a8b9d0e1f239c75f" providerId="LiveId" clId="{E297FC27-9774-4AAE-B428-959B432F1B03}" dt="2026-03-03T00:24:17.320" v="9817" actId="33639"/>
          <ac:inkMkLst>
            <pc:docMk/>
            <pc:sldMk cId="3402168281" sldId="266"/>
            <ac:inkMk id="94" creationId="{B79403B5-8AF2-4A5B-91F3-9BE1D5125489}"/>
          </ac:inkMkLst>
        </pc:inkChg>
        <pc:inkChg chg="del">
          <ac:chgData name="Dursun Dashdamirov" userId="a8b9d0e1f239c75f" providerId="LiveId" clId="{E297FC27-9774-4AAE-B428-959B432F1B03}" dt="2026-03-03T00:24:17.320" v="9817" actId="33639"/>
          <ac:inkMkLst>
            <pc:docMk/>
            <pc:sldMk cId="3402168281" sldId="266"/>
            <ac:inkMk id="96" creationId="{9F315B29-B234-46C1-91CD-D826724BE28A}"/>
          </ac:inkMkLst>
        </pc:inkChg>
        <pc:inkChg chg="del topLvl">
          <ac:chgData name="Dursun Dashdamirov" userId="a8b9d0e1f239c75f" providerId="LiveId" clId="{E297FC27-9774-4AAE-B428-959B432F1B03}" dt="2026-03-03T00:24:17.320" v="9817" actId="33639"/>
          <ac:inkMkLst>
            <pc:docMk/>
            <pc:sldMk cId="3402168281" sldId="266"/>
            <ac:inkMk id="105" creationId="{94794DE2-5BDE-4878-B00E-6019FC96221F}"/>
          </ac:inkMkLst>
        </pc:inkChg>
        <pc:inkChg chg="del">
          <ac:chgData name="Dursun Dashdamirov" userId="a8b9d0e1f239c75f" providerId="LiveId" clId="{E297FC27-9774-4AAE-B428-959B432F1B03}" dt="2026-03-03T00:24:17.320" v="9817" actId="33639"/>
          <ac:inkMkLst>
            <pc:docMk/>
            <pc:sldMk cId="3402168281" sldId="266"/>
            <ac:inkMk id="111" creationId="{67A4A038-C928-4550-91E7-79D3A686C4A0}"/>
          </ac:inkMkLst>
        </pc:inkChg>
      </pc:sldChg>
      <pc:sldChg chg="add del modTransition">
        <pc:chgData name="Dursun Dashdamirov" userId="a8b9d0e1f239c75f" providerId="LiveId" clId="{E297FC27-9774-4AAE-B428-959B432F1B03}" dt="2026-03-03T00:25:19.122" v="9829" actId="47"/>
        <pc:sldMkLst>
          <pc:docMk/>
          <pc:sldMk cId="3859854417" sldId="267"/>
        </pc:sldMkLst>
      </pc:sldChg>
      <pc:sldChg chg="modSp add mod ord modTransition">
        <pc:chgData name="Dursun Dashdamirov" userId="a8b9d0e1f239c75f" providerId="LiveId" clId="{E297FC27-9774-4AAE-B428-959B432F1B03}" dt="2026-03-03T00:30:22.185" v="9955" actId="1076"/>
        <pc:sldMkLst>
          <pc:docMk/>
          <pc:sldMk cId="2216329306" sldId="268"/>
        </pc:sldMkLst>
        <pc:picChg chg="mod">
          <ac:chgData name="Dursun Dashdamirov" userId="a8b9d0e1f239c75f" providerId="LiveId" clId="{E297FC27-9774-4AAE-B428-959B432F1B03}" dt="2026-03-03T00:30:22.185" v="9955" actId="1076"/>
          <ac:picMkLst>
            <pc:docMk/>
            <pc:sldMk cId="2216329306" sldId="268"/>
            <ac:picMk id="39" creationId="{AFFC0C42-35E5-4005-B4FD-9C1A8DEB01B9}"/>
          </ac:picMkLst>
        </pc:picChg>
      </pc:sldChg>
      <pc:sldChg chg="delSp add mod modTransition">
        <pc:chgData name="Dursun Dashdamirov" userId="a8b9d0e1f239c75f" providerId="LiveId" clId="{E297FC27-9774-4AAE-B428-959B432F1B03}" dt="2026-03-03T00:24:17.320" v="9817" actId="33639"/>
        <pc:sldMkLst>
          <pc:docMk/>
          <pc:sldMk cId="4008862688" sldId="269"/>
        </pc:sldMkLst>
        <pc:inkChg chg="del">
          <ac:chgData name="Dursun Dashdamirov" userId="a8b9d0e1f239c75f" providerId="LiveId" clId="{E297FC27-9774-4AAE-B428-959B432F1B03}" dt="2026-03-03T00:24:17.320" v="9817" actId="33639"/>
          <ac:inkMkLst>
            <pc:docMk/>
            <pc:sldMk cId="4008862688" sldId="269"/>
            <ac:inkMk id="29" creationId="{854B3B47-D86A-45D4-907A-5B90164B65FB}"/>
          </ac:inkMkLst>
        </pc:inkChg>
      </pc:sldChg>
      <pc:sldChg chg="delSp modSp add mod modTransition">
        <pc:chgData name="Dursun Dashdamirov" userId="a8b9d0e1f239c75f" providerId="LiveId" clId="{E297FC27-9774-4AAE-B428-959B432F1B03}" dt="2026-03-03T00:28:42.744" v="9947" actId="20577"/>
        <pc:sldMkLst>
          <pc:docMk/>
          <pc:sldMk cId="1416654696" sldId="270"/>
        </pc:sldMkLst>
        <pc:spChg chg="mod">
          <ac:chgData name="Dursun Dashdamirov" userId="a8b9d0e1f239c75f" providerId="LiveId" clId="{E297FC27-9774-4AAE-B428-959B432F1B03}" dt="2026-03-03T00:27:35.286" v="9848" actId="1076"/>
          <ac:spMkLst>
            <pc:docMk/>
            <pc:sldMk cId="1416654696" sldId="270"/>
            <ac:spMk id="16" creationId="{B4C15151-F562-4DA3-BD37-3463300DAB5A}"/>
          </ac:spMkLst>
        </pc:spChg>
        <pc:spChg chg="mod">
          <ac:chgData name="Dursun Dashdamirov" userId="a8b9d0e1f239c75f" providerId="LiveId" clId="{E297FC27-9774-4AAE-B428-959B432F1B03}" dt="2026-03-03T00:27:46.056" v="9851" actId="1076"/>
          <ac:spMkLst>
            <pc:docMk/>
            <pc:sldMk cId="1416654696" sldId="270"/>
            <ac:spMk id="19" creationId="{EDB34A62-0622-4CAA-AD10-018B5762B058}"/>
          </ac:spMkLst>
        </pc:spChg>
        <pc:spChg chg="mod">
          <ac:chgData name="Dursun Dashdamirov" userId="a8b9d0e1f239c75f" providerId="LiveId" clId="{E297FC27-9774-4AAE-B428-959B432F1B03}" dt="2026-03-03T00:27:51.260" v="9852" actId="1076"/>
          <ac:spMkLst>
            <pc:docMk/>
            <pc:sldMk cId="1416654696" sldId="270"/>
            <ac:spMk id="20" creationId="{F725E9E3-28F9-49E0-9FC7-046A5D1804E4}"/>
          </ac:spMkLst>
        </pc:spChg>
        <pc:spChg chg="mod">
          <ac:chgData name="Dursun Dashdamirov" userId="a8b9d0e1f239c75f" providerId="LiveId" clId="{E297FC27-9774-4AAE-B428-959B432F1B03}" dt="2026-03-03T00:27:51.260" v="9852" actId="1076"/>
          <ac:spMkLst>
            <pc:docMk/>
            <pc:sldMk cId="1416654696" sldId="270"/>
            <ac:spMk id="22" creationId="{C83879BC-1B5D-457B-9858-17422C4A589E}"/>
          </ac:spMkLst>
        </pc:spChg>
        <pc:spChg chg="mod">
          <ac:chgData name="Dursun Dashdamirov" userId="a8b9d0e1f239c75f" providerId="LiveId" clId="{E297FC27-9774-4AAE-B428-959B432F1B03}" dt="2026-03-03T00:28:42.744" v="9947" actId="20577"/>
          <ac:spMkLst>
            <pc:docMk/>
            <pc:sldMk cId="1416654696" sldId="270"/>
            <ac:spMk id="23" creationId="{16461B63-F815-4746-8160-A8868CEEFBA1}"/>
          </ac:spMkLst>
        </pc:spChg>
        <pc:spChg chg="del mod">
          <ac:chgData name="Dursun Dashdamirov" userId="a8b9d0e1f239c75f" providerId="LiveId" clId="{E297FC27-9774-4AAE-B428-959B432F1B03}" dt="2026-03-03T00:28:25.741" v="9923" actId="478"/>
          <ac:spMkLst>
            <pc:docMk/>
            <pc:sldMk cId="1416654696" sldId="270"/>
            <ac:spMk id="24" creationId="{90D15053-541D-4334-B52F-3E36C1DFBFE5}"/>
          </ac:spMkLst>
        </pc:spChg>
        <pc:spChg chg="mod">
          <ac:chgData name="Dursun Dashdamirov" userId="a8b9d0e1f239c75f" providerId="LiveId" clId="{E297FC27-9774-4AAE-B428-959B432F1B03}" dt="2026-03-03T00:27:43.499" v="9850" actId="1076"/>
          <ac:spMkLst>
            <pc:docMk/>
            <pc:sldMk cId="1416654696" sldId="270"/>
            <ac:spMk id="90" creationId="{82B14274-1E28-47F1-8D99-409562EF1E6C}"/>
          </ac:spMkLst>
        </pc:spChg>
        <pc:grpChg chg="del">
          <ac:chgData name="Dursun Dashdamirov" userId="a8b9d0e1f239c75f" providerId="LiveId" clId="{E297FC27-9774-4AAE-B428-959B432F1B03}" dt="2026-03-03T00:24:17.320" v="9817" actId="33639"/>
          <ac:grpSpMkLst>
            <pc:docMk/>
            <pc:sldMk cId="1416654696" sldId="270"/>
            <ac:grpSpMk id="74" creationId="{A9C6D8A2-0526-4247-8985-D3E5A34E1654}"/>
          </ac:grpSpMkLst>
        </pc:grpChg>
        <pc:graphicFrameChg chg="mod">
          <ac:chgData name="Dursun Dashdamirov" userId="a8b9d0e1f239c75f" providerId="LiveId" clId="{E297FC27-9774-4AAE-B428-959B432F1B03}" dt="2026-03-03T00:27:51.260" v="9852" actId="1076"/>
          <ac:graphicFrameMkLst>
            <pc:docMk/>
            <pc:sldMk cId="1416654696" sldId="270"/>
            <ac:graphicFrameMk id="15" creationId="{8DB71CFC-9DFB-4B92-9EAB-A582F7943758}"/>
          </ac:graphicFrameMkLst>
        </pc:graphicFrameChg>
        <pc:graphicFrameChg chg="mod">
          <ac:chgData name="Dursun Dashdamirov" userId="a8b9d0e1f239c75f" providerId="LiveId" clId="{E297FC27-9774-4AAE-B428-959B432F1B03}" dt="2026-03-03T00:27:51.260" v="9852" actId="1076"/>
          <ac:graphicFrameMkLst>
            <pc:docMk/>
            <pc:sldMk cId="1416654696" sldId="270"/>
            <ac:graphicFrameMk id="21" creationId="{5F71C81B-BB69-4EBF-9212-924005287AE7}"/>
          </ac:graphicFrameMkLst>
        </pc:graphicFrameChg>
        <pc:picChg chg="mod">
          <ac:chgData name="Dursun Dashdamirov" userId="a8b9d0e1f239c75f" providerId="LiveId" clId="{E297FC27-9774-4AAE-B428-959B432F1B03}" dt="2026-03-03T00:27:38.715" v="9849" actId="1076"/>
          <ac:picMkLst>
            <pc:docMk/>
            <pc:sldMk cId="1416654696" sldId="270"/>
            <ac:picMk id="8" creationId="{C444B57C-33CF-4FDF-A4B4-DA3A8F97ACD5}"/>
          </ac:picMkLst>
        </pc:picChg>
        <pc:picChg chg="mod">
          <ac:chgData name="Dursun Dashdamirov" userId="a8b9d0e1f239c75f" providerId="LiveId" clId="{E297FC27-9774-4AAE-B428-959B432F1B03}" dt="2026-03-03T00:27:38.715" v="9849" actId="1076"/>
          <ac:picMkLst>
            <pc:docMk/>
            <pc:sldMk cId="1416654696" sldId="270"/>
            <ac:picMk id="10" creationId="{B5B93CB7-B3C5-4904-98B5-2C2760B99518}"/>
          </ac:picMkLst>
        </pc:picChg>
        <pc:picChg chg="mod">
          <ac:chgData name="Dursun Dashdamirov" userId="a8b9d0e1f239c75f" providerId="LiveId" clId="{E297FC27-9774-4AAE-B428-959B432F1B03}" dt="2026-03-03T00:27:38.715" v="9849" actId="1076"/>
          <ac:picMkLst>
            <pc:docMk/>
            <pc:sldMk cId="1416654696" sldId="270"/>
            <ac:picMk id="12" creationId="{09BEBE3B-73D2-4453-A6D2-4A0291F97751}"/>
          </ac:picMkLst>
        </pc:picChg>
        <pc:picChg chg="mod">
          <ac:chgData name="Dursun Dashdamirov" userId="a8b9d0e1f239c75f" providerId="LiveId" clId="{E297FC27-9774-4AAE-B428-959B432F1B03}" dt="2026-03-03T00:27:38.715" v="9849" actId="1076"/>
          <ac:picMkLst>
            <pc:docMk/>
            <pc:sldMk cId="1416654696" sldId="270"/>
            <ac:picMk id="14" creationId="{F802B0A7-A3EB-49D4-A5DA-8FCFF4536234}"/>
          </ac:picMkLst>
        </pc:picChg>
        <pc:inkChg chg="del">
          <ac:chgData name="Dursun Dashdamirov" userId="a8b9d0e1f239c75f" providerId="LiveId" clId="{E297FC27-9774-4AAE-B428-959B432F1B03}" dt="2026-03-03T00:24:17.320" v="9817" actId="33639"/>
          <ac:inkMkLst>
            <pc:docMk/>
            <pc:sldMk cId="1416654696" sldId="270"/>
            <ac:inkMk id="62" creationId="{7428B5B3-4AF1-4278-8076-3D6C444ECA53}"/>
          </ac:inkMkLst>
        </pc:inkChg>
        <pc:inkChg chg="del">
          <ac:chgData name="Dursun Dashdamirov" userId="a8b9d0e1f239c75f" providerId="LiveId" clId="{E297FC27-9774-4AAE-B428-959B432F1B03}" dt="2026-03-03T00:24:17.320" v="9817" actId="33639"/>
          <ac:inkMkLst>
            <pc:docMk/>
            <pc:sldMk cId="1416654696" sldId="270"/>
            <ac:inkMk id="64" creationId="{1992CA07-BE92-46B4-AEC4-A319F8AE247C}"/>
          </ac:inkMkLst>
        </pc:inkChg>
        <pc:inkChg chg="del">
          <ac:chgData name="Dursun Dashdamirov" userId="a8b9d0e1f239c75f" providerId="LiveId" clId="{E297FC27-9774-4AAE-B428-959B432F1B03}" dt="2026-03-03T00:24:17.320" v="9817" actId="33639"/>
          <ac:inkMkLst>
            <pc:docMk/>
            <pc:sldMk cId="1416654696" sldId="270"/>
            <ac:inkMk id="66" creationId="{4E02496A-4A4C-410E-8778-D0973A0CE053}"/>
          </ac:inkMkLst>
        </pc:inkChg>
        <pc:inkChg chg="del">
          <ac:chgData name="Dursun Dashdamirov" userId="a8b9d0e1f239c75f" providerId="LiveId" clId="{E297FC27-9774-4AAE-B428-959B432F1B03}" dt="2026-03-03T00:24:17.320" v="9817" actId="33639"/>
          <ac:inkMkLst>
            <pc:docMk/>
            <pc:sldMk cId="1416654696" sldId="270"/>
            <ac:inkMk id="67" creationId="{218A809E-6A5D-4E21-98AC-460CA107D63B}"/>
          </ac:inkMkLst>
        </pc:inkChg>
        <pc:inkChg chg="del">
          <ac:chgData name="Dursun Dashdamirov" userId="a8b9d0e1f239c75f" providerId="LiveId" clId="{E297FC27-9774-4AAE-B428-959B432F1B03}" dt="2026-03-03T00:24:17.320" v="9817" actId="33639"/>
          <ac:inkMkLst>
            <pc:docMk/>
            <pc:sldMk cId="1416654696" sldId="270"/>
            <ac:inkMk id="69" creationId="{1017DFD0-1352-44E3-9516-5CCD926760D5}"/>
          </ac:inkMkLst>
        </pc:inkChg>
        <pc:inkChg chg="del topLvl">
          <ac:chgData name="Dursun Dashdamirov" userId="a8b9d0e1f239c75f" providerId="LiveId" clId="{E297FC27-9774-4AAE-B428-959B432F1B03}" dt="2026-03-03T00:24:17.320" v="9817" actId="33639"/>
          <ac:inkMkLst>
            <pc:docMk/>
            <pc:sldMk cId="1416654696" sldId="270"/>
            <ac:inkMk id="73" creationId="{CD95E4F7-01C1-4B1F-9460-9B47BDBB453F}"/>
          </ac:inkMkLst>
        </pc:inkChg>
        <pc:inkChg chg="del">
          <ac:chgData name="Dursun Dashdamirov" userId="a8b9d0e1f239c75f" providerId="LiveId" clId="{E297FC27-9774-4AAE-B428-959B432F1B03}" dt="2026-03-03T00:24:17.320" v="9817" actId="33639"/>
          <ac:inkMkLst>
            <pc:docMk/>
            <pc:sldMk cId="1416654696" sldId="270"/>
            <ac:inkMk id="75" creationId="{424D03C4-D51B-4A43-A05A-8612D555E3BD}"/>
          </ac:inkMkLst>
        </pc:inkChg>
        <pc:inkChg chg="del">
          <ac:chgData name="Dursun Dashdamirov" userId="a8b9d0e1f239c75f" providerId="LiveId" clId="{E297FC27-9774-4AAE-B428-959B432F1B03}" dt="2026-03-03T00:24:17.320" v="9817" actId="33639"/>
          <ac:inkMkLst>
            <pc:docMk/>
            <pc:sldMk cId="1416654696" sldId="270"/>
            <ac:inkMk id="77" creationId="{CC37D82B-8BBC-43A4-AB77-2E2B2D60B85B}"/>
          </ac:inkMkLst>
        </pc:inkChg>
        <pc:inkChg chg="del">
          <ac:chgData name="Dursun Dashdamirov" userId="a8b9d0e1f239c75f" providerId="LiveId" clId="{E297FC27-9774-4AAE-B428-959B432F1B03}" dt="2026-03-03T00:24:17.320" v="9817" actId="33639"/>
          <ac:inkMkLst>
            <pc:docMk/>
            <pc:sldMk cId="1416654696" sldId="270"/>
            <ac:inkMk id="84" creationId="{DB9D4B9F-15DB-4AD7-8EDF-9B5E89E4CC8A}"/>
          </ac:inkMkLst>
        </pc:inkChg>
      </pc:sldChg>
      <pc:sldChg chg="addSp delSp modSp mod ord modTransition">
        <pc:chgData name="Dursun Dashdamirov" userId="a8b9d0e1f239c75f" providerId="LiveId" clId="{E297FC27-9774-4AAE-B428-959B432F1B03}" dt="2026-03-03T00:30:27.502" v="9958" actId="478"/>
        <pc:sldMkLst>
          <pc:docMk/>
          <pc:sldMk cId="4049954954" sldId="278"/>
        </pc:sldMkLst>
        <pc:spChg chg="add mod">
          <ac:chgData name="Dursun Dashdamirov" userId="a8b9d0e1f239c75f" providerId="LiveId" clId="{E297FC27-9774-4AAE-B428-959B432F1B03}" dt="2026-03-01T02:13:02.514" v="7696" actId="113"/>
          <ac:spMkLst>
            <pc:docMk/>
            <pc:sldMk cId="4049954954" sldId="278"/>
            <ac:spMk id="6" creationId="{DBE98513-906D-9AF6-78FE-53C90A980A23}"/>
          </ac:spMkLst>
        </pc:spChg>
        <pc:spChg chg="add mod">
          <ac:chgData name="Dursun Dashdamirov" userId="a8b9d0e1f239c75f" providerId="LiveId" clId="{E297FC27-9774-4AAE-B428-959B432F1B03}" dt="2026-03-01T02:13:15.858" v="7720" actId="113"/>
          <ac:spMkLst>
            <pc:docMk/>
            <pc:sldMk cId="4049954954" sldId="278"/>
            <ac:spMk id="7" creationId="{B1DE01D5-5B57-9972-4241-3C86C366197E}"/>
          </ac:spMkLst>
        </pc:spChg>
        <pc:spChg chg="add mod">
          <ac:chgData name="Dursun Dashdamirov" userId="a8b9d0e1f239c75f" providerId="LiveId" clId="{E297FC27-9774-4AAE-B428-959B432F1B03}" dt="2026-03-01T02:13:36.123" v="7751" actId="1076"/>
          <ac:spMkLst>
            <pc:docMk/>
            <pc:sldMk cId="4049954954" sldId="278"/>
            <ac:spMk id="15" creationId="{5C93BBE5-1225-DAB9-5296-7DE2EE53E6D1}"/>
          </ac:spMkLst>
        </pc:spChg>
        <pc:picChg chg="add mod">
          <ac:chgData name="Dursun Dashdamirov" userId="a8b9d0e1f239c75f" providerId="LiveId" clId="{E297FC27-9774-4AAE-B428-959B432F1B03}" dt="2026-03-01T02:11:38.385" v="7672" actId="1076"/>
          <ac:picMkLst>
            <pc:docMk/>
            <pc:sldMk cId="4049954954" sldId="278"/>
            <ac:picMk id="9" creationId="{56D6A10E-4877-D6D5-3D4F-89D97C477591}"/>
          </ac:picMkLst>
        </pc:picChg>
        <pc:picChg chg="add mod">
          <ac:chgData name="Dursun Dashdamirov" userId="a8b9d0e1f239c75f" providerId="LiveId" clId="{E297FC27-9774-4AAE-B428-959B432F1B03}" dt="2026-03-01T02:11:34.316" v="7670" actId="1076"/>
          <ac:picMkLst>
            <pc:docMk/>
            <pc:sldMk cId="4049954954" sldId="278"/>
            <ac:picMk id="10" creationId="{99199477-24F0-EA04-907B-594DE78BC6AD}"/>
          </ac:picMkLst>
        </pc:picChg>
        <pc:inkChg chg="add del">
          <ac:chgData name="Dursun Dashdamirov" userId="a8b9d0e1f239c75f" providerId="LiveId" clId="{E297FC27-9774-4AAE-B428-959B432F1B03}" dt="2026-03-03T00:24:17.320" v="9817" actId="33639"/>
          <ac:inkMkLst>
            <pc:docMk/>
            <pc:sldMk cId="4049954954" sldId="278"/>
            <ac:inkMk id="3" creationId="{373A6FBE-A150-D103-D25D-2169E1387EBB}"/>
          </ac:inkMkLst>
        </pc:inkChg>
        <pc:cxnChg chg="del">
          <ac:chgData name="Dursun Dashdamirov" userId="a8b9d0e1f239c75f" providerId="LiveId" clId="{E297FC27-9774-4AAE-B428-959B432F1B03}" dt="2026-03-03T00:30:25.765" v="9956" actId="478"/>
          <ac:cxnSpMkLst>
            <pc:docMk/>
            <pc:sldMk cId="4049954954" sldId="278"/>
            <ac:cxnSpMk id="11" creationId="{090DC29A-97C8-C071-C424-1FD71946F641}"/>
          </ac:cxnSpMkLst>
        </pc:cxnChg>
        <pc:cxnChg chg="del">
          <ac:chgData name="Dursun Dashdamirov" userId="a8b9d0e1f239c75f" providerId="LiveId" clId="{E297FC27-9774-4AAE-B428-959B432F1B03}" dt="2026-03-03T00:30:26.868" v="9957" actId="478"/>
          <ac:cxnSpMkLst>
            <pc:docMk/>
            <pc:sldMk cId="4049954954" sldId="278"/>
            <ac:cxnSpMk id="12" creationId="{75C82F59-B0E8-9C46-435F-4E75130B734C}"/>
          </ac:cxnSpMkLst>
        </pc:cxnChg>
        <pc:cxnChg chg="del">
          <ac:chgData name="Dursun Dashdamirov" userId="a8b9d0e1f239c75f" providerId="LiveId" clId="{E297FC27-9774-4AAE-B428-959B432F1B03}" dt="2026-03-03T00:30:27.502" v="9958" actId="478"/>
          <ac:cxnSpMkLst>
            <pc:docMk/>
            <pc:sldMk cId="4049954954" sldId="278"/>
            <ac:cxnSpMk id="13" creationId="{34B6E072-37BA-A1C7-6954-6C4A47FCA027}"/>
          </ac:cxnSpMkLst>
        </pc:cxnChg>
      </pc:sldChg>
      <pc:sldChg chg="modSp mod modTransition">
        <pc:chgData name="Dursun Dashdamirov" userId="a8b9d0e1f239c75f" providerId="LiveId" clId="{E297FC27-9774-4AAE-B428-959B432F1B03}" dt="2026-02-24T00:04:17.698" v="3983" actId="13926"/>
        <pc:sldMkLst>
          <pc:docMk/>
          <pc:sldMk cId="2450118650" sldId="305"/>
        </pc:sldMkLst>
        <pc:spChg chg="mod">
          <ac:chgData name="Dursun Dashdamirov" userId="a8b9d0e1f239c75f" providerId="LiveId" clId="{E297FC27-9774-4AAE-B428-959B432F1B03}" dt="2026-02-24T00:04:17.698" v="3983" actId="13926"/>
          <ac:spMkLst>
            <pc:docMk/>
            <pc:sldMk cId="2450118650" sldId="305"/>
            <ac:spMk id="6" creationId="{93AA4E21-D0B2-81E6-432D-8F686C9E5927}"/>
          </ac:spMkLst>
        </pc:spChg>
      </pc:sldChg>
      <pc:sldChg chg="addSp delSp modSp mod modTransition">
        <pc:chgData name="Dursun Dashdamirov" userId="a8b9d0e1f239c75f" providerId="LiveId" clId="{E297FC27-9774-4AAE-B428-959B432F1B03}" dt="2026-03-01T06:52:09.881" v="9639" actId="20577"/>
        <pc:sldMkLst>
          <pc:docMk/>
          <pc:sldMk cId="349635287" sldId="317"/>
        </pc:sldMkLst>
        <pc:spChg chg="mod">
          <ac:chgData name="Dursun Dashdamirov" userId="a8b9d0e1f239c75f" providerId="LiveId" clId="{E297FC27-9774-4AAE-B428-959B432F1B03}" dt="2026-03-01T06:52:09.881" v="9639" actId="20577"/>
          <ac:spMkLst>
            <pc:docMk/>
            <pc:sldMk cId="349635287" sldId="317"/>
            <ac:spMk id="8" creationId="{FDB994A0-2106-6A73-A1F2-B386900A0C71}"/>
          </ac:spMkLst>
        </pc:spChg>
        <pc:picChg chg="add mod modCrop">
          <ac:chgData name="Dursun Dashdamirov" userId="a8b9d0e1f239c75f" providerId="LiveId" clId="{E297FC27-9774-4AAE-B428-959B432F1B03}" dt="2026-02-15T06:09:56.033" v="2798" actId="1076"/>
          <ac:picMkLst>
            <pc:docMk/>
            <pc:sldMk cId="349635287" sldId="317"/>
            <ac:picMk id="10" creationId="{A22B75EE-78AE-7FF5-F1B0-8A89582FA4DB}"/>
          </ac:picMkLst>
        </pc:picChg>
      </pc:sldChg>
      <pc:sldChg chg="add del">
        <pc:chgData name="Dursun Dashdamirov" userId="a8b9d0e1f239c75f" providerId="LiveId" clId="{E297FC27-9774-4AAE-B428-959B432F1B03}" dt="2026-03-03T00:23:19.013" v="9786" actId="47"/>
        <pc:sldMkLst>
          <pc:docMk/>
          <pc:sldMk cId="4015931990" sldId="318"/>
        </pc:sldMkLst>
      </pc:sldChg>
      <pc:sldChg chg="addSp delSp modSp del mod modTransition">
        <pc:chgData name="Dursun Dashdamirov" userId="a8b9d0e1f239c75f" providerId="LiveId" clId="{E297FC27-9774-4AAE-B428-959B432F1B03}" dt="2026-03-03T00:24:47.820" v="9823" actId="47"/>
        <pc:sldMkLst>
          <pc:docMk/>
          <pc:sldMk cId="3161932280" sldId="328"/>
        </pc:sldMkLst>
      </pc:sldChg>
      <pc:sldChg chg="modSp del mod modTransition">
        <pc:chgData name="Dursun Dashdamirov" userId="a8b9d0e1f239c75f" providerId="LiveId" clId="{E297FC27-9774-4AAE-B428-959B432F1B03}" dt="2026-03-03T00:24:45.998" v="9821" actId="47"/>
        <pc:sldMkLst>
          <pc:docMk/>
          <pc:sldMk cId="521656389" sldId="329"/>
        </pc:sldMkLst>
      </pc:sldChg>
      <pc:sldChg chg="modSp del mod modTransition modNotesTx">
        <pc:chgData name="Dursun Dashdamirov" userId="a8b9d0e1f239c75f" providerId="LiveId" clId="{E297FC27-9774-4AAE-B428-959B432F1B03}" dt="2026-03-03T00:24:46.952" v="9822" actId="47"/>
        <pc:sldMkLst>
          <pc:docMk/>
          <pc:sldMk cId="2837165759" sldId="330"/>
        </pc:sldMkLst>
      </pc:sldChg>
      <pc:sldChg chg="addSp delSp modSp add del mod ord modNotesTx">
        <pc:chgData name="Dursun Dashdamirov" userId="a8b9d0e1f239c75f" providerId="LiveId" clId="{E297FC27-9774-4AAE-B428-959B432F1B03}" dt="2026-03-03T00:24:34.686" v="9820" actId="47"/>
        <pc:sldMkLst>
          <pc:docMk/>
          <pc:sldMk cId="189040840" sldId="339"/>
        </pc:sldMkLst>
      </pc:sldChg>
      <pc:sldChg chg="addSp delSp modSp add del mod ord">
        <pc:chgData name="Dursun Dashdamirov" userId="a8b9d0e1f239c75f" providerId="LiveId" clId="{E297FC27-9774-4AAE-B428-959B432F1B03}" dt="2026-03-03T00:24:50.372" v="9825" actId="47"/>
        <pc:sldMkLst>
          <pc:docMk/>
          <pc:sldMk cId="3539660192" sldId="340"/>
        </pc:sldMkLst>
      </pc:sldChg>
      <pc:sldChg chg="addSp delSp modSp add mod ord modNotesTx">
        <pc:chgData name="Dursun Dashdamirov" userId="a8b9d0e1f239c75f" providerId="LiveId" clId="{E297FC27-9774-4AAE-B428-959B432F1B03}" dt="2026-03-03T00:24:17.320" v="9817" actId="33639"/>
        <pc:sldMkLst>
          <pc:docMk/>
          <pc:sldMk cId="556367839" sldId="341"/>
        </pc:sldMkLst>
        <pc:spChg chg="add mod">
          <ac:chgData name="Dursun Dashdamirov" userId="a8b9d0e1f239c75f" providerId="LiveId" clId="{E297FC27-9774-4AAE-B428-959B432F1B03}" dt="2026-02-28T01:11:26.125" v="4876" actId="1076"/>
          <ac:spMkLst>
            <pc:docMk/>
            <pc:sldMk cId="556367839" sldId="341"/>
            <ac:spMk id="2" creationId="{EC2DF031-D058-D778-6DF3-2CC0CEDAC804}"/>
          </ac:spMkLst>
        </pc:spChg>
        <pc:spChg chg="mod">
          <ac:chgData name="Dursun Dashdamirov" userId="a8b9d0e1f239c75f" providerId="LiveId" clId="{E297FC27-9774-4AAE-B428-959B432F1B03}" dt="2026-02-28T01:14:02.553" v="4900" actId="1076"/>
          <ac:spMkLst>
            <pc:docMk/>
            <pc:sldMk cId="556367839" sldId="341"/>
            <ac:spMk id="3" creationId="{DE0E10FA-9122-A762-8C3A-CD5801B41446}"/>
          </ac:spMkLst>
        </pc:spChg>
        <pc:spChg chg="mod">
          <ac:chgData name="Dursun Dashdamirov" userId="a8b9d0e1f239c75f" providerId="LiveId" clId="{E297FC27-9774-4AAE-B428-959B432F1B03}" dt="2026-02-24T00:02:28.898" v="3920" actId="20577"/>
          <ac:spMkLst>
            <pc:docMk/>
            <pc:sldMk cId="556367839" sldId="341"/>
            <ac:spMk id="5" creationId="{74A3C2BA-75DE-D4C8-B142-1F3CE13A81B2}"/>
          </ac:spMkLst>
        </pc:spChg>
        <pc:spChg chg="add mod">
          <ac:chgData name="Dursun Dashdamirov" userId="a8b9d0e1f239c75f" providerId="LiveId" clId="{E297FC27-9774-4AAE-B428-959B432F1B03}" dt="2026-02-28T01:11:55.432" v="4889" actId="1076"/>
          <ac:spMkLst>
            <pc:docMk/>
            <pc:sldMk cId="556367839" sldId="341"/>
            <ac:spMk id="7" creationId="{D43971FA-E3BC-997E-6BFC-847659AA04FB}"/>
          </ac:spMkLst>
        </pc:spChg>
        <pc:spChg chg="add mod">
          <ac:chgData name="Dursun Dashdamirov" userId="a8b9d0e1f239c75f" providerId="LiveId" clId="{E297FC27-9774-4AAE-B428-959B432F1B03}" dt="2026-02-28T01:13:57.890" v="4899" actId="14100"/>
          <ac:spMkLst>
            <pc:docMk/>
            <pc:sldMk cId="556367839" sldId="341"/>
            <ac:spMk id="9" creationId="{B9ED4AB6-CDA0-0BCC-2E7E-68A24F6534C7}"/>
          </ac:spMkLst>
        </pc:spChg>
        <pc:grpChg chg="add mod">
          <ac:chgData name="Dursun Dashdamirov" userId="a8b9d0e1f239c75f" providerId="LiveId" clId="{E297FC27-9774-4AAE-B428-959B432F1B03}" dt="2026-02-28T01:11:26.125" v="4876" actId="1076"/>
          <ac:grpSpMkLst>
            <pc:docMk/>
            <pc:sldMk cId="556367839" sldId="341"/>
            <ac:grpSpMk id="4" creationId="{30890D85-F7CC-65E0-8189-88B2B94FD389}"/>
          </ac:grpSpMkLst>
        </pc:grpChg>
        <pc:picChg chg="add mod">
          <ac:chgData name="Dursun Dashdamirov" userId="a8b9d0e1f239c75f" providerId="LiveId" clId="{E297FC27-9774-4AAE-B428-959B432F1B03}" dt="2026-02-28T01:11:26.125" v="4876" actId="1076"/>
          <ac:picMkLst>
            <pc:docMk/>
            <pc:sldMk cId="556367839" sldId="341"/>
            <ac:picMk id="1026" creationId="{6E7B1288-63F1-7996-33C4-D90BBFA25414}"/>
          </ac:picMkLst>
        </pc:picChg>
        <pc:inkChg chg="add del">
          <ac:chgData name="Dursun Dashdamirov" userId="a8b9d0e1f239c75f" providerId="LiveId" clId="{E297FC27-9774-4AAE-B428-959B432F1B03}" dt="2026-03-03T00:24:17.320" v="9817" actId="33639"/>
          <ac:inkMkLst>
            <pc:docMk/>
            <pc:sldMk cId="556367839" sldId="341"/>
            <ac:inkMk id="6" creationId="{E50618C5-A458-4E4C-8462-FD8EE92D9941}"/>
          </ac:inkMkLst>
        </pc:inkChg>
      </pc:sldChg>
      <pc:sldChg chg="addSp delSp modSp add mod">
        <pc:chgData name="Dursun Dashdamirov" userId="a8b9d0e1f239c75f" providerId="LiveId" clId="{E297FC27-9774-4AAE-B428-959B432F1B03}" dt="2026-03-03T00:24:17.320" v="9817" actId="33639"/>
        <pc:sldMkLst>
          <pc:docMk/>
          <pc:sldMk cId="878325880" sldId="343"/>
        </pc:sldMkLst>
        <pc:spChg chg="add mod">
          <ac:chgData name="Dursun Dashdamirov" userId="a8b9d0e1f239c75f" providerId="LiveId" clId="{E297FC27-9774-4AAE-B428-959B432F1B03}" dt="2026-03-01T06:20:00.456" v="9187" actId="1076"/>
          <ac:spMkLst>
            <pc:docMk/>
            <pc:sldMk cId="878325880" sldId="343"/>
            <ac:spMk id="2" creationId="{B9EB7901-5244-4AED-D537-6E2C45CA6623}"/>
          </ac:spMkLst>
        </pc:spChg>
        <pc:spChg chg="mod">
          <ac:chgData name="Dursun Dashdamirov" userId="a8b9d0e1f239c75f" providerId="LiveId" clId="{E297FC27-9774-4AAE-B428-959B432F1B03}" dt="2026-02-28T01:20:03.723" v="4980" actId="2711"/>
          <ac:spMkLst>
            <pc:docMk/>
            <pc:sldMk cId="878325880" sldId="343"/>
            <ac:spMk id="3" creationId="{5755C581-79F7-1594-9181-279E36015B44}"/>
          </ac:spMkLst>
        </pc:spChg>
        <pc:spChg chg="mod">
          <ac:chgData name="Dursun Dashdamirov" userId="a8b9d0e1f239c75f" providerId="LiveId" clId="{E297FC27-9774-4AAE-B428-959B432F1B03}" dt="2026-02-28T01:18:52.056" v="4965" actId="1076"/>
          <ac:spMkLst>
            <pc:docMk/>
            <pc:sldMk cId="878325880" sldId="343"/>
            <ac:spMk id="5" creationId="{57029546-7C29-6095-E8CE-0944F4388270}"/>
          </ac:spMkLst>
        </pc:spChg>
        <pc:spChg chg="add mod">
          <ac:chgData name="Dursun Dashdamirov" userId="a8b9d0e1f239c75f" providerId="LiveId" clId="{E297FC27-9774-4AAE-B428-959B432F1B03}" dt="2026-02-28T01:23:38.533" v="4983" actId="1076"/>
          <ac:spMkLst>
            <pc:docMk/>
            <pc:sldMk cId="878325880" sldId="343"/>
            <ac:spMk id="6" creationId="{B002690D-B038-5055-612A-D8B520926E1B}"/>
          </ac:spMkLst>
        </pc:spChg>
        <pc:spChg chg="add mod">
          <ac:chgData name="Dursun Dashdamirov" userId="a8b9d0e1f239c75f" providerId="LiveId" clId="{E297FC27-9774-4AAE-B428-959B432F1B03}" dt="2026-02-28T01:25:36.437" v="5113" actId="14100"/>
          <ac:spMkLst>
            <pc:docMk/>
            <pc:sldMk cId="878325880" sldId="343"/>
            <ac:spMk id="7" creationId="{648B8B70-F540-6165-C6DC-764128A2BE14}"/>
          </ac:spMkLst>
        </pc:spChg>
        <pc:spChg chg="add mod">
          <ac:chgData name="Dursun Dashdamirov" userId="a8b9d0e1f239c75f" providerId="LiveId" clId="{E297FC27-9774-4AAE-B428-959B432F1B03}" dt="2026-03-01T14:15:38.826" v="9705" actId="1076"/>
          <ac:spMkLst>
            <pc:docMk/>
            <pc:sldMk cId="878325880" sldId="343"/>
            <ac:spMk id="9" creationId="{4E539445-7BEF-D8DA-51AC-F21B9596C6D3}"/>
          </ac:spMkLst>
        </pc:spChg>
        <pc:spChg chg="add mod">
          <ac:chgData name="Dursun Dashdamirov" userId="a8b9d0e1f239c75f" providerId="LiveId" clId="{E297FC27-9774-4AAE-B428-959B432F1B03}" dt="2026-02-28T01:25:40.704" v="5114" actId="1076"/>
          <ac:spMkLst>
            <pc:docMk/>
            <pc:sldMk cId="878325880" sldId="343"/>
            <ac:spMk id="13" creationId="{BF3C36BD-5A8D-BD38-CEEF-ACAAE8671ED1}"/>
          </ac:spMkLst>
        </pc:spChg>
        <pc:spChg chg="add mod">
          <ac:chgData name="Dursun Dashdamirov" userId="a8b9d0e1f239c75f" providerId="LiveId" clId="{E297FC27-9774-4AAE-B428-959B432F1B03}" dt="2026-03-01T14:15:47.942" v="9719" actId="20577"/>
          <ac:spMkLst>
            <pc:docMk/>
            <pc:sldMk cId="878325880" sldId="343"/>
            <ac:spMk id="16" creationId="{A10E16C9-B3CB-5E05-28AB-86E311D362EE}"/>
          </ac:spMkLst>
        </pc:spChg>
        <pc:spChg chg="add mod">
          <ac:chgData name="Dursun Dashdamirov" userId="a8b9d0e1f239c75f" providerId="LiveId" clId="{E297FC27-9774-4AAE-B428-959B432F1B03}" dt="2026-03-01T14:15:59.184" v="9732" actId="1076"/>
          <ac:spMkLst>
            <pc:docMk/>
            <pc:sldMk cId="878325880" sldId="343"/>
            <ac:spMk id="17" creationId="{00B4D963-3E19-E2A2-1B84-6FEFE941D99A}"/>
          </ac:spMkLst>
        </pc:spChg>
        <pc:spChg chg="mod">
          <ac:chgData name="Dursun Dashdamirov" userId="a8b9d0e1f239c75f" providerId="LiveId" clId="{E297FC27-9774-4AAE-B428-959B432F1B03}" dt="2026-03-01T14:42:46.776" v="9733" actId="20577"/>
          <ac:spMkLst>
            <pc:docMk/>
            <pc:sldMk cId="878325880" sldId="343"/>
            <ac:spMk id="18" creationId="{E38D9A33-A462-625A-E087-AA1351D3EBA8}"/>
          </ac:spMkLst>
        </pc:spChg>
        <pc:spChg chg="add mod">
          <ac:chgData name="Dursun Dashdamirov" userId="a8b9d0e1f239c75f" providerId="LiveId" clId="{E297FC27-9774-4AAE-B428-959B432F1B03}" dt="2026-03-01T06:20:00.456" v="9187" actId="1076"/>
          <ac:spMkLst>
            <pc:docMk/>
            <pc:sldMk cId="878325880" sldId="343"/>
            <ac:spMk id="19" creationId="{F3501640-02D4-46F6-9B6F-FFCCE7E874DF}"/>
          </ac:spMkLst>
        </pc:spChg>
        <pc:spChg chg="add mod">
          <ac:chgData name="Dursun Dashdamirov" userId="a8b9d0e1f239c75f" providerId="LiveId" clId="{E297FC27-9774-4AAE-B428-959B432F1B03}" dt="2026-03-01T06:20:00.456" v="9187" actId="1076"/>
          <ac:spMkLst>
            <pc:docMk/>
            <pc:sldMk cId="878325880" sldId="343"/>
            <ac:spMk id="22" creationId="{898364F4-C28E-E22A-8699-F9555EA1F3FE}"/>
          </ac:spMkLst>
        </pc:spChg>
        <pc:spChg chg="add mod">
          <ac:chgData name="Dursun Dashdamirov" userId="a8b9d0e1f239c75f" providerId="LiveId" clId="{E297FC27-9774-4AAE-B428-959B432F1B03}" dt="2026-03-01T06:20:28.754" v="9222" actId="20577"/>
          <ac:spMkLst>
            <pc:docMk/>
            <pc:sldMk cId="878325880" sldId="343"/>
            <ac:spMk id="23" creationId="{BD505814-A89D-1830-C78D-677125D8788C}"/>
          </ac:spMkLst>
        </pc:spChg>
        <pc:spChg chg="add del mod">
          <ac:chgData name="Dursun Dashdamirov" userId="a8b9d0e1f239c75f" providerId="LiveId" clId="{E297FC27-9774-4AAE-B428-959B432F1B03}" dt="2026-03-01T06:20:37.781" v="9225" actId="20577"/>
          <ac:spMkLst>
            <pc:docMk/>
            <pc:sldMk cId="878325880" sldId="343"/>
            <ac:spMk id="29" creationId="{EEC47621-A6E7-EE92-ADB7-7E35CDC1F7EB}"/>
          </ac:spMkLst>
        </pc:spChg>
        <pc:spChg chg="mod">
          <ac:chgData name="Dursun Dashdamirov" userId="a8b9d0e1f239c75f" providerId="LiveId" clId="{E297FC27-9774-4AAE-B428-959B432F1B03}" dt="2026-03-01T06:20:05.178" v="9192" actId="20577"/>
          <ac:spMkLst>
            <pc:docMk/>
            <pc:sldMk cId="878325880" sldId="343"/>
            <ac:spMk id="34" creationId="{EE0740B3-2971-5141-BEDE-46AA8BD01270}"/>
          </ac:spMkLst>
        </pc:spChg>
        <pc:spChg chg="add mod">
          <ac:chgData name="Dursun Dashdamirov" userId="a8b9d0e1f239c75f" providerId="LiveId" clId="{E297FC27-9774-4AAE-B428-959B432F1B03}" dt="2026-03-01T06:20:40.012" v="9226" actId="20577"/>
          <ac:spMkLst>
            <pc:docMk/>
            <pc:sldMk cId="878325880" sldId="343"/>
            <ac:spMk id="36" creationId="{F493C4D1-7C4A-842C-17DE-D5425AA8E5C5}"/>
          </ac:spMkLst>
        </pc:spChg>
        <pc:spChg chg="add mod">
          <ac:chgData name="Dursun Dashdamirov" userId="a8b9d0e1f239c75f" providerId="LiveId" clId="{E297FC27-9774-4AAE-B428-959B432F1B03}" dt="2026-03-01T06:20:00.456" v="9187" actId="1076"/>
          <ac:spMkLst>
            <pc:docMk/>
            <pc:sldMk cId="878325880" sldId="343"/>
            <ac:spMk id="39" creationId="{AB461B45-06D1-0AAC-B98B-9DA386A7F01A}"/>
          </ac:spMkLst>
        </pc:spChg>
        <pc:spChg chg="add mod">
          <ac:chgData name="Dursun Dashdamirov" userId="a8b9d0e1f239c75f" providerId="LiveId" clId="{E297FC27-9774-4AAE-B428-959B432F1B03}" dt="2026-03-01T06:20:00.456" v="9187" actId="1076"/>
          <ac:spMkLst>
            <pc:docMk/>
            <pc:sldMk cId="878325880" sldId="343"/>
            <ac:spMk id="40" creationId="{48E10767-DAB5-F4AE-2373-CFC0882FAE48}"/>
          </ac:spMkLst>
        </pc:spChg>
        <pc:spChg chg="add mod">
          <ac:chgData name="Dursun Dashdamirov" userId="a8b9d0e1f239c75f" providerId="LiveId" clId="{E297FC27-9774-4AAE-B428-959B432F1B03}" dt="2026-03-01T06:20:00.456" v="9187" actId="1076"/>
          <ac:spMkLst>
            <pc:docMk/>
            <pc:sldMk cId="878325880" sldId="343"/>
            <ac:spMk id="41" creationId="{E33B3EA0-4E76-8306-7F9B-227E3173217D}"/>
          </ac:spMkLst>
        </pc:spChg>
        <pc:spChg chg="add mod">
          <ac:chgData name="Dursun Dashdamirov" userId="a8b9d0e1f239c75f" providerId="LiveId" clId="{E297FC27-9774-4AAE-B428-959B432F1B03}" dt="2026-03-01T06:20:20.670" v="9205" actId="207"/>
          <ac:spMkLst>
            <pc:docMk/>
            <pc:sldMk cId="878325880" sldId="343"/>
            <ac:spMk id="43" creationId="{F095486D-9A10-7EB7-4ACC-92BC1D4BE6C0}"/>
          </ac:spMkLst>
        </pc:spChg>
        <pc:spChg chg="mod">
          <ac:chgData name="Dursun Dashdamirov" userId="a8b9d0e1f239c75f" providerId="LiveId" clId="{E297FC27-9774-4AAE-B428-959B432F1B03}" dt="2026-03-01T06:20:17.057" v="9204" actId="20577"/>
          <ac:spMkLst>
            <pc:docMk/>
            <pc:sldMk cId="878325880" sldId="343"/>
            <ac:spMk id="44" creationId="{5E26296E-3C71-9133-580F-F28CA7091428}"/>
          </ac:spMkLst>
        </pc:spChg>
        <pc:graphicFrameChg chg="add mod modGraphic">
          <ac:chgData name="Dursun Dashdamirov" userId="a8b9d0e1f239c75f" providerId="LiveId" clId="{E297FC27-9774-4AAE-B428-959B432F1B03}" dt="2026-03-01T06:20:55.924" v="9228" actId="20577"/>
          <ac:graphicFrameMkLst>
            <pc:docMk/>
            <pc:sldMk cId="878325880" sldId="343"/>
            <ac:graphicFrameMk id="4" creationId="{427B8471-A176-7BD5-9A32-09AC950D1DFF}"/>
          </ac:graphicFrameMkLst>
        </pc:graphicFrameChg>
        <pc:graphicFrameChg chg="add mod modGraphic">
          <ac:chgData name="Dursun Dashdamirov" userId="a8b9d0e1f239c75f" providerId="LiveId" clId="{E297FC27-9774-4AAE-B428-959B432F1B03}" dt="2026-03-01T06:20:54.629" v="9227" actId="20577"/>
          <ac:graphicFrameMkLst>
            <pc:docMk/>
            <pc:sldMk cId="878325880" sldId="343"/>
            <ac:graphicFrameMk id="11" creationId="{D915DEF1-0A3C-F2ED-450D-D94220EDA6D4}"/>
          </ac:graphicFrameMkLst>
        </pc:graphicFrameChg>
        <pc:graphicFrameChg chg="add mod modGraphic">
          <ac:chgData name="Dursun Dashdamirov" userId="a8b9d0e1f239c75f" providerId="LiveId" clId="{E297FC27-9774-4AAE-B428-959B432F1B03}" dt="2026-02-28T02:19:48.497" v="6501" actId="20577"/>
          <ac:graphicFrameMkLst>
            <pc:docMk/>
            <pc:sldMk cId="878325880" sldId="343"/>
            <ac:graphicFrameMk id="33" creationId="{593F5EFE-81C3-76B7-BCC7-2F8B25FA41B1}"/>
          </ac:graphicFrameMkLst>
        </pc:graphicFrameChg>
        <pc:inkChg chg="add del">
          <ac:chgData name="Dursun Dashdamirov" userId="a8b9d0e1f239c75f" providerId="LiveId" clId="{E297FC27-9774-4AAE-B428-959B432F1B03}" dt="2026-03-03T00:24:17.320" v="9817" actId="33639"/>
          <ac:inkMkLst>
            <pc:docMk/>
            <pc:sldMk cId="878325880" sldId="343"/>
            <ac:inkMk id="20" creationId="{BD0A3E88-2575-E7B7-867D-54D0FEACB99A}"/>
          </ac:inkMkLst>
        </pc:inkChg>
      </pc:sldChg>
      <pc:sldChg chg="addSp delSp modSp add mod modNotesTx">
        <pc:chgData name="Dursun Dashdamirov" userId="a8b9d0e1f239c75f" providerId="LiveId" clId="{E297FC27-9774-4AAE-B428-959B432F1B03}" dt="2026-03-01T06:15:27.800" v="9148" actId="1076"/>
        <pc:sldMkLst>
          <pc:docMk/>
          <pc:sldMk cId="903074156" sldId="344"/>
        </pc:sldMkLst>
        <pc:spChg chg="mod">
          <ac:chgData name="Dursun Dashdamirov" userId="a8b9d0e1f239c75f" providerId="LiveId" clId="{E297FC27-9774-4AAE-B428-959B432F1B03}" dt="2026-03-01T06:10:40.222" v="8962" actId="20577"/>
          <ac:spMkLst>
            <pc:docMk/>
            <pc:sldMk cId="903074156" sldId="344"/>
            <ac:spMk id="3" creationId="{96927E84-CF7E-1535-A3A5-7D2839A53625}"/>
          </ac:spMkLst>
        </pc:spChg>
        <pc:spChg chg="mod">
          <ac:chgData name="Dursun Dashdamirov" userId="a8b9d0e1f239c75f" providerId="LiveId" clId="{E297FC27-9774-4AAE-B428-959B432F1B03}" dt="2026-03-01T05:56:41.519" v="8565" actId="2711"/>
          <ac:spMkLst>
            <pc:docMk/>
            <pc:sldMk cId="903074156" sldId="344"/>
            <ac:spMk id="5" creationId="{46414BF4-638F-890C-8C5A-C1317DD879B1}"/>
          </ac:spMkLst>
        </pc:spChg>
        <pc:spChg chg="add mod">
          <ac:chgData name="Dursun Dashdamirov" userId="a8b9d0e1f239c75f" providerId="LiveId" clId="{E297FC27-9774-4AAE-B428-959B432F1B03}" dt="2026-03-01T06:15:27.800" v="9148" actId="1076"/>
          <ac:spMkLst>
            <pc:docMk/>
            <pc:sldMk cId="903074156" sldId="344"/>
            <ac:spMk id="6" creationId="{B4D65CF6-DB5A-A26B-FB21-BE6479C161EA}"/>
          </ac:spMkLst>
        </pc:spChg>
        <pc:spChg chg="add mod">
          <ac:chgData name="Dursun Dashdamirov" userId="a8b9d0e1f239c75f" providerId="LiveId" clId="{E297FC27-9774-4AAE-B428-959B432F1B03}" dt="2026-03-01T05:56:53.880" v="8567" actId="14100"/>
          <ac:spMkLst>
            <pc:docMk/>
            <pc:sldMk cId="903074156" sldId="344"/>
            <ac:spMk id="14" creationId="{D3942ED5-D051-74BF-1709-FFB388B453A2}"/>
          </ac:spMkLst>
        </pc:spChg>
        <pc:spChg chg="add mod">
          <ac:chgData name="Dursun Dashdamirov" userId="a8b9d0e1f239c75f" providerId="LiveId" clId="{E297FC27-9774-4AAE-B428-959B432F1B03}" dt="2026-03-01T05:56:55.393" v="8568" actId="14100"/>
          <ac:spMkLst>
            <pc:docMk/>
            <pc:sldMk cId="903074156" sldId="344"/>
            <ac:spMk id="16" creationId="{6D2BB5C6-0DD8-880C-D2D7-D044AA69DDE5}"/>
          </ac:spMkLst>
        </pc:spChg>
        <pc:spChg chg="add mod">
          <ac:chgData name="Dursun Dashdamirov" userId="a8b9d0e1f239c75f" providerId="LiveId" clId="{E297FC27-9774-4AAE-B428-959B432F1B03}" dt="2026-03-01T05:56:57.475" v="8570" actId="14100"/>
          <ac:spMkLst>
            <pc:docMk/>
            <pc:sldMk cId="903074156" sldId="344"/>
            <ac:spMk id="18" creationId="{150694F0-C015-14F6-7850-1F96EC0DA83A}"/>
          </ac:spMkLst>
        </pc:spChg>
        <pc:spChg chg="add mod">
          <ac:chgData name="Dursun Dashdamirov" userId="a8b9d0e1f239c75f" providerId="LiveId" clId="{E297FC27-9774-4AAE-B428-959B432F1B03}" dt="2026-03-01T05:56:56.123" v="8569" actId="1076"/>
          <ac:spMkLst>
            <pc:docMk/>
            <pc:sldMk cId="903074156" sldId="344"/>
            <ac:spMk id="28" creationId="{9F215A7E-23A0-63E2-F44E-E20A42D636FF}"/>
          </ac:spMkLst>
        </pc:spChg>
        <pc:spChg chg="add mod">
          <ac:chgData name="Dursun Dashdamirov" userId="a8b9d0e1f239c75f" providerId="LiveId" clId="{E297FC27-9774-4AAE-B428-959B432F1B03}" dt="2026-03-01T02:38:51.440" v="8363" actId="1076"/>
          <ac:spMkLst>
            <pc:docMk/>
            <pc:sldMk cId="903074156" sldId="344"/>
            <ac:spMk id="41" creationId="{9B89BFE2-7D24-D5EC-4643-E8CCF8FDD146}"/>
          </ac:spMkLst>
        </pc:spChg>
        <pc:spChg chg="add mod">
          <ac:chgData name="Dursun Dashdamirov" userId="a8b9d0e1f239c75f" providerId="LiveId" clId="{E297FC27-9774-4AAE-B428-959B432F1B03}" dt="2026-03-01T02:40:01.463" v="8383" actId="1076"/>
          <ac:spMkLst>
            <pc:docMk/>
            <pc:sldMk cId="903074156" sldId="344"/>
            <ac:spMk id="45" creationId="{52316A1C-7DCC-22F5-296D-7A54B9432AC4}"/>
          </ac:spMkLst>
        </pc:spChg>
        <pc:spChg chg="add mod">
          <ac:chgData name="Dursun Dashdamirov" userId="a8b9d0e1f239c75f" providerId="LiveId" clId="{E297FC27-9774-4AAE-B428-959B432F1B03}" dt="2026-03-01T02:38:59.110" v="8367" actId="1076"/>
          <ac:spMkLst>
            <pc:docMk/>
            <pc:sldMk cId="903074156" sldId="344"/>
            <ac:spMk id="46" creationId="{1CEBCE86-0D86-0231-ADAF-3C63655FC5FD}"/>
          </ac:spMkLst>
        </pc:spChg>
        <pc:spChg chg="add mod">
          <ac:chgData name="Dursun Dashdamirov" userId="a8b9d0e1f239c75f" providerId="LiveId" clId="{E297FC27-9774-4AAE-B428-959B432F1B03}" dt="2026-03-01T05:57:10.243" v="8576" actId="14100"/>
          <ac:spMkLst>
            <pc:docMk/>
            <pc:sldMk cId="903074156" sldId="344"/>
            <ac:spMk id="55" creationId="{4AB25BF7-C421-85B7-006A-AC0894A3E250}"/>
          </ac:spMkLst>
        </pc:spChg>
        <pc:spChg chg="add mod">
          <ac:chgData name="Dursun Dashdamirov" userId="a8b9d0e1f239c75f" providerId="LiveId" clId="{E297FC27-9774-4AAE-B428-959B432F1B03}" dt="2026-03-01T05:57:12.380" v="8577" actId="14100"/>
          <ac:spMkLst>
            <pc:docMk/>
            <pc:sldMk cId="903074156" sldId="344"/>
            <ac:spMk id="58" creationId="{90AE405D-39C7-C73E-F0B6-7023B6D4401E}"/>
          </ac:spMkLst>
        </pc:spChg>
        <pc:spChg chg="add mod">
          <ac:chgData name="Dursun Dashdamirov" userId="a8b9d0e1f239c75f" providerId="LiveId" clId="{E297FC27-9774-4AAE-B428-959B432F1B03}" dt="2026-03-01T05:57:13.657" v="8578" actId="14100"/>
          <ac:spMkLst>
            <pc:docMk/>
            <pc:sldMk cId="903074156" sldId="344"/>
            <ac:spMk id="60" creationId="{6DC308E2-BA55-4015-4DD5-2E55F23CF1CB}"/>
          </ac:spMkLst>
        </pc:spChg>
        <pc:spChg chg="add mod">
          <ac:chgData name="Dursun Dashdamirov" userId="a8b9d0e1f239c75f" providerId="LiveId" clId="{E297FC27-9774-4AAE-B428-959B432F1B03}" dt="2026-03-01T05:57:06.833" v="8574" actId="1076"/>
          <ac:spMkLst>
            <pc:docMk/>
            <pc:sldMk cId="903074156" sldId="344"/>
            <ac:spMk id="63" creationId="{8C735E55-227C-7173-FE00-B2A617D51679}"/>
          </ac:spMkLst>
        </pc:spChg>
        <pc:spChg chg="add mod">
          <ac:chgData name="Dursun Dashdamirov" userId="a8b9d0e1f239c75f" providerId="LiveId" clId="{E297FC27-9774-4AAE-B428-959B432F1B03}" dt="2026-03-01T05:57:01.772" v="8571" actId="14100"/>
          <ac:spMkLst>
            <pc:docMk/>
            <pc:sldMk cId="903074156" sldId="344"/>
            <ac:spMk id="2048" creationId="{3C8E29D4-07E8-800E-0D9E-6EFD37842F84}"/>
          </ac:spMkLst>
        </pc:spChg>
        <pc:spChg chg="add mod">
          <ac:chgData name="Dursun Dashdamirov" userId="a8b9d0e1f239c75f" providerId="LiveId" clId="{E297FC27-9774-4AAE-B428-959B432F1B03}" dt="2026-03-01T05:59:20.857" v="8639" actId="1076"/>
          <ac:spMkLst>
            <pc:docMk/>
            <pc:sldMk cId="903074156" sldId="344"/>
            <ac:spMk id="2052" creationId="{8E88A38B-6A51-32A3-1FE7-343C662B884E}"/>
          </ac:spMkLst>
        </pc:spChg>
        <pc:spChg chg="add mod">
          <ac:chgData name="Dursun Dashdamirov" userId="a8b9d0e1f239c75f" providerId="LiveId" clId="{E297FC27-9774-4AAE-B428-959B432F1B03}" dt="2026-03-01T05:56:41.519" v="8565" actId="2711"/>
          <ac:spMkLst>
            <pc:docMk/>
            <pc:sldMk cId="903074156" sldId="344"/>
            <ac:spMk id="2055" creationId="{956E6023-9AAF-42D5-C689-049EC1E014AB}"/>
          </ac:spMkLst>
        </pc:spChg>
        <pc:spChg chg="add mod">
          <ac:chgData name="Dursun Dashdamirov" userId="a8b9d0e1f239c75f" providerId="LiveId" clId="{E297FC27-9774-4AAE-B428-959B432F1B03}" dt="2026-03-01T05:57:16.354" v="8579" actId="1076"/>
          <ac:spMkLst>
            <pc:docMk/>
            <pc:sldMk cId="903074156" sldId="344"/>
            <ac:spMk id="2056" creationId="{62E3DA79-6587-7F13-500C-7E1FC30B65FE}"/>
          </ac:spMkLst>
        </pc:spChg>
        <pc:spChg chg="add mod">
          <ac:chgData name="Dursun Dashdamirov" userId="a8b9d0e1f239c75f" providerId="LiveId" clId="{E297FC27-9774-4AAE-B428-959B432F1B03}" dt="2026-03-01T05:55:19.444" v="8508" actId="1076"/>
          <ac:spMkLst>
            <pc:docMk/>
            <pc:sldMk cId="903074156" sldId="344"/>
            <ac:spMk id="2057" creationId="{A7621649-3B30-A01C-6096-417AEF3AAB5C}"/>
          </ac:spMkLst>
        </pc:spChg>
        <pc:spChg chg="add mod">
          <ac:chgData name="Dursun Dashdamirov" userId="a8b9d0e1f239c75f" providerId="LiveId" clId="{E297FC27-9774-4AAE-B428-959B432F1B03}" dt="2026-03-01T05:55:33.866" v="8512" actId="13822"/>
          <ac:spMkLst>
            <pc:docMk/>
            <pc:sldMk cId="903074156" sldId="344"/>
            <ac:spMk id="2067" creationId="{7B7088FE-1608-7E23-0A9F-AEEA30A5F686}"/>
          </ac:spMkLst>
        </pc:spChg>
        <pc:spChg chg="add mod">
          <ac:chgData name="Dursun Dashdamirov" userId="a8b9d0e1f239c75f" providerId="LiveId" clId="{E297FC27-9774-4AAE-B428-959B432F1B03}" dt="2026-03-01T05:56:41.519" v="8565" actId="2711"/>
          <ac:spMkLst>
            <pc:docMk/>
            <pc:sldMk cId="903074156" sldId="344"/>
            <ac:spMk id="2068" creationId="{15B560FA-8F65-D740-339B-82E40D91D325}"/>
          </ac:spMkLst>
        </pc:spChg>
        <pc:spChg chg="add mod">
          <ac:chgData name="Dursun Dashdamirov" userId="a8b9d0e1f239c75f" providerId="LiveId" clId="{E297FC27-9774-4AAE-B428-959B432F1B03}" dt="2026-03-01T05:56:41.519" v="8565" actId="2711"/>
          <ac:spMkLst>
            <pc:docMk/>
            <pc:sldMk cId="903074156" sldId="344"/>
            <ac:spMk id="2069" creationId="{E713B8F5-BD54-6CEC-EA57-01C19E518CF8}"/>
          </ac:spMkLst>
        </pc:spChg>
        <pc:spChg chg="add mod">
          <ac:chgData name="Dursun Dashdamirov" userId="a8b9d0e1f239c75f" providerId="LiveId" clId="{E297FC27-9774-4AAE-B428-959B432F1B03}" dt="2026-03-01T05:56:03.983" v="8555" actId="1076"/>
          <ac:spMkLst>
            <pc:docMk/>
            <pc:sldMk cId="903074156" sldId="344"/>
            <ac:spMk id="2070" creationId="{0925D034-50DA-A9A6-A59A-66E9AFDBC91B}"/>
          </ac:spMkLst>
        </pc:spChg>
        <pc:picChg chg="add mod modCrop">
          <ac:chgData name="Dursun Dashdamirov" userId="a8b9d0e1f239c75f" providerId="LiveId" clId="{E297FC27-9774-4AAE-B428-959B432F1B03}" dt="2026-03-01T05:52:46.564" v="8441" actId="732"/>
          <ac:picMkLst>
            <pc:docMk/>
            <pc:sldMk cId="903074156" sldId="344"/>
            <ac:picMk id="2" creationId="{A70CAE62-3C0C-B15B-895E-8239C27CD9EE}"/>
          </ac:picMkLst>
        </pc:picChg>
        <pc:picChg chg="add mod">
          <ac:chgData name="Dursun Dashdamirov" userId="a8b9d0e1f239c75f" providerId="LiveId" clId="{E297FC27-9774-4AAE-B428-959B432F1B03}" dt="2026-03-01T02:39:38.482" v="8377" actId="1076"/>
          <ac:picMkLst>
            <pc:docMk/>
            <pc:sldMk cId="903074156" sldId="344"/>
            <ac:picMk id="48" creationId="{1F88F245-3BBD-8493-38DB-8567A7ABAE04}"/>
          </ac:picMkLst>
        </pc:picChg>
        <pc:picChg chg="add mod">
          <ac:chgData name="Dursun Dashdamirov" userId="a8b9d0e1f239c75f" providerId="LiveId" clId="{E297FC27-9774-4AAE-B428-959B432F1B03}" dt="2026-03-01T05:53:33.764" v="8466" actId="1076"/>
          <ac:picMkLst>
            <pc:docMk/>
            <pc:sldMk cId="903074156" sldId="344"/>
            <ac:picMk id="49" creationId="{7B53FC25-2EF9-28A7-42D1-75B1A7C0C84E}"/>
          </ac:picMkLst>
        </pc:picChg>
        <pc:picChg chg="add mod">
          <ac:chgData name="Dursun Dashdamirov" userId="a8b9d0e1f239c75f" providerId="LiveId" clId="{E297FC27-9774-4AAE-B428-959B432F1B03}" dt="2026-03-01T05:55:06.270" v="8502" actId="1076"/>
          <ac:picMkLst>
            <pc:docMk/>
            <pc:sldMk cId="903074156" sldId="344"/>
            <ac:picMk id="50" creationId="{E5AB5BC9-7564-00E0-8877-381DF3B4646C}"/>
          </ac:picMkLst>
        </pc:picChg>
        <pc:picChg chg="add mod modCrop">
          <ac:chgData name="Dursun Dashdamirov" userId="a8b9d0e1f239c75f" providerId="LiveId" clId="{E297FC27-9774-4AAE-B428-959B432F1B03}" dt="2026-03-01T05:59:17.918" v="8638" actId="1076"/>
          <ac:picMkLst>
            <pc:docMk/>
            <pc:sldMk cId="903074156" sldId="344"/>
            <ac:picMk id="2051" creationId="{22F58A3F-862F-6E4D-11AE-39ECBF16A45B}"/>
          </ac:picMkLst>
        </pc:picChg>
        <pc:cxnChg chg="add mod">
          <ac:chgData name="Dursun Dashdamirov" userId="a8b9d0e1f239c75f" providerId="LiveId" clId="{E297FC27-9774-4AAE-B428-959B432F1B03}" dt="2026-03-01T05:56:53.880" v="8567" actId="14100"/>
          <ac:cxnSpMkLst>
            <pc:docMk/>
            <pc:sldMk cId="903074156" sldId="344"/>
            <ac:cxnSpMk id="8" creationId="{36A96F27-D30E-7097-BEA0-AE03860AB157}"/>
          </ac:cxnSpMkLst>
        </pc:cxnChg>
        <pc:cxnChg chg="add mod">
          <ac:chgData name="Dursun Dashdamirov" userId="a8b9d0e1f239c75f" providerId="LiveId" clId="{E297FC27-9774-4AAE-B428-959B432F1B03}" dt="2026-03-01T05:56:55.393" v="8568" actId="14100"/>
          <ac:cxnSpMkLst>
            <pc:docMk/>
            <pc:sldMk cId="903074156" sldId="344"/>
            <ac:cxnSpMk id="9" creationId="{4EF38874-B1EA-EFCB-D5F2-7F92848671A4}"/>
          </ac:cxnSpMkLst>
        </pc:cxnChg>
        <pc:cxnChg chg="add mod">
          <ac:chgData name="Dursun Dashdamirov" userId="a8b9d0e1f239c75f" providerId="LiveId" clId="{E297FC27-9774-4AAE-B428-959B432F1B03}" dt="2026-03-01T05:56:57.475" v="8570" actId="14100"/>
          <ac:cxnSpMkLst>
            <pc:docMk/>
            <pc:sldMk cId="903074156" sldId="344"/>
            <ac:cxnSpMk id="11" creationId="{5E216D8F-8835-531D-E514-E9FB0F12A01C}"/>
          </ac:cxnSpMkLst>
        </pc:cxnChg>
        <pc:cxnChg chg="add mod">
          <ac:chgData name="Dursun Dashdamirov" userId="a8b9d0e1f239c75f" providerId="LiveId" clId="{E297FC27-9774-4AAE-B428-959B432F1B03}" dt="2026-03-01T05:56:53.880" v="8567" actId="14100"/>
          <ac:cxnSpMkLst>
            <pc:docMk/>
            <pc:sldMk cId="903074156" sldId="344"/>
            <ac:cxnSpMk id="31" creationId="{74BAE1A6-3CCD-DDB5-6205-DA92EE3A6CEF}"/>
          </ac:cxnSpMkLst>
        </pc:cxnChg>
        <pc:cxnChg chg="add mod">
          <ac:chgData name="Dursun Dashdamirov" userId="a8b9d0e1f239c75f" providerId="LiveId" clId="{E297FC27-9774-4AAE-B428-959B432F1B03}" dt="2026-03-01T05:56:55.393" v="8568" actId="14100"/>
          <ac:cxnSpMkLst>
            <pc:docMk/>
            <pc:sldMk cId="903074156" sldId="344"/>
            <ac:cxnSpMk id="35" creationId="{AED27941-B779-8CAA-1B82-DD18D12335DE}"/>
          </ac:cxnSpMkLst>
        </pc:cxnChg>
        <pc:cxnChg chg="add mod">
          <ac:chgData name="Dursun Dashdamirov" userId="a8b9d0e1f239c75f" providerId="LiveId" clId="{E297FC27-9774-4AAE-B428-959B432F1B03}" dt="2026-03-01T05:56:57.475" v="8570" actId="14100"/>
          <ac:cxnSpMkLst>
            <pc:docMk/>
            <pc:sldMk cId="903074156" sldId="344"/>
            <ac:cxnSpMk id="38" creationId="{2BED2D9F-1C62-3BC6-AD88-715D70E7D8DF}"/>
          </ac:cxnSpMkLst>
        </pc:cxnChg>
        <pc:cxnChg chg="add mod">
          <ac:chgData name="Dursun Dashdamirov" userId="a8b9d0e1f239c75f" providerId="LiveId" clId="{E297FC27-9774-4AAE-B428-959B432F1B03}" dt="2026-03-01T05:59:14.003" v="8637" actId="1076"/>
          <ac:cxnSpMkLst>
            <pc:docMk/>
            <pc:sldMk cId="903074156" sldId="344"/>
            <ac:cxnSpMk id="52" creationId="{6FE08727-4FDB-7FEC-31D5-E4085362EC80}"/>
          </ac:cxnSpMkLst>
        </pc:cxnChg>
        <pc:cxnChg chg="add mod">
          <ac:chgData name="Dursun Dashdamirov" userId="a8b9d0e1f239c75f" providerId="LiveId" clId="{E297FC27-9774-4AAE-B428-959B432F1B03}" dt="2026-03-01T02:40:13.302" v="8396" actId="14100"/>
          <ac:cxnSpMkLst>
            <pc:docMk/>
            <pc:sldMk cId="903074156" sldId="344"/>
            <ac:cxnSpMk id="54" creationId="{791BCF31-D826-BFC8-8C7F-2AE47FA73019}"/>
          </ac:cxnSpMkLst>
        </pc:cxnChg>
        <pc:cxnChg chg="add mod">
          <ac:chgData name="Dursun Dashdamirov" userId="a8b9d0e1f239c75f" providerId="LiveId" clId="{E297FC27-9774-4AAE-B428-959B432F1B03}" dt="2026-03-01T02:41:07.595" v="8437" actId="1076"/>
          <ac:cxnSpMkLst>
            <pc:docMk/>
            <pc:sldMk cId="903074156" sldId="344"/>
            <ac:cxnSpMk id="57" creationId="{E5A5DFB2-B404-2C71-AA89-55CDA82C9EB0}"/>
          </ac:cxnSpMkLst>
        </pc:cxnChg>
        <pc:cxnChg chg="add mod">
          <ac:chgData name="Dursun Dashdamirov" userId="a8b9d0e1f239c75f" providerId="LiveId" clId="{E297FC27-9774-4AAE-B428-959B432F1B03}" dt="2026-03-01T02:40:54.224" v="8431" actId="1076"/>
          <ac:cxnSpMkLst>
            <pc:docMk/>
            <pc:sldMk cId="903074156" sldId="344"/>
            <ac:cxnSpMk id="59" creationId="{5487BC56-F96F-9B93-1035-D16DA2098E60}"/>
          </ac:cxnSpMkLst>
        </pc:cxnChg>
        <pc:cxnChg chg="add mod">
          <ac:chgData name="Dursun Dashdamirov" userId="a8b9d0e1f239c75f" providerId="LiveId" clId="{E297FC27-9774-4AAE-B428-959B432F1B03}" dt="2026-03-01T05:55:01.814" v="8500" actId="14100"/>
          <ac:cxnSpMkLst>
            <pc:docMk/>
            <pc:sldMk cId="903074156" sldId="344"/>
            <ac:cxnSpMk id="2058" creationId="{0BC9DE14-E128-0040-CDF1-E69D787B6711}"/>
          </ac:cxnSpMkLst>
        </pc:cxnChg>
        <pc:cxnChg chg="add mod">
          <ac:chgData name="Dursun Dashdamirov" userId="a8b9d0e1f239c75f" providerId="LiveId" clId="{E297FC27-9774-4AAE-B428-959B432F1B03}" dt="2026-03-01T05:55:00.187" v="8499" actId="14100"/>
          <ac:cxnSpMkLst>
            <pc:docMk/>
            <pc:sldMk cId="903074156" sldId="344"/>
            <ac:cxnSpMk id="2062" creationId="{F17CD788-E3BC-6064-F87D-FBBC9CB1395F}"/>
          </ac:cxnSpMkLst>
        </pc:cxnChg>
      </pc:sldChg>
      <pc:sldChg chg="addSp delSp modSp add mod">
        <pc:chgData name="Dursun Dashdamirov" userId="a8b9d0e1f239c75f" providerId="LiveId" clId="{E297FC27-9774-4AAE-B428-959B432F1B03}" dt="2026-03-03T00:30:11.815" v="9954" actId="1076"/>
        <pc:sldMkLst>
          <pc:docMk/>
          <pc:sldMk cId="2571034900" sldId="345"/>
        </pc:sldMkLst>
        <pc:spChg chg="mod">
          <ac:chgData name="Dursun Dashdamirov" userId="a8b9d0e1f239c75f" providerId="LiveId" clId="{E297FC27-9774-4AAE-B428-959B432F1B03}" dt="2026-02-28T02:22:51.566" v="6521" actId="20577"/>
          <ac:spMkLst>
            <pc:docMk/>
            <pc:sldMk cId="2571034900" sldId="345"/>
            <ac:spMk id="5" creationId="{82204118-8078-EB19-9BA4-39A753704E94}"/>
          </ac:spMkLst>
        </pc:spChg>
        <pc:spChg chg="add mod">
          <ac:chgData name="Dursun Dashdamirov" userId="a8b9d0e1f239c75f" providerId="LiveId" clId="{E297FC27-9774-4AAE-B428-959B432F1B03}" dt="2026-02-28T02:17:26.105" v="6460" actId="20577"/>
          <ac:spMkLst>
            <pc:docMk/>
            <pc:sldMk cId="2571034900" sldId="345"/>
            <ac:spMk id="9" creationId="{5FD8B7DE-C595-C658-0186-6DED5F5F7A61}"/>
          </ac:spMkLst>
        </pc:spChg>
        <pc:spChg chg="add mod">
          <ac:chgData name="Dursun Dashdamirov" userId="a8b9d0e1f239c75f" providerId="LiveId" clId="{E297FC27-9774-4AAE-B428-959B432F1B03}" dt="2026-02-28T02:15:27.681" v="6416" actId="1076"/>
          <ac:spMkLst>
            <pc:docMk/>
            <pc:sldMk cId="2571034900" sldId="345"/>
            <ac:spMk id="10" creationId="{777DB1E4-0F98-375B-21E7-B725D870B1E1}"/>
          </ac:spMkLst>
        </pc:spChg>
        <pc:spChg chg="add mod">
          <ac:chgData name="Dursun Dashdamirov" userId="a8b9d0e1f239c75f" providerId="LiveId" clId="{E297FC27-9774-4AAE-B428-959B432F1B03}" dt="2026-02-28T02:17:47.570" v="6463" actId="1076"/>
          <ac:spMkLst>
            <pc:docMk/>
            <pc:sldMk cId="2571034900" sldId="345"/>
            <ac:spMk id="11" creationId="{A48674BB-2799-726E-B894-3276F2A0568B}"/>
          </ac:spMkLst>
        </pc:spChg>
        <pc:spChg chg="add del mod">
          <ac:chgData name="Dursun Dashdamirov" userId="a8b9d0e1f239c75f" providerId="LiveId" clId="{E297FC27-9774-4AAE-B428-959B432F1B03}" dt="2026-02-28T02:17:47.570" v="6463" actId="1076"/>
          <ac:spMkLst>
            <pc:docMk/>
            <pc:sldMk cId="2571034900" sldId="345"/>
            <ac:spMk id="14" creationId="{63BC236A-814D-548B-F5E1-97466B840F54}"/>
          </ac:spMkLst>
        </pc:spChg>
        <pc:spChg chg="add mod">
          <ac:chgData name="Dursun Dashdamirov" userId="a8b9d0e1f239c75f" providerId="LiveId" clId="{E297FC27-9774-4AAE-B428-959B432F1B03}" dt="2026-02-28T02:17:47.570" v="6463" actId="1076"/>
          <ac:spMkLst>
            <pc:docMk/>
            <pc:sldMk cId="2571034900" sldId="345"/>
            <ac:spMk id="16" creationId="{11CCFFDA-41B1-8F9E-E522-C9E285FCBC1B}"/>
          </ac:spMkLst>
        </pc:spChg>
        <pc:spChg chg="add mod">
          <ac:chgData name="Dursun Dashdamirov" userId="a8b9d0e1f239c75f" providerId="LiveId" clId="{E297FC27-9774-4AAE-B428-959B432F1B03}" dt="2026-03-01T01:17:48.625" v="7129" actId="20577"/>
          <ac:spMkLst>
            <pc:docMk/>
            <pc:sldMk cId="2571034900" sldId="345"/>
            <ac:spMk id="19" creationId="{DAEE6AC1-66F7-F8A9-120D-42E55B83D1A4}"/>
          </ac:spMkLst>
        </pc:spChg>
        <pc:spChg chg="add mod">
          <ac:chgData name="Dursun Dashdamirov" userId="a8b9d0e1f239c75f" providerId="LiveId" clId="{E297FC27-9774-4AAE-B428-959B432F1B03}" dt="2026-03-01T01:17:51.405" v="7134" actId="20577"/>
          <ac:spMkLst>
            <pc:docMk/>
            <pc:sldMk cId="2571034900" sldId="345"/>
            <ac:spMk id="20" creationId="{398792DF-70B9-04E2-BB62-224DADD535DF}"/>
          </ac:spMkLst>
        </pc:spChg>
        <pc:spChg chg="add mod">
          <ac:chgData name="Dursun Dashdamirov" userId="a8b9d0e1f239c75f" providerId="LiveId" clId="{E297FC27-9774-4AAE-B428-959B432F1B03}" dt="2026-02-28T02:17:47.570" v="6463" actId="1076"/>
          <ac:spMkLst>
            <pc:docMk/>
            <pc:sldMk cId="2571034900" sldId="345"/>
            <ac:spMk id="30" creationId="{0ECF1AF3-0B6C-DF2F-17BA-823D1BDF99CC}"/>
          </ac:spMkLst>
        </pc:spChg>
        <pc:spChg chg="add mod">
          <ac:chgData name="Dursun Dashdamirov" userId="a8b9d0e1f239c75f" providerId="LiveId" clId="{E297FC27-9774-4AAE-B428-959B432F1B03}" dt="2026-02-28T02:17:47.570" v="6463" actId="1076"/>
          <ac:spMkLst>
            <pc:docMk/>
            <pc:sldMk cId="2571034900" sldId="345"/>
            <ac:spMk id="31" creationId="{0C0A4E96-07C1-85B3-75AD-BBB5BD7104C6}"/>
          </ac:spMkLst>
        </pc:spChg>
        <pc:spChg chg="add mod">
          <ac:chgData name="Dursun Dashdamirov" userId="a8b9d0e1f239c75f" providerId="LiveId" clId="{E297FC27-9774-4AAE-B428-959B432F1B03}" dt="2026-03-03T00:29:04.214" v="9953" actId="20577"/>
          <ac:spMkLst>
            <pc:docMk/>
            <pc:sldMk cId="2571034900" sldId="345"/>
            <ac:spMk id="34" creationId="{1B985576-2921-F470-C6AA-F72AB98A17E8}"/>
          </ac:spMkLst>
        </pc:spChg>
        <pc:spChg chg="add mod">
          <ac:chgData name="Dursun Dashdamirov" userId="a8b9d0e1f239c75f" providerId="LiveId" clId="{E297FC27-9774-4AAE-B428-959B432F1B03}" dt="2026-02-28T02:17:47.570" v="6463" actId="1076"/>
          <ac:spMkLst>
            <pc:docMk/>
            <pc:sldMk cId="2571034900" sldId="345"/>
            <ac:spMk id="35" creationId="{5DB8B78E-1FAF-74EA-7CB0-A2ACB4A1DFED}"/>
          </ac:spMkLst>
        </pc:spChg>
        <pc:spChg chg="add mod">
          <ac:chgData name="Dursun Dashdamirov" userId="a8b9d0e1f239c75f" providerId="LiveId" clId="{E297FC27-9774-4AAE-B428-959B432F1B03}" dt="2026-02-28T02:17:51.012" v="6464" actId="1076"/>
          <ac:spMkLst>
            <pc:docMk/>
            <pc:sldMk cId="2571034900" sldId="345"/>
            <ac:spMk id="38" creationId="{3802008E-E367-72A4-D38E-B9F7091EB880}"/>
          </ac:spMkLst>
        </pc:spChg>
        <pc:spChg chg="add mod">
          <ac:chgData name="Dursun Dashdamirov" userId="a8b9d0e1f239c75f" providerId="LiveId" clId="{E297FC27-9774-4AAE-B428-959B432F1B03}" dt="2026-03-03T00:30:11.815" v="9954" actId="1076"/>
          <ac:spMkLst>
            <pc:docMk/>
            <pc:sldMk cId="2571034900" sldId="345"/>
            <ac:spMk id="40" creationId="{A1B19B7B-F92D-AD57-A576-CFCFC0E570EA}"/>
          </ac:spMkLst>
        </pc:spChg>
        <pc:graphicFrameChg chg="add del mod modGraphic">
          <ac:chgData name="Dursun Dashdamirov" userId="a8b9d0e1f239c75f" providerId="LiveId" clId="{E297FC27-9774-4AAE-B428-959B432F1B03}" dt="2026-02-28T02:19:38.599" v="6493" actId="20577"/>
          <ac:graphicFrameMkLst>
            <pc:docMk/>
            <pc:sldMk cId="2571034900" sldId="345"/>
            <ac:graphicFrameMk id="2" creationId="{F8CDA2CD-9A2A-058D-6D1F-35E46C5199C7}"/>
          </ac:graphicFrameMkLst>
        </pc:graphicFrameChg>
        <pc:inkChg chg="add del">
          <ac:chgData name="Dursun Dashdamirov" userId="a8b9d0e1f239c75f" providerId="LiveId" clId="{E297FC27-9774-4AAE-B428-959B432F1B03}" dt="2026-03-03T00:24:17.320" v="9817" actId="33639"/>
          <ac:inkMkLst>
            <pc:docMk/>
            <pc:sldMk cId="2571034900" sldId="345"/>
            <ac:inkMk id="3" creationId="{99C1E51E-5915-C9F3-3606-8713CDF552BE}"/>
          </ac:inkMkLst>
        </pc:inkChg>
        <pc:cxnChg chg="add mod">
          <ac:chgData name="Dursun Dashdamirov" userId="a8b9d0e1f239c75f" providerId="LiveId" clId="{E297FC27-9774-4AAE-B428-959B432F1B03}" dt="2026-02-28T01:52:20.933" v="5792" actId="1076"/>
          <ac:cxnSpMkLst>
            <pc:docMk/>
            <pc:sldMk cId="2571034900" sldId="345"/>
            <ac:cxnSpMk id="12" creationId="{BC25AAED-54E3-D945-6C7A-76719E28F349}"/>
          </ac:cxnSpMkLst>
        </pc:cxnChg>
        <pc:cxnChg chg="add mod">
          <ac:chgData name="Dursun Dashdamirov" userId="a8b9d0e1f239c75f" providerId="LiveId" clId="{E297FC27-9774-4AAE-B428-959B432F1B03}" dt="2026-02-28T01:58:34.087" v="5909" actId="1076"/>
          <ac:cxnSpMkLst>
            <pc:docMk/>
            <pc:sldMk cId="2571034900" sldId="345"/>
            <ac:cxnSpMk id="13" creationId="{7676DB93-EAD7-3C0E-CD98-DBBC3C0B1509}"/>
          </ac:cxnSpMkLst>
        </pc:cxnChg>
      </pc:sldChg>
      <pc:sldChg chg="addSp delSp modSp add mod ord">
        <pc:chgData name="Dursun Dashdamirov" userId="a8b9d0e1f239c75f" providerId="LiveId" clId="{E297FC27-9774-4AAE-B428-959B432F1B03}" dt="2026-03-03T00:24:17.320" v="9817" actId="33639"/>
        <pc:sldMkLst>
          <pc:docMk/>
          <pc:sldMk cId="3146141899" sldId="347"/>
        </pc:sldMkLst>
        <pc:spChg chg="mod">
          <ac:chgData name="Dursun Dashdamirov" userId="a8b9d0e1f239c75f" providerId="LiveId" clId="{E297FC27-9774-4AAE-B428-959B432F1B03}" dt="2026-03-01T06:35:55.554" v="9534"/>
          <ac:spMkLst>
            <pc:docMk/>
            <pc:sldMk cId="3146141899" sldId="347"/>
            <ac:spMk id="5" creationId="{9D4FFFC0-AC04-173D-2A8E-036940CB8E81}"/>
          </ac:spMkLst>
        </pc:spChg>
        <pc:spChg chg="add mod">
          <ac:chgData name="Dursun Dashdamirov" userId="a8b9d0e1f239c75f" providerId="LiveId" clId="{E297FC27-9774-4AAE-B428-959B432F1B03}" dt="2026-03-01T06:36:44.382" v="9539" actId="20577"/>
          <ac:spMkLst>
            <pc:docMk/>
            <pc:sldMk cId="3146141899" sldId="347"/>
            <ac:spMk id="8" creationId="{F84DC51A-4198-6AAF-3D6C-22F88BB92E42}"/>
          </ac:spMkLst>
        </pc:spChg>
        <pc:grpChg chg="del mod">
          <ac:chgData name="Dursun Dashdamirov" userId="a8b9d0e1f239c75f" providerId="LiveId" clId="{E297FC27-9774-4AAE-B428-959B432F1B03}" dt="2026-03-03T00:24:17.320" v="9817" actId="33639"/>
          <ac:grpSpMkLst>
            <pc:docMk/>
            <pc:sldMk cId="3146141899" sldId="347"/>
            <ac:grpSpMk id="18" creationId="{DD390D3C-D060-21DE-0B9B-6D4EC375BEEE}"/>
          </ac:grpSpMkLst>
        </pc:grpChg>
        <pc:grpChg chg="del mod">
          <ac:chgData name="Dursun Dashdamirov" userId="a8b9d0e1f239c75f" providerId="LiveId" clId="{E297FC27-9774-4AAE-B428-959B432F1B03}" dt="2026-03-03T00:24:17.320" v="9817" actId="33639"/>
          <ac:grpSpMkLst>
            <pc:docMk/>
            <pc:sldMk cId="3146141899" sldId="347"/>
            <ac:grpSpMk id="22" creationId="{8FBE204A-CB01-A430-42DC-343ADB03239E}"/>
          </ac:grpSpMkLst>
        </pc:grpChg>
        <pc:grpChg chg="del mod">
          <ac:chgData name="Dursun Dashdamirov" userId="a8b9d0e1f239c75f" providerId="LiveId" clId="{E297FC27-9774-4AAE-B428-959B432F1B03}" dt="2026-03-03T00:24:17.320" v="9817" actId="33639"/>
          <ac:grpSpMkLst>
            <pc:docMk/>
            <pc:sldMk cId="3146141899" sldId="347"/>
            <ac:grpSpMk id="25" creationId="{CF16DCD4-1AA8-8695-0EAC-6A216347F810}"/>
          </ac:grpSpMkLst>
        </pc:grpChg>
        <pc:picChg chg="add mod">
          <ac:chgData name="Dursun Dashdamirov" userId="a8b9d0e1f239c75f" providerId="LiveId" clId="{E297FC27-9774-4AAE-B428-959B432F1B03}" dt="2026-03-01T06:36:07.014" v="9538" actId="1076"/>
          <ac:picMkLst>
            <pc:docMk/>
            <pc:sldMk cId="3146141899" sldId="347"/>
            <ac:picMk id="9" creationId="{802C1643-23D6-B14B-598D-7F7257004182}"/>
          </ac:picMkLst>
        </pc:picChg>
        <pc:inkChg chg="add del">
          <ac:chgData name="Dursun Dashdamirov" userId="a8b9d0e1f239c75f" providerId="LiveId" clId="{E297FC27-9774-4AAE-B428-959B432F1B03}" dt="2026-03-03T00:24:17.320" v="9817" actId="33639"/>
          <ac:inkMkLst>
            <pc:docMk/>
            <pc:sldMk cId="3146141899" sldId="347"/>
            <ac:inkMk id="3" creationId="{908CDD94-E7EB-A9AF-1AD7-4066E2B45B53}"/>
          </ac:inkMkLst>
        </pc:inkChg>
        <pc:inkChg chg="add del mod">
          <ac:chgData name="Dursun Dashdamirov" userId="a8b9d0e1f239c75f" providerId="LiveId" clId="{E297FC27-9774-4AAE-B428-959B432F1B03}" dt="2026-03-03T00:24:17.320" v="9817" actId="33639"/>
          <ac:inkMkLst>
            <pc:docMk/>
            <pc:sldMk cId="3146141899" sldId="347"/>
            <ac:inkMk id="6" creationId="{317707F8-A836-7B33-952F-7836B8558C17}"/>
          </ac:inkMkLst>
        </pc:inkChg>
        <pc:inkChg chg="add del mod">
          <ac:chgData name="Dursun Dashdamirov" userId="a8b9d0e1f239c75f" providerId="LiveId" clId="{E297FC27-9774-4AAE-B428-959B432F1B03}" dt="2026-03-03T00:24:17.320" v="9817" actId="33639"/>
          <ac:inkMkLst>
            <pc:docMk/>
            <pc:sldMk cId="3146141899" sldId="347"/>
            <ac:inkMk id="10" creationId="{C837DD55-55DC-D468-75DD-693283A62D5F}"/>
          </ac:inkMkLst>
        </pc:inkChg>
        <pc:inkChg chg="add del mod">
          <ac:chgData name="Dursun Dashdamirov" userId="a8b9d0e1f239c75f" providerId="LiveId" clId="{E297FC27-9774-4AAE-B428-959B432F1B03}" dt="2026-03-03T00:24:17.320" v="9817" actId="33639"/>
          <ac:inkMkLst>
            <pc:docMk/>
            <pc:sldMk cId="3146141899" sldId="347"/>
            <ac:inkMk id="11" creationId="{7A012FA2-411E-2D2A-A4E7-F516BE6A583D}"/>
          </ac:inkMkLst>
        </pc:inkChg>
        <pc:inkChg chg="add del mod">
          <ac:chgData name="Dursun Dashdamirov" userId="a8b9d0e1f239c75f" providerId="LiveId" clId="{E297FC27-9774-4AAE-B428-959B432F1B03}" dt="2026-03-03T00:24:17.320" v="9817" actId="33639"/>
          <ac:inkMkLst>
            <pc:docMk/>
            <pc:sldMk cId="3146141899" sldId="347"/>
            <ac:inkMk id="14" creationId="{631EE7F3-59F8-C1D0-277F-509ED3E9CFD4}"/>
          </ac:inkMkLst>
        </pc:inkChg>
        <pc:inkChg chg="add del mod topLvl">
          <ac:chgData name="Dursun Dashdamirov" userId="a8b9d0e1f239c75f" providerId="LiveId" clId="{E297FC27-9774-4AAE-B428-959B432F1B03}" dt="2026-03-03T00:24:17.320" v="9817" actId="33639"/>
          <ac:inkMkLst>
            <pc:docMk/>
            <pc:sldMk cId="3146141899" sldId="347"/>
            <ac:inkMk id="17" creationId="{49589F15-75CD-D091-3BF7-758820CD7040}"/>
          </ac:inkMkLst>
        </pc:inkChg>
        <pc:inkChg chg="add del">
          <ac:chgData name="Dursun Dashdamirov" userId="a8b9d0e1f239c75f" providerId="LiveId" clId="{E297FC27-9774-4AAE-B428-959B432F1B03}" dt="2026-03-03T00:24:17.320" v="9817" actId="33639"/>
          <ac:inkMkLst>
            <pc:docMk/>
            <pc:sldMk cId="3146141899" sldId="347"/>
            <ac:inkMk id="28" creationId="{066883B9-9F3B-6436-CB9C-F5038AA063C8}"/>
          </ac:inkMkLst>
        </pc:inkChg>
      </pc:sldChg>
      <pc:sldChg chg="addSp delSp modSp add mod ord">
        <pc:chgData name="Dursun Dashdamirov" userId="a8b9d0e1f239c75f" providerId="LiveId" clId="{E297FC27-9774-4AAE-B428-959B432F1B03}" dt="2026-03-03T00:24:17.320" v="9817" actId="33639"/>
        <pc:sldMkLst>
          <pc:docMk/>
          <pc:sldMk cId="2334924777" sldId="348"/>
        </pc:sldMkLst>
        <pc:spChg chg="mod">
          <ac:chgData name="Dursun Dashdamirov" userId="a8b9d0e1f239c75f" providerId="LiveId" clId="{E297FC27-9774-4AAE-B428-959B432F1B03}" dt="2026-02-28T02:23:31.592" v="6540" actId="20577"/>
          <ac:spMkLst>
            <pc:docMk/>
            <pc:sldMk cId="2334924777" sldId="348"/>
            <ac:spMk id="4" creationId="{9EF869A0-7537-682B-3573-2EBB260E71BC}"/>
          </ac:spMkLst>
        </pc:spChg>
        <pc:spChg chg="add mod">
          <ac:chgData name="Dursun Dashdamirov" userId="a8b9d0e1f239c75f" providerId="LiveId" clId="{E297FC27-9774-4AAE-B428-959B432F1B03}" dt="2026-03-01T07:03:38.372" v="9689" actId="1076"/>
          <ac:spMkLst>
            <pc:docMk/>
            <pc:sldMk cId="2334924777" sldId="348"/>
            <ac:spMk id="6" creationId="{AAB36938-ACEB-5F97-064C-1FF523CC8A4F}"/>
          </ac:spMkLst>
        </pc:spChg>
        <pc:graphicFrameChg chg="add mod modGraphic">
          <ac:chgData name="Dursun Dashdamirov" userId="a8b9d0e1f239c75f" providerId="LiveId" clId="{E297FC27-9774-4AAE-B428-959B432F1B03}" dt="2026-02-28T02:19:40.730" v="6495" actId="20577"/>
          <ac:graphicFrameMkLst>
            <pc:docMk/>
            <pc:sldMk cId="2334924777" sldId="348"/>
            <ac:graphicFrameMk id="8" creationId="{AD0D66C3-F28F-54CD-FD78-4C6DE71FF947}"/>
          </ac:graphicFrameMkLst>
        </pc:graphicFrameChg>
        <pc:inkChg chg="add del">
          <ac:chgData name="Dursun Dashdamirov" userId="a8b9d0e1f239c75f" providerId="LiveId" clId="{E297FC27-9774-4AAE-B428-959B432F1B03}" dt="2026-03-03T00:24:17.320" v="9817" actId="33639"/>
          <ac:inkMkLst>
            <pc:docMk/>
            <pc:sldMk cId="2334924777" sldId="348"/>
            <ac:inkMk id="2" creationId="{4BCB45A1-0B28-AD87-12CC-EFCA4ADD4277}"/>
          </ac:inkMkLst>
        </pc:inkChg>
      </pc:sldChg>
      <pc:sldChg chg="addSp delSp modSp add mod">
        <pc:chgData name="Dursun Dashdamirov" userId="a8b9d0e1f239c75f" providerId="LiveId" clId="{E297FC27-9774-4AAE-B428-959B432F1B03}" dt="2026-03-03T00:24:17.320" v="9817" actId="33639"/>
        <pc:sldMkLst>
          <pc:docMk/>
          <pc:sldMk cId="396582235" sldId="349"/>
        </pc:sldMkLst>
        <pc:spChg chg="mod">
          <ac:chgData name="Dursun Dashdamirov" userId="a8b9d0e1f239c75f" providerId="LiveId" clId="{E297FC27-9774-4AAE-B428-959B432F1B03}" dt="2026-02-28T02:22:57.135" v="6529" actId="20577"/>
          <ac:spMkLst>
            <pc:docMk/>
            <pc:sldMk cId="396582235" sldId="349"/>
            <ac:spMk id="5" creationId="{420D4E31-4DEB-A647-5D0F-42D5D1098AA7}"/>
          </ac:spMkLst>
        </pc:spChg>
        <pc:spChg chg="mod">
          <ac:chgData name="Dursun Dashdamirov" userId="a8b9d0e1f239c75f" providerId="LiveId" clId="{E297FC27-9774-4AAE-B428-959B432F1B03}" dt="2026-02-28T02:20:40.416" v="6506" actId="20577"/>
          <ac:spMkLst>
            <pc:docMk/>
            <pc:sldMk cId="396582235" sldId="349"/>
            <ac:spMk id="16" creationId="{D8429BEE-478F-2BBF-FC84-21BF447DB087}"/>
          </ac:spMkLst>
        </pc:spChg>
        <pc:spChg chg="mod">
          <ac:chgData name="Dursun Dashdamirov" userId="a8b9d0e1f239c75f" providerId="LiveId" clId="{E297FC27-9774-4AAE-B428-959B432F1B03}" dt="2026-03-01T01:17:55.323" v="7138" actId="20577"/>
          <ac:spMkLst>
            <pc:docMk/>
            <pc:sldMk cId="396582235" sldId="349"/>
            <ac:spMk id="19" creationId="{0EDDB989-9494-1259-370B-17DF1424CF36}"/>
          </ac:spMkLst>
        </pc:spChg>
        <pc:spChg chg="mod">
          <ac:chgData name="Dursun Dashdamirov" userId="a8b9d0e1f239c75f" providerId="LiveId" clId="{E297FC27-9774-4AAE-B428-959B432F1B03}" dt="2026-03-01T01:18:00.444" v="7153" actId="20577"/>
          <ac:spMkLst>
            <pc:docMk/>
            <pc:sldMk cId="396582235" sldId="349"/>
            <ac:spMk id="20" creationId="{4E8952EE-188E-56B0-0E9D-ED03E90B9E02}"/>
          </ac:spMkLst>
        </pc:spChg>
        <pc:spChg chg="mod">
          <ac:chgData name="Dursun Dashdamirov" userId="a8b9d0e1f239c75f" providerId="LiveId" clId="{E297FC27-9774-4AAE-B428-959B432F1B03}" dt="2026-03-01T00:56:19.492" v="6980" actId="1076"/>
          <ac:spMkLst>
            <pc:docMk/>
            <pc:sldMk cId="396582235" sldId="349"/>
            <ac:spMk id="30" creationId="{72062044-8A57-4EBD-C78D-98FFA990E240}"/>
          </ac:spMkLst>
        </pc:spChg>
        <pc:spChg chg="mod">
          <ac:chgData name="Dursun Dashdamirov" userId="a8b9d0e1f239c75f" providerId="LiveId" clId="{E297FC27-9774-4AAE-B428-959B432F1B03}" dt="2026-03-01T00:56:22.220" v="6981" actId="1076"/>
          <ac:spMkLst>
            <pc:docMk/>
            <pc:sldMk cId="396582235" sldId="349"/>
            <ac:spMk id="31" creationId="{AA66CAC9-AF10-8752-FC0B-97ADCE9D636A}"/>
          </ac:spMkLst>
        </pc:spChg>
        <pc:spChg chg="mod">
          <ac:chgData name="Dursun Dashdamirov" userId="a8b9d0e1f239c75f" providerId="LiveId" clId="{E297FC27-9774-4AAE-B428-959B432F1B03}" dt="2026-02-28T02:41:34.935" v="6879" actId="20577"/>
          <ac:spMkLst>
            <pc:docMk/>
            <pc:sldMk cId="396582235" sldId="349"/>
            <ac:spMk id="34" creationId="{9F03CE1B-58C6-554E-A290-493217A8169D}"/>
          </ac:spMkLst>
        </pc:spChg>
        <pc:spChg chg="mod">
          <ac:chgData name="Dursun Dashdamirov" userId="a8b9d0e1f239c75f" providerId="LiveId" clId="{E297FC27-9774-4AAE-B428-959B432F1B03}" dt="2026-02-28T02:38:24.436" v="6801" actId="1076"/>
          <ac:spMkLst>
            <pc:docMk/>
            <pc:sldMk cId="396582235" sldId="349"/>
            <ac:spMk id="35" creationId="{C08A2CBF-DFB0-B6C4-EC6A-0595A0E14F39}"/>
          </ac:spMkLst>
        </pc:spChg>
        <pc:spChg chg="mod">
          <ac:chgData name="Dursun Dashdamirov" userId="a8b9d0e1f239c75f" providerId="LiveId" clId="{E297FC27-9774-4AAE-B428-959B432F1B03}" dt="2026-02-28T02:41:49.989" v="6886" actId="20577"/>
          <ac:spMkLst>
            <pc:docMk/>
            <pc:sldMk cId="396582235" sldId="349"/>
            <ac:spMk id="38" creationId="{B5D8A098-46EA-316D-86F1-D23B2948396F}"/>
          </ac:spMkLst>
        </pc:spChg>
        <pc:spChg chg="mod">
          <ac:chgData name="Dursun Dashdamirov" userId="a8b9d0e1f239c75f" providerId="LiveId" clId="{E297FC27-9774-4AAE-B428-959B432F1B03}" dt="2026-02-28T02:38:34.262" v="6803" actId="14100"/>
          <ac:spMkLst>
            <pc:docMk/>
            <pc:sldMk cId="396582235" sldId="349"/>
            <ac:spMk id="40" creationId="{81C2DE77-E43D-3083-2BA7-CD5B043EA311}"/>
          </ac:spMkLst>
        </pc:spChg>
        <pc:graphicFrameChg chg="modGraphic">
          <ac:chgData name="Dursun Dashdamirov" userId="a8b9d0e1f239c75f" providerId="LiveId" clId="{E297FC27-9774-4AAE-B428-959B432F1B03}" dt="2026-02-28T02:19:31.716" v="6491" actId="20577"/>
          <ac:graphicFrameMkLst>
            <pc:docMk/>
            <pc:sldMk cId="396582235" sldId="349"/>
            <ac:graphicFrameMk id="2" creationId="{FBED8B76-0DCB-AC41-404E-A8AD7802575C}"/>
          </ac:graphicFrameMkLst>
        </pc:graphicFrameChg>
        <pc:inkChg chg="add del">
          <ac:chgData name="Dursun Dashdamirov" userId="a8b9d0e1f239c75f" providerId="LiveId" clId="{E297FC27-9774-4AAE-B428-959B432F1B03}" dt="2026-03-03T00:24:17.320" v="9817" actId="33639"/>
          <ac:inkMkLst>
            <pc:docMk/>
            <pc:sldMk cId="396582235" sldId="349"/>
            <ac:inkMk id="3" creationId="{6355F1C7-14D2-E5AF-6423-934E688DA6AA}"/>
          </ac:inkMkLst>
        </pc:inkChg>
      </pc:sldChg>
      <pc:sldChg chg="addSp delSp modSp add mod ord">
        <pc:chgData name="Dursun Dashdamirov" userId="a8b9d0e1f239c75f" providerId="LiveId" clId="{E297FC27-9774-4AAE-B428-959B432F1B03}" dt="2026-03-03T00:24:17.320" v="9817" actId="33639"/>
        <pc:sldMkLst>
          <pc:docMk/>
          <pc:sldMk cId="4249053131" sldId="350"/>
        </pc:sldMkLst>
        <pc:spChg chg="mod">
          <ac:chgData name="Dursun Dashdamirov" userId="a8b9d0e1f239c75f" providerId="LiveId" clId="{E297FC27-9774-4AAE-B428-959B432F1B03}" dt="2026-02-28T02:23:37.073" v="6545" actId="20577"/>
          <ac:spMkLst>
            <pc:docMk/>
            <pc:sldMk cId="4249053131" sldId="350"/>
            <ac:spMk id="5" creationId="{9F4164A5-D848-B91B-CDFD-44C7667C7E5B}"/>
          </ac:spMkLst>
        </pc:spChg>
        <pc:spChg chg="add mod">
          <ac:chgData name="Dursun Dashdamirov" userId="a8b9d0e1f239c75f" providerId="LiveId" clId="{E297FC27-9774-4AAE-B428-959B432F1B03}" dt="2026-02-28T02:37:06.486" v="6770" actId="1076"/>
          <ac:spMkLst>
            <pc:docMk/>
            <pc:sldMk cId="4249053131" sldId="350"/>
            <ac:spMk id="15" creationId="{2C15CF00-F227-8301-FE39-F6E41AED4F0C}"/>
          </ac:spMkLst>
        </pc:spChg>
        <pc:spChg chg="add mod">
          <ac:chgData name="Dursun Dashdamirov" userId="a8b9d0e1f239c75f" providerId="LiveId" clId="{E297FC27-9774-4AAE-B428-959B432F1B03}" dt="2026-02-28T02:36:25.775" v="6711" actId="1076"/>
          <ac:spMkLst>
            <pc:docMk/>
            <pc:sldMk cId="4249053131" sldId="350"/>
            <ac:spMk id="24" creationId="{1D42370D-496E-C695-07DB-2D19B0DB2605}"/>
          </ac:spMkLst>
        </pc:spChg>
        <pc:spChg chg="add mod">
          <ac:chgData name="Dursun Dashdamirov" userId="a8b9d0e1f239c75f" providerId="LiveId" clId="{E297FC27-9774-4AAE-B428-959B432F1B03}" dt="2026-02-28T02:36:45.032" v="6761" actId="20577"/>
          <ac:spMkLst>
            <pc:docMk/>
            <pc:sldMk cId="4249053131" sldId="350"/>
            <ac:spMk id="26" creationId="{94846DBB-CCD9-3173-8BD8-E9D825DDD899}"/>
          </ac:spMkLst>
        </pc:spChg>
        <pc:graphicFrameChg chg="mod modGraphic">
          <ac:chgData name="Dursun Dashdamirov" userId="a8b9d0e1f239c75f" providerId="LiveId" clId="{E297FC27-9774-4AAE-B428-959B432F1B03}" dt="2026-02-28T02:35:00.261" v="6649" actId="14100"/>
          <ac:graphicFrameMkLst>
            <pc:docMk/>
            <pc:sldMk cId="4249053131" sldId="350"/>
            <ac:graphicFrameMk id="2" creationId="{52580DF8-27B1-452B-3162-E60A96CBAF7B}"/>
          </ac:graphicFrameMkLst>
        </pc:graphicFrameChg>
        <pc:graphicFrameChg chg="add mod modGraphic">
          <ac:chgData name="Dursun Dashdamirov" userId="a8b9d0e1f239c75f" providerId="LiveId" clId="{E297FC27-9774-4AAE-B428-959B432F1B03}" dt="2026-02-28T02:29:15.982" v="6630" actId="1076"/>
          <ac:graphicFrameMkLst>
            <pc:docMk/>
            <pc:sldMk cId="4249053131" sldId="350"/>
            <ac:graphicFrameMk id="17" creationId="{03D979A8-37E8-B960-F51D-F020722143F2}"/>
          </ac:graphicFrameMkLst>
        </pc:graphicFrameChg>
        <pc:picChg chg="add mod">
          <ac:chgData name="Dursun Dashdamirov" userId="a8b9d0e1f239c75f" providerId="LiveId" clId="{E297FC27-9774-4AAE-B428-959B432F1B03}" dt="2026-02-28T02:37:04.999" v="6769" actId="1076"/>
          <ac:picMkLst>
            <pc:docMk/>
            <pc:sldMk cId="4249053131" sldId="350"/>
            <ac:picMk id="7" creationId="{BA8BF696-4FD5-BE20-E9B2-3F801F3A4AF4}"/>
          </ac:picMkLst>
        </pc:picChg>
        <pc:picChg chg="add mod modCrop">
          <ac:chgData name="Dursun Dashdamirov" userId="a8b9d0e1f239c75f" providerId="LiveId" clId="{E297FC27-9774-4AAE-B428-959B432F1B03}" dt="2026-02-28T02:42:17.229" v="6890" actId="1076"/>
          <ac:picMkLst>
            <pc:docMk/>
            <pc:sldMk cId="4249053131" sldId="350"/>
            <ac:picMk id="23" creationId="{9375270F-8875-AA38-5225-6A6D809D3AB2}"/>
          </ac:picMkLst>
        </pc:picChg>
        <pc:picChg chg="add mod">
          <ac:chgData name="Dursun Dashdamirov" userId="a8b9d0e1f239c75f" providerId="LiveId" clId="{E297FC27-9774-4AAE-B428-959B432F1B03}" dt="2026-02-28T02:36:51.234" v="6763" actId="14100"/>
          <ac:picMkLst>
            <pc:docMk/>
            <pc:sldMk cId="4249053131" sldId="350"/>
            <ac:picMk id="25" creationId="{7D3F49BD-C9C9-7976-26D6-CA0FC312C9A7}"/>
          </ac:picMkLst>
        </pc:picChg>
        <pc:inkChg chg="add del">
          <ac:chgData name="Dursun Dashdamirov" userId="a8b9d0e1f239c75f" providerId="LiveId" clId="{E297FC27-9774-4AAE-B428-959B432F1B03}" dt="2026-03-03T00:24:17.320" v="9817" actId="33639"/>
          <ac:inkMkLst>
            <pc:docMk/>
            <pc:sldMk cId="4249053131" sldId="350"/>
            <ac:inkMk id="3" creationId="{B661C9C5-A492-016C-03F2-6A7E41971D0A}"/>
          </ac:inkMkLst>
        </pc:inkChg>
      </pc:sldChg>
      <pc:sldChg chg="addSp delSp modSp add mod">
        <pc:chgData name="Dursun Dashdamirov" userId="a8b9d0e1f239c75f" providerId="LiveId" clId="{E297FC27-9774-4AAE-B428-959B432F1B03}" dt="2026-03-03T00:24:17.320" v="9817" actId="33639"/>
        <pc:sldMkLst>
          <pc:docMk/>
          <pc:sldMk cId="1672849946" sldId="351"/>
        </pc:sldMkLst>
        <pc:spChg chg="add mod">
          <ac:chgData name="Dursun Dashdamirov" userId="a8b9d0e1f239c75f" providerId="LiveId" clId="{E297FC27-9774-4AAE-B428-959B432F1B03}" dt="2026-03-01T00:54:23.049" v="6963" actId="14100"/>
          <ac:spMkLst>
            <pc:docMk/>
            <pc:sldMk cId="1672849946" sldId="351"/>
            <ac:spMk id="4" creationId="{48DAABA8-0433-F058-80AE-7F18E7150261}"/>
          </ac:spMkLst>
        </pc:spChg>
        <pc:spChg chg="add mod">
          <ac:chgData name="Dursun Dashdamirov" userId="a8b9d0e1f239c75f" providerId="LiveId" clId="{E297FC27-9774-4AAE-B428-959B432F1B03}" dt="2026-03-01T00:55:18.296" v="6979" actId="1035"/>
          <ac:spMkLst>
            <pc:docMk/>
            <pc:sldMk cId="1672849946" sldId="351"/>
            <ac:spMk id="6" creationId="{01345182-8E85-0712-71CA-0777084672BC}"/>
          </ac:spMkLst>
        </pc:spChg>
        <pc:spChg chg="add mod">
          <ac:chgData name="Dursun Dashdamirov" userId="a8b9d0e1f239c75f" providerId="LiveId" clId="{E297FC27-9774-4AAE-B428-959B432F1B03}" dt="2026-03-01T00:55:09.048" v="6974" actId="208"/>
          <ac:spMkLst>
            <pc:docMk/>
            <pc:sldMk cId="1672849946" sldId="351"/>
            <ac:spMk id="8" creationId="{98C6EC8B-D33B-1BC7-D238-E7F5FCBE1086}"/>
          </ac:spMkLst>
        </pc:spChg>
        <pc:spChg chg="add mod">
          <ac:chgData name="Dursun Dashdamirov" userId="a8b9d0e1f239c75f" providerId="LiveId" clId="{E297FC27-9774-4AAE-B428-959B432F1B03}" dt="2026-03-01T00:57:10.124" v="6992" actId="20577"/>
          <ac:spMkLst>
            <pc:docMk/>
            <pc:sldMk cId="1672849946" sldId="351"/>
            <ac:spMk id="9" creationId="{53065A80-350A-8FB4-60AA-CD840BF65485}"/>
          </ac:spMkLst>
        </pc:spChg>
        <pc:spChg chg="mod">
          <ac:chgData name="Dursun Dashdamirov" userId="a8b9d0e1f239c75f" providerId="LiveId" clId="{E297FC27-9774-4AAE-B428-959B432F1B03}" dt="2026-02-28T02:43:28.425" v="6893" actId="1076"/>
          <ac:spMkLst>
            <pc:docMk/>
            <pc:sldMk cId="1672849946" sldId="351"/>
            <ac:spMk id="10" creationId="{37CEE8C9-409E-B44A-B436-2005121FE1D5}"/>
          </ac:spMkLst>
        </pc:spChg>
        <pc:spChg chg="mod">
          <ac:chgData name="Dursun Dashdamirov" userId="a8b9d0e1f239c75f" providerId="LiveId" clId="{E297FC27-9774-4AAE-B428-959B432F1B03}" dt="2026-03-01T00:56:52.456" v="6986" actId="14100"/>
          <ac:spMkLst>
            <pc:docMk/>
            <pc:sldMk cId="1672849946" sldId="351"/>
            <ac:spMk id="11" creationId="{0E74D660-3E5E-4118-47C3-49C0CBDBDDD6}"/>
          </ac:spMkLst>
        </pc:spChg>
        <pc:spChg chg="mod">
          <ac:chgData name="Dursun Dashdamirov" userId="a8b9d0e1f239c75f" providerId="LiveId" clId="{E297FC27-9774-4AAE-B428-959B432F1B03}" dt="2026-02-28T02:43:28.425" v="6893" actId="1076"/>
          <ac:spMkLst>
            <pc:docMk/>
            <pc:sldMk cId="1672849946" sldId="351"/>
            <ac:spMk id="14" creationId="{63B4CB97-A590-1C4A-3C03-353F58D8DDAE}"/>
          </ac:spMkLst>
        </pc:spChg>
        <pc:spChg chg="mod">
          <ac:chgData name="Dursun Dashdamirov" userId="a8b9d0e1f239c75f" providerId="LiveId" clId="{E297FC27-9774-4AAE-B428-959B432F1B03}" dt="2026-02-28T02:43:28.425" v="6893" actId="1076"/>
          <ac:spMkLst>
            <pc:docMk/>
            <pc:sldMk cId="1672849946" sldId="351"/>
            <ac:spMk id="16" creationId="{EA98DCFC-0FA1-F131-A3B1-069C5B2144BB}"/>
          </ac:spMkLst>
        </pc:spChg>
        <pc:spChg chg="add mod">
          <ac:chgData name="Dursun Dashdamirov" userId="a8b9d0e1f239c75f" providerId="LiveId" clId="{E297FC27-9774-4AAE-B428-959B432F1B03}" dt="2026-02-28T02:44:01.234" v="6908" actId="1076"/>
          <ac:spMkLst>
            <pc:docMk/>
            <pc:sldMk cId="1672849946" sldId="351"/>
            <ac:spMk id="18" creationId="{320EC697-0939-E238-9117-B7F243B3ADCF}"/>
          </ac:spMkLst>
        </pc:spChg>
        <pc:spChg chg="mod">
          <ac:chgData name="Dursun Dashdamirov" userId="a8b9d0e1f239c75f" providerId="LiveId" clId="{E297FC27-9774-4AAE-B428-959B432F1B03}" dt="2026-03-01T01:18:10.033" v="7166" actId="20577"/>
          <ac:spMkLst>
            <pc:docMk/>
            <pc:sldMk cId="1672849946" sldId="351"/>
            <ac:spMk id="19" creationId="{900AE14D-0928-07C0-433D-4D7DB19B98C8}"/>
          </ac:spMkLst>
        </pc:spChg>
        <pc:spChg chg="mod">
          <ac:chgData name="Dursun Dashdamirov" userId="a8b9d0e1f239c75f" providerId="LiveId" clId="{E297FC27-9774-4AAE-B428-959B432F1B03}" dt="2026-03-01T01:18:12.603" v="7171" actId="20577"/>
          <ac:spMkLst>
            <pc:docMk/>
            <pc:sldMk cId="1672849946" sldId="351"/>
            <ac:spMk id="20" creationId="{3AA59E47-D1E5-D92F-F38C-08A4BA7A70A8}"/>
          </ac:spMkLst>
        </pc:spChg>
        <pc:spChg chg="add mod">
          <ac:chgData name="Dursun Dashdamirov" userId="a8b9d0e1f239c75f" providerId="LiveId" clId="{E297FC27-9774-4AAE-B428-959B432F1B03}" dt="2026-03-01T01:18:05.303" v="7157" actId="20577"/>
          <ac:spMkLst>
            <pc:docMk/>
            <pc:sldMk cId="1672849946" sldId="351"/>
            <ac:spMk id="26" creationId="{76449035-9BE6-8D1B-BF81-A15C78A72191}"/>
          </ac:spMkLst>
        </pc:spChg>
        <pc:spChg chg="add mod">
          <ac:chgData name="Dursun Dashdamirov" userId="a8b9d0e1f239c75f" providerId="LiveId" clId="{E297FC27-9774-4AAE-B428-959B432F1B03}" dt="2026-03-01T01:18:07.717" v="7162" actId="20577"/>
          <ac:spMkLst>
            <pc:docMk/>
            <pc:sldMk cId="1672849946" sldId="351"/>
            <ac:spMk id="27" creationId="{E9E81CD9-9BE1-E70B-B4BE-2F0B9D241EFD}"/>
          </ac:spMkLst>
        </pc:spChg>
        <pc:spChg chg="add mod">
          <ac:chgData name="Dursun Dashdamirov" userId="a8b9d0e1f239c75f" providerId="LiveId" clId="{E297FC27-9774-4AAE-B428-959B432F1B03}" dt="2026-03-01T00:59:06.945" v="7007" actId="20577"/>
          <ac:spMkLst>
            <pc:docMk/>
            <pc:sldMk cId="1672849946" sldId="351"/>
            <ac:spMk id="28" creationId="{79329343-D8CF-0F7A-0C47-ADBFE67AC525}"/>
          </ac:spMkLst>
        </pc:spChg>
        <pc:spChg chg="add mod">
          <ac:chgData name="Dursun Dashdamirov" userId="a8b9d0e1f239c75f" providerId="LiveId" clId="{E297FC27-9774-4AAE-B428-959B432F1B03}" dt="2026-03-01T01:04:24.236" v="7016" actId="20577"/>
          <ac:spMkLst>
            <pc:docMk/>
            <pc:sldMk cId="1672849946" sldId="351"/>
            <ac:spMk id="29" creationId="{81B89520-A56F-9A30-AB13-63FE06864E5D}"/>
          </ac:spMkLst>
        </pc:spChg>
        <pc:spChg chg="mod">
          <ac:chgData name="Dursun Dashdamirov" userId="a8b9d0e1f239c75f" providerId="LiveId" clId="{E297FC27-9774-4AAE-B428-959B432F1B03}" dt="2026-02-28T02:43:28.425" v="6893" actId="1076"/>
          <ac:spMkLst>
            <pc:docMk/>
            <pc:sldMk cId="1672849946" sldId="351"/>
            <ac:spMk id="31" creationId="{A53819FE-F141-40E0-7C4E-B57FCE23E294}"/>
          </ac:spMkLst>
        </pc:spChg>
        <pc:spChg chg="add mod">
          <ac:chgData name="Dursun Dashdamirov" userId="a8b9d0e1f239c75f" providerId="LiveId" clId="{E297FC27-9774-4AAE-B428-959B432F1B03}" dt="2026-03-01T01:05:16.718" v="7033" actId="20577"/>
          <ac:spMkLst>
            <pc:docMk/>
            <pc:sldMk cId="1672849946" sldId="351"/>
            <ac:spMk id="35" creationId="{852A5A94-B50B-8B69-836A-4303617D99CF}"/>
          </ac:spMkLst>
        </pc:spChg>
        <pc:spChg chg="add mod">
          <ac:chgData name="Dursun Dashdamirov" userId="a8b9d0e1f239c75f" providerId="LiveId" clId="{E297FC27-9774-4AAE-B428-959B432F1B03}" dt="2026-03-01T01:05:33.606" v="7048" actId="20577"/>
          <ac:spMkLst>
            <pc:docMk/>
            <pc:sldMk cId="1672849946" sldId="351"/>
            <ac:spMk id="36" creationId="{B3322262-5B46-E91F-E97C-A2984CBE4759}"/>
          </ac:spMkLst>
        </pc:spChg>
        <pc:spChg chg="add mod">
          <ac:chgData name="Dursun Dashdamirov" userId="a8b9d0e1f239c75f" providerId="LiveId" clId="{E297FC27-9774-4AAE-B428-959B432F1B03}" dt="2026-03-01T01:09:57.109" v="7065" actId="20577"/>
          <ac:spMkLst>
            <pc:docMk/>
            <pc:sldMk cId="1672849946" sldId="351"/>
            <ac:spMk id="37" creationId="{D2279018-FC53-74FA-6B12-19132031CAD9}"/>
          </ac:spMkLst>
        </pc:spChg>
        <pc:spChg chg="add mod">
          <ac:chgData name="Dursun Dashdamirov" userId="a8b9d0e1f239c75f" providerId="LiveId" clId="{E297FC27-9774-4AAE-B428-959B432F1B03}" dt="2026-03-01T01:18:20.443" v="7172" actId="14100"/>
          <ac:spMkLst>
            <pc:docMk/>
            <pc:sldMk cId="1672849946" sldId="351"/>
            <ac:spMk id="38" creationId="{3701F4DE-08B2-CF28-6639-DBC297CE20D1}"/>
          </ac:spMkLst>
        </pc:spChg>
        <pc:inkChg chg="add del">
          <ac:chgData name="Dursun Dashdamirov" userId="a8b9d0e1f239c75f" providerId="LiveId" clId="{E297FC27-9774-4AAE-B428-959B432F1B03}" dt="2026-03-03T00:24:17.320" v="9817" actId="33639"/>
          <ac:inkMkLst>
            <pc:docMk/>
            <pc:sldMk cId="1672849946" sldId="351"/>
            <ac:inkMk id="15" creationId="{25A46AFD-7A38-14E8-A651-EFA9BD0091D2}"/>
          </ac:inkMkLst>
        </pc:inkChg>
        <pc:cxnChg chg="add mod">
          <ac:chgData name="Dursun Dashdamirov" userId="a8b9d0e1f239c75f" providerId="LiveId" clId="{E297FC27-9774-4AAE-B428-959B432F1B03}" dt="2026-03-01T00:56:52.456" v="6986" actId="14100"/>
          <ac:cxnSpMkLst>
            <pc:docMk/>
            <pc:sldMk cId="1672849946" sldId="351"/>
            <ac:cxnSpMk id="3" creationId="{067BEC49-D8F6-2FEA-98A1-5BA1F1F79A55}"/>
          </ac:cxnSpMkLst>
        </pc:cxnChg>
        <pc:cxnChg chg="add mod">
          <ac:chgData name="Dursun Dashdamirov" userId="a8b9d0e1f239c75f" providerId="LiveId" clId="{E297FC27-9774-4AAE-B428-959B432F1B03}" dt="2026-03-01T01:12:26.279" v="7066" actId="478"/>
          <ac:cxnSpMkLst>
            <pc:docMk/>
            <pc:sldMk cId="1672849946" sldId="351"/>
            <ac:cxnSpMk id="7" creationId="{2E298577-64A1-9EDB-4CB7-5FF22CA971A1}"/>
          </ac:cxnSpMkLst>
        </pc:cxnChg>
        <pc:cxnChg chg="mod">
          <ac:chgData name="Dursun Dashdamirov" userId="a8b9d0e1f239c75f" providerId="LiveId" clId="{E297FC27-9774-4AAE-B428-959B432F1B03}" dt="2026-03-01T00:56:52.456" v="6986" actId="14100"/>
          <ac:cxnSpMkLst>
            <pc:docMk/>
            <pc:sldMk cId="1672849946" sldId="351"/>
            <ac:cxnSpMk id="12" creationId="{72E16A88-296D-00CE-9BD2-F83BA7706C85}"/>
          </ac:cxnSpMkLst>
        </pc:cxnChg>
      </pc:sldChg>
      <pc:sldChg chg="addSp delSp modSp add mod">
        <pc:chgData name="Dursun Dashdamirov" userId="a8b9d0e1f239c75f" providerId="LiveId" clId="{E297FC27-9774-4AAE-B428-959B432F1B03}" dt="2026-03-01T06:37:55.437" v="9591" actId="1076"/>
        <pc:sldMkLst>
          <pc:docMk/>
          <pc:sldMk cId="325164378" sldId="352"/>
        </pc:sldMkLst>
        <pc:spChg chg="add mod">
          <ac:chgData name="Dursun Dashdamirov" userId="a8b9d0e1f239c75f" providerId="LiveId" clId="{E297FC27-9774-4AAE-B428-959B432F1B03}" dt="2026-03-01T05:59:46.443" v="8642" actId="1076"/>
          <ac:spMkLst>
            <pc:docMk/>
            <pc:sldMk cId="325164378" sldId="352"/>
            <ac:spMk id="2" creationId="{8BFA7CB5-1ADB-19B9-9D58-E69A11875CC5}"/>
          </ac:spMkLst>
        </pc:spChg>
        <pc:spChg chg="mod">
          <ac:chgData name="Dursun Dashdamirov" userId="a8b9d0e1f239c75f" providerId="LiveId" clId="{E297FC27-9774-4AAE-B428-959B432F1B03}" dt="2026-03-01T06:37:46.306" v="9589" actId="1076"/>
          <ac:spMkLst>
            <pc:docMk/>
            <pc:sldMk cId="325164378" sldId="352"/>
            <ac:spMk id="3" creationId="{18F2A633-295E-D2EA-0609-E96A2A7BE437}"/>
          </ac:spMkLst>
        </pc:spChg>
        <pc:spChg chg="add mod">
          <ac:chgData name="Dursun Dashdamirov" userId="a8b9d0e1f239c75f" providerId="LiveId" clId="{E297FC27-9774-4AAE-B428-959B432F1B03}" dt="2026-03-01T05:59:46.443" v="8642" actId="1076"/>
          <ac:spMkLst>
            <pc:docMk/>
            <pc:sldMk cId="325164378" sldId="352"/>
            <ac:spMk id="4" creationId="{597872D1-29AF-A3D4-214B-90B6E69182EF}"/>
          </ac:spMkLst>
        </pc:spChg>
        <pc:spChg chg="add mod">
          <ac:chgData name="Dursun Dashdamirov" userId="a8b9d0e1f239c75f" providerId="LiveId" clId="{E297FC27-9774-4AAE-B428-959B432F1B03}" dt="2026-03-01T05:59:46.443" v="8642" actId="1076"/>
          <ac:spMkLst>
            <pc:docMk/>
            <pc:sldMk cId="325164378" sldId="352"/>
            <ac:spMk id="8" creationId="{D2475F20-5B2A-9A42-69E2-9BB12227D2E0}"/>
          </ac:spMkLst>
        </pc:spChg>
        <pc:spChg chg="add mod">
          <ac:chgData name="Dursun Dashdamirov" userId="a8b9d0e1f239c75f" providerId="LiveId" clId="{E297FC27-9774-4AAE-B428-959B432F1B03}" dt="2026-03-01T05:59:46.443" v="8642" actId="1076"/>
          <ac:spMkLst>
            <pc:docMk/>
            <pc:sldMk cId="325164378" sldId="352"/>
            <ac:spMk id="9" creationId="{8F58057D-700C-8FDD-61B3-5DCD6134C5AF}"/>
          </ac:spMkLst>
        </pc:spChg>
        <pc:spChg chg="add mod">
          <ac:chgData name="Dursun Dashdamirov" userId="a8b9d0e1f239c75f" providerId="LiveId" clId="{E297FC27-9774-4AAE-B428-959B432F1B03}" dt="2026-03-01T05:59:46.443" v="8642" actId="1076"/>
          <ac:spMkLst>
            <pc:docMk/>
            <pc:sldMk cId="325164378" sldId="352"/>
            <ac:spMk id="10" creationId="{E8BFC8D8-A7D1-F732-6396-5134D89B8F6B}"/>
          </ac:spMkLst>
        </pc:spChg>
        <pc:spChg chg="add mod">
          <ac:chgData name="Dursun Dashdamirov" userId="a8b9d0e1f239c75f" providerId="LiveId" clId="{E297FC27-9774-4AAE-B428-959B432F1B03}" dt="2026-03-01T05:59:46.443" v="8642" actId="1076"/>
          <ac:spMkLst>
            <pc:docMk/>
            <pc:sldMk cId="325164378" sldId="352"/>
            <ac:spMk id="11" creationId="{48499907-AB4D-856E-9F50-8BDA85A394C5}"/>
          </ac:spMkLst>
        </pc:spChg>
        <pc:spChg chg="add mod">
          <ac:chgData name="Dursun Dashdamirov" userId="a8b9d0e1f239c75f" providerId="LiveId" clId="{E297FC27-9774-4AAE-B428-959B432F1B03}" dt="2026-03-01T05:59:48.843" v="8643" actId="1076"/>
          <ac:spMkLst>
            <pc:docMk/>
            <pc:sldMk cId="325164378" sldId="352"/>
            <ac:spMk id="12" creationId="{5BAD5F37-46C9-0A55-11C1-71BE3F7EFBA1}"/>
          </ac:spMkLst>
        </pc:spChg>
        <pc:spChg chg="add mod">
          <ac:chgData name="Dursun Dashdamirov" userId="a8b9d0e1f239c75f" providerId="LiveId" clId="{E297FC27-9774-4AAE-B428-959B432F1B03}" dt="2026-03-01T05:59:46.443" v="8642" actId="1076"/>
          <ac:spMkLst>
            <pc:docMk/>
            <pc:sldMk cId="325164378" sldId="352"/>
            <ac:spMk id="15" creationId="{80F010B6-82BE-33EF-113D-DC20C22FAF2D}"/>
          </ac:spMkLst>
        </pc:spChg>
        <pc:spChg chg="add mod">
          <ac:chgData name="Dursun Dashdamirov" userId="a8b9d0e1f239c75f" providerId="LiveId" clId="{E297FC27-9774-4AAE-B428-959B432F1B03}" dt="2026-03-01T06:37:51.314" v="9590" actId="1076"/>
          <ac:spMkLst>
            <pc:docMk/>
            <pc:sldMk cId="325164378" sldId="352"/>
            <ac:spMk id="20" creationId="{D4829286-937B-6668-3F08-F4BA1B17F491}"/>
          </ac:spMkLst>
        </pc:spChg>
        <pc:spChg chg="add mod">
          <ac:chgData name="Dursun Dashdamirov" userId="a8b9d0e1f239c75f" providerId="LiveId" clId="{E297FC27-9774-4AAE-B428-959B432F1B03}" dt="2026-03-01T06:37:51.314" v="9590" actId="1076"/>
          <ac:spMkLst>
            <pc:docMk/>
            <pc:sldMk cId="325164378" sldId="352"/>
            <ac:spMk id="22" creationId="{55BBE97C-A7B5-AA7F-6A7B-596A5B840FDD}"/>
          </ac:spMkLst>
        </pc:spChg>
        <pc:spChg chg="add mod">
          <ac:chgData name="Dursun Dashdamirov" userId="a8b9d0e1f239c75f" providerId="LiveId" clId="{E297FC27-9774-4AAE-B428-959B432F1B03}" dt="2026-03-01T06:37:51.314" v="9590" actId="1076"/>
          <ac:spMkLst>
            <pc:docMk/>
            <pc:sldMk cId="325164378" sldId="352"/>
            <ac:spMk id="24" creationId="{FD370986-5E27-062A-2916-A695CC5B0EB2}"/>
          </ac:spMkLst>
        </pc:spChg>
        <pc:spChg chg="add mod">
          <ac:chgData name="Dursun Dashdamirov" userId="a8b9d0e1f239c75f" providerId="LiveId" clId="{E297FC27-9774-4AAE-B428-959B432F1B03}" dt="2026-03-01T06:37:51.314" v="9590" actId="1076"/>
          <ac:spMkLst>
            <pc:docMk/>
            <pc:sldMk cId="325164378" sldId="352"/>
            <ac:spMk id="25" creationId="{67201541-649A-0DF3-3D93-2C78E2070BAF}"/>
          </ac:spMkLst>
        </pc:spChg>
        <pc:spChg chg="add mod">
          <ac:chgData name="Dursun Dashdamirov" userId="a8b9d0e1f239c75f" providerId="LiveId" clId="{E297FC27-9774-4AAE-B428-959B432F1B03}" dt="2026-03-01T06:37:55.437" v="9591" actId="1076"/>
          <ac:spMkLst>
            <pc:docMk/>
            <pc:sldMk cId="325164378" sldId="352"/>
            <ac:spMk id="27" creationId="{84BC9DDB-16AF-F85B-A2A5-39542ED6D4BE}"/>
          </ac:spMkLst>
        </pc:spChg>
        <pc:picChg chg="add mod">
          <ac:chgData name="Dursun Dashdamirov" userId="a8b9d0e1f239c75f" providerId="LiveId" clId="{E297FC27-9774-4AAE-B428-959B432F1B03}" dt="2026-03-01T06:37:51.314" v="9590" actId="1076"/>
          <ac:picMkLst>
            <pc:docMk/>
            <pc:sldMk cId="325164378" sldId="352"/>
            <ac:picMk id="23" creationId="{90261D56-2956-2CDC-8F87-36CFA14E98BF}"/>
          </ac:picMkLst>
        </pc:picChg>
        <pc:picChg chg="add mod">
          <ac:chgData name="Dursun Dashdamirov" userId="a8b9d0e1f239c75f" providerId="LiveId" clId="{E297FC27-9774-4AAE-B428-959B432F1B03}" dt="2026-03-01T06:37:51.314" v="9590" actId="1076"/>
          <ac:picMkLst>
            <pc:docMk/>
            <pc:sldMk cId="325164378" sldId="352"/>
            <ac:picMk id="4098" creationId="{B1F324EC-D7BA-36E9-6554-B70EA7086915}"/>
          </ac:picMkLst>
        </pc:picChg>
        <pc:cxnChg chg="mod">
          <ac:chgData name="Dursun Dashdamirov" userId="a8b9d0e1f239c75f" providerId="LiveId" clId="{E297FC27-9774-4AAE-B428-959B432F1B03}" dt="2026-03-01T05:59:46.443" v="8642" actId="1076"/>
          <ac:cxnSpMkLst>
            <pc:docMk/>
            <pc:sldMk cId="325164378" sldId="352"/>
            <ac:cxnSpMk id="6" creationId="{163E7005-AF90-1EA8-B16A-377686A3653B}"/>
          </ac:cxnSpMkLst>
        </pc:cxnChg>
        <pc:cxnChg chg="mod">
          <ac:chgData name="Dursun Dashdamirov" userId="a8b9d0e1f239c75f" providerId="LiveId" clId="{E297FC27-9774-4AAE-B428-959B432F1B03}" dt="2026-03-01T05:59:46.443" v="8642" actId="1076"/>
          <ac:cxnSpMkLst>
            <pc:docMk/>
            <pc:sldMk cId="325164378" sldId="352"/>
            <ac:cxnSpMk id="7" creationId="{E93CC866-D27F-2ED9-61E9-AA725062518E}"/>
          </ac:cxnSpMkLst>
        </pc:cxnChg>
      </pc:sldChg>
      <pc:sldChg chg="addSp delSp modSp add mod">
        <pc:chgData name="Dursun Dashdamirov" userId="a8b9d0e1f239c75f" providerId="LiveId" clId="{E297FC27-9774-4AAE-B428-959B432F1B03}" dt="2026-03-03T00:24:17.320" v="9817" actId="33639"/>
        <pc:sldMkLst>
          <pc:docMk/>
          <pc:sldMk cId="2844036261" sldId="353"/>
        </pc:sldMkLst>
        <pc:spChg chg="mod">
          <ac:chgData name="Dursun Dashdamirov" userId="a8b9d0e1f239c75f" providerId="LiveId" clId="{E297FC27-9774-4AAE-B428-959B432F1B03}" dt="2026-03-01T01:15:02.971" v="7100" actId="1076"/>
          <ac:spMkLst>
            <pc:docMk/>
            <pc:sldMk cId="2844036261" sldId="353"/>
            <ac:spMk id="4" creationId="{918C9267-86AD-4382-A1F6-E7FCB01DF108}"/>
          </ac:spMkLst>
        </pc:spChg>
        <pc:spChg chg="mod">
          <ac:chgData name="Dursun Dashdamirov" userId="a8b9d0e1f239c75f" providerId="LiveId" clId="{E297FC27-9774-4AAE-B428-959B432F1B03}" dt="2026-03-01T01:15:10.192" v="7105" actId="14100"/>
          <ac:spMkLst>
            <pc:docMk/>
            <pc:sldMk cId="2844036261" sldId="353"/>
            <ac:spMk id="5" creationId="{9F032429-FE25-F535-3C25-97070ED87CF3}"/>
          </ac:spMkLst>
        </pc:spChg>
        <pc:spChg chg="mod">
          <ac:chgData name="Dursun Dashdamirov" userId="a8b9d0e1f239c75f" providerId="LiveId" clId="{E297FC27-9774-4AAE-B428-959B432F1B03}" dt="2026-03-01T01:15:02.971" v="7100" actId="1076"/>
          <ac:spMkLst>
            <pc:docMk/>
            <pc:sldMk cId="2844036261" sldId="353"/>
            <ac:spMk id="8" creationId="{86D580D1-CAE9-D3DB-CC75-BCA90A2D086E}"/>
          </ac:spMkLst>
        </pc:spChg>
        <pc:spChg chg="mod">
          <ac:chgData name="Dursun Dashdamirov" userId="a8b9d0e1f239c75f" providerId="LiveId" clId="{E297FC27-9774-4AAE-B428-959B432F1B03}" dt="2026-03-01T01:15:15.662" v="7106" actId="1076"/>
          <ac:spMkLst>
            <pc:docMk/>
            <pc:sldMk cId="2844036261" sldId="353"/>
            <ac:spMk id="9" creationId="{2DAF1933-BDC8-3F80-C83A-4B936BBD1635}"/>
          </ac:spMkLst>
        </pc:spChg>
        <pc:spChg chg="mod">
          <ac:chgData name="Dursun Dashdamirov" userId="a8b9d0e1f239c75f" providerId="LiveId" clId="{E297FC27-9774-4AAE-B428-959B432F1B03}" dt="2026-03-01T01:15:15.662" v="7106" actId="1076"/>
          <ac:spMkLst>
            <pc:docMk/>
            <pc:sldMk cId="2844036261" sldId="353"/>
            <ac:spMk id="14" creationId="{9B8A247E-DE0D-39D1-976E-C3BBD98F581A}"/>
          </ac:spMkLst>
        </pc:spChg>
        <pc:spChg chg="add mod">
          <ac:chgData name="Dursun Dashdamirov" userId="a8b9d0e1f239c75f" providerId="LiveId" clId="{E297FC27-9774-4AAE-B428-959B432F1B03}" dt="2026-03-01T01:15:15.662" v="7106" actId="1076"/>
          <ac:spMkLst>
            <pc:docMk/>
            <pc:sldMk cId="2844036261" sldId="353"/>
            <ac:spMk id="15" creationId="{D7A8C2E7-39A6-57FC-0260-CCBAF4EB952A}"/>
          </ac:spMkLst>
        </pc:spChg>
        <pc:spChg chg="mod">
          <ac:chgData name="Dursun Dashdamirov" userId="a8b9d0e1f239c75f" providerId="LiveId" clId="{E297FC27-9774-4AAE-B428-959B432F1B03}" dt="2026-03-01T01:15:15.662" v="7106" actId="1076"/>
          <ac:spMkLst>
            <pc:docMk/>
            <pc:sldMk cId="2844036261" sldId="353"/>
            <ac:spMk id="16" creationId="{17CBB22C-1D6F-1AE8-88D8-31D432425644}"/>
          </ac:spMkLst>
        </pc:spChg>
        <pc:spChg chg="mod">
          <ac:chgData name="Dursun Dashdamirov" userId="a8b9d0e1f239c75f" providerId="LiveId" clId="{E297FC27-9774-4AAE-B428-959B432F1B03}" dt="2026-03-01T01:15:15.662" v="7106" actId="1076"/>
          <ac:spMkLst>
            <pc:docMk/>
            <pc:sldMk cId="2844036261" sldId="353"/>
            <ac:spMk id="18" creationId="{B42F1A1E-FA6E-866D-40FD-2F34D7F40CE3}"/>
          </ac:spMkLst>
        </pc:spChg>
        <pc:spChg chg="mod">
          <ac:chgData name="Dursun Dashdamirov" userId="a8b9d0e1f239c75f" providerId="LiveId" clId="{E297FC27-9774-4AAE-B428-959B432F1B03}" dt="2026-03-01T01:15:15.662" v="7106" actId="1076"/>
          <ac:spMkLst>
            <pc:docMk/>
            <pc:sldMk cId="2844036261" sldId="353"/>
            <ac:spMk id="19" creationId="{3B93ABB0-3ABF-3135-4166-AB290C4FA12B}"/>
          </ac:spMkLst>
        </pc:spChg>
        <pc:spChg chg="mod">
          <ac:chgData name="Dursun Dashdamirov" userId="a8b9d0e1f239c75f" providerId="LiveId" clId="{E297FC27-9774-4AAE-B428-959B432F1B03}" dt="2026-03-01T01:15:15.662" v="7106" actId="1076"/>
          <ac:spMkLst>
            <pc:docMk/>
            <pc:sldMk cId="2844036261" sldId="353"/>
            <ac:spMk id="20" creationId="{27A0607C-556B-CF66-A491-3CFFC3E33C90}"/>
          </ac:spMkLst>
        </pc:spChg>
        <pc:spChg chg="add mod">
          <ac:chgData name="Dursun Dashdamirov" userId="a8b9d0e1f239c75f" providerId="LiveId" clId="{E297FC27-9774-4AAE-B428-959B432F1B03}" dt="2026-03-01T01:14:38.654" v="7094" actId="1076"/>
          <ac:spMkLst>
            <pc:docMk/>
            <pc:sldMk cId="2844036261" sldId="353"/>
            <ac:spMk id="22" creationId="{90E821FA-1769-F7BC-9D65-3130EDFE64BB}"/>
          </ac:spMkLst>
        </pc:spChg>
        <pc:spChg chg="add mod">
          <ac:chgData name="Dursun Dashdamirov" userId="a8b9d0e1f239c75f" providerId="LiveId" clId="{E297FC27-9774-4AAE-B428-959B432F1B03}" dt="2026-03-01T01:15:15.662" v="7106" actId="1076"/>
          <ac:spMkLst>
            <pc:docMk/>
            <pc:sldMk cId="2844036261" sldId="353"/>
            <ac:spMk id="23" creationId="{4CE5FF70-6B9C-5633-C7AD-BDC8B307B52B}"/>
          </ac:spMkLst>
        </pc:spChg>
        <pc:spChg chg="add mod">
          <ac:chgData name="Dursun Dashdamirov" userId="a8b9d0e1f239c75f" providerId="LiveId" clId="{E297FC27-9774-4AAE-B428-959B432F1B03}" dt="2026-03-01T01:15:31.406" v="7112" actId="14100"/>
          <ac:spMkLst>
            <pc:docMk/>
            <pc:sldMk cId="2844036261" sldId="353"/>
            <ac:spMk id="24" creationId="{8E13009D-1AE3-E0BA-8913-543A8A31B4B7}"/>
          </ac:spMkLst>
        </pc:spChg>
        <pc:spChg chg="mod">
          <ac:chgData name="Dursun Dashdamirov" userId="a8b9d0e1f239c75f" providerId="LiveId" clId="{E297FC27-9774-4AAE-B428-959B432F1B03}" dt="2026-03-01T01:15:15.662" v="7106" actId="1076"/>
          <ac:spMkLst>
            <pc:docMk/>
            <pc:sldMk cId="2844036261" sldId="353"/>
            <ac:spMk id="26" creationId="{C807AC65-B283-835A-AD6B-91DF6E72C358}"/>
          </ac:spMkLst>
        </pc:spChg>
        <pc:spChg chg="mod">
          <ac:chgData name="Dursun Dashdamirov" userId="a8b9d0e1f239c75f" providerId="LiveId" clId="{E297FC27-9774-4AAE-B428-959B432F1B03}" dt="2026-03-01T01:15:15.662" v="7106" actId="1076"/>
          <ac:spMkLst>
            <pc:docMk/>
            <pc:sldMk cId="2844036261" sldId="353"/>
            <ac:spMk id="27" creationId="{F86804DF-E383-B171-218B-4695F540A68A}"/>
          </ac:spMkLst>
        </pc:spChg>
        <pc:spChg chg="mod">
          <ac:chgData name="Dursun Dashdamirov" userId="a8b9d0e1f239c75f" providerId="LiveId" clId="{E297FC27-9774-4AAE-B428-959B432F1B03}" dt="2026-03-01T01:21:19.282" v="7294" actId="1037"/>
          <ac:spMkLst>
            <pc:docMk/>
            <pc:sldMk cId="2844036261" sldId="353"/>
            <ac:spMk id="38" creationId="{7D36BD9F-D696-87F2-0570-B71110DEE050}"/>
          </ac:spMkLst>
        </pc:spChg>
        <pc:spChg chg="add mod">
          <ac:chgData name="Dursun Dashdamirov" userId="a8b9d0e1f239c75f" providerId="LiveId" clId="{E297FC27-9774-4AAE-B428-959B432F1B03}" dt="2026-03-01T01:17:28.573" v="7122" actId="1076"/>
          <ac:spMkLst>
            <pc:docMk/>
            <pc:sldMk cId="2844036261" sldId="353"/>
            <ac:spMk id="39" creationId="{028F0610-1E6A-0F86-D367-4A61A8A9C0CC}"/>
          </ac:spMkLst>
        </pc:spChg>
        <pc:spChg chg="add mod">
          <ac:chgData name="Dursun Dashdamirov" userId="a8b9d0e1f239c75f" providerId="LiveId" clId="{E297FC27-9774-4AAE-B428-959B432F1B03}" dt="2026-03-01T01:18:49.313" v="7176" actId="20577"/>
          <ac:spMkLst>
            <pc:docMk/>
            <pc:sldMk cId="2844036261" sldId="353"/>
            <ac:spMk id="42" creationId="{5E9393B2-5B2F-D91B-E6DA-23078731C443}"/>
          </ac:spMkLst>
        </pc:spChg>
        <pc:spChg chg="add mod">
          <ac:chgData name="Dursun Dashdamirov" userId="a8b9d0e1f239c75f" providerId="LiveId" clId="{E297FC27-9774-4AAE-B428-959B432F1B03}" dt="2026-03-01T01:18:56.173" v="7182" actId="20577"/>
          <ac:spMkLst>
            <pc:docMk/>
            <pc:sldMk cId="2844036261" sldId="353"/>
            <ac:spMk id="43" creationId="{3370C27A-674A-416A-2852-5D3819AFF550}"/>
          </ac:spMkLst>
        </pc:spChg>
        <pc:spChg chg="add mod">
          <ac:chgData name="Dursun Dashdamirov" userId="a8b9d0e1f239c75f" providerId="LiveId" clId="{E297FC27-9774-4AAE-B428-959B432F1B03}" dt="2026-03-01T01:21:12.217" v="7289" actId="207"/>
          <ac:spMkLst>
            <pc:docMk/>
            <pc:sldMk cId="2844036261" sldId="353"/>
            <ac:spMk id="47" creationId="{6FCB5471-4DEB-C27A-3AE7-EF7AE31EB7B2}"/>
          </ac:spMkLst>
        </pc:spChg>
        <pc:spChg chg="add mod">
          <ac:chgData name="Dursun Dashdamirov" userId="a8b9d0e1f239c75f" providerId="LiveId" clId="{E297FC27-9774-4AAE-B428-959B432F1B03}" dt="2026-03-01T01:20:33.449" v="7230" actId="20577"/>
          <ac:spMkLst>
            <pc:docMk/>
            <pc:sldMk cId="2844036261" sldId="353"/>
            <ac:spMk id="48" creationId="{E1BA00DB-D7B9-45A7-46FA-4B19F30F5AE1}"/>
          </ac:spMkLst>
        </pc:spChg>
        <pc:spChg chg="add mod">
          <ac:chgData name="Dursun Dashdamirov" userId="a8b9d0e1f239c75f" providerId="LiveId" clId="{E297FC27-9774-4AAE-B428-959B432F1B03}" dt="2026-03-01T01:20:08.242" v="7215" actId="1076"/>
          <ac:spMkLst>
            <pc:docMk/>
            <pc:sldMk cId="2844036261" sldId="353"/>
            <ac:spMk id="49" creationId="{C76FA7D1-B115-104D-B50C-15F5AC28598D}"/>
          </ac:spMkLst>
        </pc:spChg>
        <pc:spChg chg="add mod">
          <ac:chgData name="Dursun Dashdamirov" userId="a8b9d0e1f239c75f" providerId="LiveId" clId="{E297FC27-9774-4AAE-B428-959B432F1B03}" dt="2026-03-01T01:22:18.319" v="7331" actId="6549"/>
          <ac:spMkLst>
            <pc:docMk/>
            <pc:sldMk cId="2844036261" sldId="353"/>
            <ac:spMk id="50" creationId="{E8F7ED50-DF6E-4C4B-B85E-823641AF552E}"/>
          </ac:spMkLst>
        </pc:spChg>
        <pc:graphicFrameChg chg="mod">
          <ac:chgData name="Dursun Dashdamirov" userId="a8b9d0e1f239c75f" providerId="LiveId" clId="{E297FC27-9774-4AAE-B428-959B432F1B03}" dt="2026-03-01T01:15:02.971" v="7100" actId="1076"/>
          <ac:graphicFrameMkLst>
            <pc:docMk/>
            <pc:sldMk cId="2844036261" sldId="353"/>
            <ac:graphicFrameMk id="2" creationId="{CC00F94E-FF7D-4A4D-0DA2-511BB7C067AC}"/>
          </ac:graphicFrameMkLst>
        </pc:graphicFrameChg>
        <pc:inkChg chg="add del">
          <ac:chgData name="Dursun Dashdamirov" userId="a8b9d0e1f239c75f" providerId="LiveId" clId="{E297FC27-9774-4AAE-B428-959B432F1B03}" dt="2026-03-03T00:24:17.320" v="9817" actId="33639"/>
          <ac:inkMkLst>
            <pc:docMk/>
            <pc:sldMk cId="2844036261" sldId="353"/>
            <ac:inkMk id="6" creationId="{D0109755-4706-DA5F-B4CB-F4CC66F33C97}"/>
          </ac:inkMkLst>
        </pc:inkChg>
        <pc:cxnChg chg="add mod">
          <ac:chgData name="Dursun Dashdamirov" userId="a8b9d0e1f239c75f" providerId="LiveId" clId="{E297FC27-9774-4AAE-B428-959B432F1B03}" dt="2026-03-01T01:15:31.406" v="7112" actId="14100"/>
          <ac:cxnSpMkLst>
            <pc:docMk/>
            <pc:sldMk cId="2844036261" sldId="353"/>
            <ac:cxnSpMk id="17" creationId="{3DDDB7D4-93DB-72B9-42EA-1B308866F9D1}"/>
          </ac:cxnSpMkLst>
        </pc:cxnChg>
        <pc:cxnChg chg="add mod">
          <ac:chgData name="Dursun Dashdamirov" userId="a8b9d0e1f239c75f" providerId="LiveId" clId="{E297FC27-9774-4AAE-B428-959B432F1B03}" dt="2026-03-01T01:17:30.014" v="7123" actId="14100"/>
          <ac:cxnSpMkLst>
            <pc:docMk/>
            <pc:sldMk cId="2844036261" sldId="353"/>
            <ac:cxnSpMk id="21" creationId="{B5375028-55A2-90EF-8204-500E2051E877}"/>
          </ac:cxnSpMkLst>
        </pc:cxnChg>
      </pc:sldChg>
      <pc:sldChg chg="addSp delSp modSp add mod">
        <pc:chgData name="Dursun Dashdamirov" userId="a8b9d0e1f239c75f" providerId="LiveId" clId="{E297FC27-9774-4AAE-B428-959B432F1B03}" dt="2026-03-03T00:24:17.320" v="9817" actId="33639"/>
        <pc:sldMkLst>
          <pc:docMk/>
          <pc:sldMk cId="4023632961" sldId="354"/>
        </pc:sldMkLst>
        <pc:spChg chg="mod">
          <ac:chgData name="Dursun Dashdamirov" userId="a8b9d0e1f239c75f" providerId="LiveId" clId="{E297FC27-9774-4AAE-B428-959B432F1B03}" dt="2026-03-01T06:32:04.733" v="9304" actId="20577"/>
          <ac:spMkLst>
            <pc:docMk/>
            <pc:sldMk cId="4023632961" sldId="354"/>
            <ac:spMk id="5" creationId="{2B7EA22A-4976-87FA-A0EC-D60A627FA385}"/>
          </ac:spMkLst>
        </pc:spChg>
        <pc:spChg chg="add mod">
          <ac:chgData name="Dursun Dashdamirov" userId="a8b9d0e1f239c75f" providerId="LiveId" clId="{E297FC27-9774-4AAE-B428-959B432F1B03}" dt="2026-03-01T06:32:10.409" v="9306" actId="1076"/>
          <ac:spMkLst>
            <pc:docMk/>
            <pc:sldMk cId="4023632961" sldId="354"/>
            <ac:spMk id="7" creationId="{B6A2695E-8606-BF67-7C4C-81D709D12719}"/>
          </ac:spMkLst>
        </pc:spChg>
        <pc:picChg chg="add mod">
          <ac:chgData name="Dursun Dashdamirov" userId="a8b9d0e1f239c75f" providerId="LiveId" clId="{E297FC27-9774-4AAE-B428-959B432F1B03}" dt="2026-03-01T06:32:08.176" v="9305" actId="1076"/>
          <ac:picMkLst>
            <pc:docMk/>
            <pc:sldMk cId="4023632961" sldId="354"/>
            <ac:picMk id="6" creationId="{1ADC5135-9019-2ED8-09AB-0C1E38D27101}"/>
          </ac:picMkLst>
        </pc:picChg>
        <pc:picChg chg="add mod">
          <ac:chgData name="Dursun Dashdamirov" userId="a8b9d0e1f239c75f" providerId="LiveId" clId="{E297FC27-9774-4AAE-B428-959B432F1B03}" dt="2026-03-01T06:31:53.947" v="9284" actId="1076"/>
          <ac:picMkLst>
            <pc:docMk/>
            <pc:sldMk cId="4023632961" sldId="354"/>
            <ac:picMk id="9" creationId="{23EBAB02-75BF-C5B8-CBF4-4C05E8F4DA4B}"/>
          </ac:picMkLst>
        </pc:picChg>
        <pc:inkChg chg="add del">
          <ac:chgData name="Dursun Dashdamirov" userId="a8b9d0e1f239c75f" providerId="LiveId" clId="{E297FC27-9774-4AAE-B428-959B432F1B03}" dt="2026-03-03T00:24:17.320" v="9817" actId="33639"/>
          <ac:inkMkLst>
            <pc:docMk/>
            <pc:sldMk cId="4023632961" sldId="354"/>
            <ac:inkMk id="2" creationId="{39014FA4-EFEF-4B0C-C070-525533B0B46C}"/>
          </ac:inkMkLst>
        </pc:inkChg>
      </pc:sldChg>
      <pc:sldChg chg="addSp delSp modSp add mod">
        <pc:chgData name="Dursun Dashdamirov" userId="a8b9d0e1f239c75f" providerId="LiveId" clId="{E297FC27-9774-4AAE-B428-959B432F1B03}" dt="2026-03-03T00:24:17.320" v="9817" actId="33639"/>
        <pc:sldMkLst>
          <pc:docMk/>
          <pc:sldMk cId="1393752070" sldId="355"/>
        </pc:sldMkLst>
        <pc:spChg chg="mod">
          <ac:chgData name="Dursun Dashdamirov" userId="a8b9d0e1f239c75f" providerId="LiveId" clId="{E297FC27-9774-4AAE-B428-959B432F1B03}" dt="2026-03-01T02:32:25.960" v="8121" actId="1076"/>
          <ac:spMkLst>
            <pc:docMk/>
            <pc:sldMk cId="1393752070" sldId="355"/>
            <ac:spMk id="3" creationId="{F9B383F3-B989-7356-2928-40AD5F4E3373}"/>
          </ac:spMkLst>
        </pc:spChg>
        <pc:spChg chg="mod">
          <ac:chgData name="Dursun Dashdamirov" userId="a8b9d0e1f239c75f" providerId="LiveId" clId="{E297FC27-9774-4AAE-B428-959B432F1B03}" dt="2026-03-01T06:37:14.728" v="9564" actId="20577"/>
          <ac:spMkLst>
            <pc:docMk/>
            <pc:sldMk cId="1393752070" sldId="355"/>
            <ac:spMk id="5" creationId="{37EB3BA8-B39D-6819-CD2B-6D71045E0038}"/>
          </ac:spMkLst>
        </pc:spChg>
        <pc:spChg chg="add mod">
          <ac:chgData name="Dursun Dashdamirov" userId="a8b9d0e1f239c75f" providerId="LiveId" clId="{E297FC27-9774-4AAE-B428-959B432F1B03}" dt="2026-03-01T02:03:09.293" v="7638" actId="1076"/>
          <ac:spMkLst>
            <pc:docMk/>
            <pc:sldMk cId="1393752070" sldId="355"/>
            <ac:spMk id="8" creationId="{F887CA74-FCE5-E79C-8D08-37A0E6B8171D}"/>
          </ac:spMkLst>
        </pc:spChg>
        <pc:grpChg chg="del mod">
          <ac:chgData name="Dursun Dashdamirov" userId="a8b9d0e1f239c75f" providerId="LiveId" clId="{E297FC27-9774-4AAE-B428-959B432F1B03}" dt="2026-03-03T00:24:17.320" v="9817" actId="33639"/>
          <ac:grpSpMkLst>
            <pc:docMk/>
            <pc:sldMk cId="1393752070" sldId="355"/>
            <ac:grpSpMk id="13" creationId="{71731587-7AE5-177F-375E-52402CDC6A46}"/>
          </ac:grpSpMkLst>
        </pc:grpChg>
        <pc:picChg chg="add mod">
          <ac:chgData name="Dursun Dashdamirov" userId="a8b9d0e1f239c75f" providerId="LiveId" clId="{E297FC27-9774-4AAE-B428-959B432F1B03}" dt="2026-03-01T02:03:07.783" v="7637" actId="1076"/>
          <ac:picMkLst>
            <pc:docMk/>
            <pc:sldMk cId="1393752070" sldId="355"/>
            <ac:picMk id="6" creationId="{CCB45EA2-27DD-E0FE-4FDF-C4719273CA5D}"/>
          </ac:picMkLst>
        </pc:picChg>
        <pc:inkChg chg="add del mod">
          <ac:chgData name="Dursun Dashdamirov" userId="a8b9d0e1f239c75f" providerId="LiveId" clId="{E297FC27-9774-4AAE-B428-959B432F1B03}" dt="2026-03-03T00:24:17.320" v="9817" actId="33639"/>
          <ac:inkMkLst>
            <pc:docMk/>
            <pc:sldMk cId="1393752070" sldId="355"/>
            <ac:inkMk id="2" creationId="{51363B95-E704-81A9-A608-E45634444C52}"/>
          </ac:inkMkLst>
        </pc:inkChg>
        <pc:inkChg chg="add del mod">
          <ac:chgData name="Dursun Dashdamirov" userId="a8b9d0e1f239c75f" providerId="LiveId" clId="{E297FC27-9774-4AAE-B428-959B432F1B03}" dt="2026-03-03T00:24:17.320" v="9817" actId="33639"/>
          <ac:inkMkLst>
            <pc:docMk/>
            <pc:sldMk cId="1393752070" sldId="355"/>
            <ac:inkMk id="4" creationId="{7E82005E-BD32-4F1F-3346-A6B46075B615}"/>
          </ac:inkMkLst>
        </pc:inkChg>
        <pc:inkChg chg="add del mod">
          <ac:chgData name="Dursun Dashdamirov" userId="a8b9d0e1f239c75f" providerId="LiveId" clId="{E297FC27-9774-4AAE-B428-959B432F1B03}" dt="2026-03-03T00:24:17.320" v="9817" actId="33639"/>
          <ac:inkMkLst>
            <pc:docMk/>
            <pc:sldMk cId="1393752070" sldId="355"/>
            <ac:inkMk id="7" creationId="{AE746F59-457F-2FAB-0214-B26616E1320F}"/>
          </ac:inkMkLst>
        </pc:inkChg>
        <pc:inkChg chg="add del mod">
          <ac:chgData name="Dursun Dashdamirov" userId="a8b9d0e1f239c75f" providerId="LiveId" clId="{E297FC27-9774-4AAE-B428-959B432F1B03}" dt="2026-03-03T00:24:17.320" v="9817" actId="33639"/>
          <ac:inkMkLst>
            <pc:docMk/>
            <pc:sldMk cId="1393752070" sldId="355"/>
            <ac:inkMk id="9" creationId="{7F73C49A-948F-4C88-679D-40F60981B701}"/>
          </ac:inkMkLst>
        </pc:inkChg>
        <pc:inkChg chg="add del mod">
          <ac:chgData name="Dursun Dashdamirov" userId="a8b9d0e1f239c75f" providerId="LiveId" clId="{E297FC27-9774-4AAE-B428-959B432F1B03}" dt="2026-03-03T00:24:17.320" v="9817" actId="33639"/>
          <ac:inkMkLst>
            <pc:docMk/>
            <pc:sldMk cId="1393752070" sldId="355"/>
            <ac:inkMk id="10" creationId="{B39577BA-8AAB-474A-5CDB-C86A6634B1DF}"/>
          </ac:inkMkLst>
        </pc:inkChg>
        <pc:inkChg chg="add del mod topLvl">
          <ac:chgData name="Dursun Dashdamirov" userId="a8b9d0e1f239c75f" providerId="LiveId" clId="{E297FC27-9774-4AAE-B428-959B432F1B03}" dt="2026-03-03T00:24:17.320" v="9817" actId="33639"/>
          <ac:inkMkLst>
            <pc:docMk/>
            <pc:sldMk cId="1393752070" sldId="355"/>
            <ac:inkMk id="11" creationId="{E8768228-C35A-AA84-D614-6EA0411A7770}"/>
          </ac:inkMkLst>
        </pc:inkChg>
        <pc:inkChg chg="add del mod topLvl">
          <ac:chgData name="Dursun Dashdamirov" userId="a8b9d0e1f239c75f" providerId="LiveId" clId="{E297FC27-9774-4AAE-B428-959B432F1B03}" dt="2026-03-03T00:24:17.320" v="9817" actId="33639"/>
          <ac:inkMkLst>
            <pc:docMk/>
            <pc:sldMk cId="1393752070" sldId="355"/>
            <ac:inkMk id="12" creationId="{DFF0479D-33EA-7D77-0B91-A7AEA180EE7F}"/>
          </ac:inkMkLst>
        </pc:inkChg>
      </pc:sldChg>
      <pc:sldChg chg="addSp delSp modSp add mod">
        <pc:chgData name="Dursun Dashdamirov" userId="a8b9d0e1f239c75f" providerId="LiveId" clId="{E297FC27-9774-4AAE-B428-959B432F1B03}" dt="2026-03-01T02:27:11.387" v="7992" actId="1076"/>
        <pc:sldMkLst>
          <pc:docMk/>
          <pc:sldMk cId="3974045491" sldId="356"/>
        </pc:sldMkLst>
        <pc:spChg chg="mod">
          <ac:chgData name="Dursun Dashdamirov" userId="a8b9d0e1f239c75f" providerId="LiveId" clId="{E297FC27-9774-4AAE-B428-959B432F1B03}" dt="2026-03-01T02:24:55.346" v="7841" actId="20577"/>
          <ac:spMkLst>
            <pc:docMk/>
            <pc:sldMk cId="3974045491" sldId="356"/>
            <ac:spMk id="5" creationId="{C7FA733F-ED4B-30F1-56BD-3958823BFE27}"/>
          </ac:spMkLst>
        </pc:spChg>
        <pc:spChg chg="add mod">
          <ac:chgData name="Dursun Dashdamirov" userId="a8b9d0e1f239c75f" providerId="LiveId" clId="{E297FC27-9774-4AAE-B428-959B432F1B03}" dt="2026-03-01T02:27:11.387" v="7992" actId="1076"/>
          <ac:spMkLst>
            <pc:docMk/>
            <pc:sldMk cId="3974045491" sldId="356"/>
            <ac:spMk id="6" creationId="{1A68DD67-57FC-7986-299E-FBACE291CADF}"/>
          </ac:spMkLst>
        </pc:spChg>
        <pc:spChg chg="mod">
          <ac:chgData name="Dursun Dashdamirov" userId="a8b9d0e1f239c75f" providerId="LiveId" clId="{E297FC27-9774-4AAE-B428-959B432F1B03}" dt="2026-03-01T02:25:43.829" v="7886" actId="20577"/>
          <ac:spMkLst>
            <pc:docMk/>
            <pc:sldMk cId="3974045491" sldId="356"/>
            <ac:spMk id="47" creationId="{8132F6F4-06D9-5D24-AF1F-D94E7787BC3D}"/>
          </ac:spMkLst>
        </pc:spChg>
        <pc:cxnChg chg="add mod">
          <ac:chgData name="Dursun Dashdamirov" userId="a8b9d0e1f239c75f" providerId="LiveId" clId="{E297FC27-9774-4AAE-B428-959B432F1B03}" dt="2026-03-01T02:26:45.718" v="7941" actId="1582"/>
          <ac:cxnSpMkLst>
            <pc:docMk/>
            <pc:sldMk cId="3974045491" sldId="356"/>
            <ac:cxnSpMk id="25" creationId="{BACAEF3F-521E-3E7D-F082-2F7AA0819DF2}"/>
          </ac:cxnSpMkLst>
        </pc:cxnChg>
      </pc:sldChg>
      <pc:sldChg chg="addSp delSp modSp add mod">
        <pc:chgData name="Dursun Dashdamirov" userId="a8b9d0e1f239c75f" providerId="LiveId" clId="{E297FC27-9774-4AAE-B428-959B432F1B03}" dt="2026-03-03T00:24:17.320" v="9817" actId="33639"/>
        <pc:sldMkLst>
          <pc:docMk/>
          <pc:sldMk cId="2102479796" sldId="358"/>
        </pc:sldMkLst>
        <pc:spChg chg="mod">
          <ac:chgData name="Dursun Dashdamirov" userId="a8b9d0e1f239c75f" providerId="LiveId" clId="{E297FC27-9774-4AAE-B428-959B432F1B03}" dt="2026-03-01T06:32:34.135" v="9315" actId="1076"/>
          <ac:spMkLst>
            <pc:docMk/>
            <pc:sldMk cId="2102479796" sldId="358"/>
            <ac:spMk id="7" creationId="{24B22407-8A79-D137-ED32-1A7FF30ABE6C}"/>
          </ac:spMkLst>
        </pc:spChg>
        <pc:spChg chg="mod">
          <ac:chgData name="Dursun Dashdamirov" userId="a8b9d0e1f239c75f" providerId="LiveId" clId="{E297FC27-9774-4AAE-B428-959B432F1B03}" dt="2026-03-01T06:32:28.330" v="9312" actId="1076"/>
          <ac:spMkLst>
            <pc:docMk/>
            <pc:sldMk cId="2102479796" sldId="358"/>
            <ac:spMk id="14" creationId="{7C2E0822-89D3-FA6A-B091-213CA7AC77A8}"/>
          </ac:spMkLst>
        </pc:spChg>
        <pc:spChg chg="mod">
          <ac:chgData name="Dursun Dashdamirov" userId="a8b9d0e1f239c75f" providerId="LiveId" clId="{E297FC27-9774-4AAE-B428-959B432F1B03}" dt="2026-03-01T07:09:14.420" v="9694" actId="1076"/>
          <ac:spMkLst>
            <pc:docMk/>
            <pc:sldMk cId="2102479796" sldId="358"/>
            <ac:spMk id="15" creationId="{3289E5BC-6337-1386-BDC2-F83E1A851116}"/>
          </ac:spMkLst>
        </pc:spChg>
        <pc:graphicFrameChg chg="mod modGraphic">
          <ac:chgData name="Dursun Dashdamirov" userId="a8b9d0e1f239c75f" providerId="LiveId" clId="{E297FC27-9774-4AAE-B428-959B432F1B03}" dt="2026-03-01T07:09:48.157" v="9696" actId="20577"/>
          <ac:graphicFrameMkLst>
            <pc:docMk/>
            <pc:sldMk cId="2102479796" sldId="358"/>
            <ac:graphicFrameMk id="16" creationId="{0E13E06B-2A9D-823F-5A02-50E7BC03FFEE}"/>
          </ac:graphicFrameMkLst>
        </pc:graphicFrameChg>
        <pc:picChg chg="mod">
          <ac:chgData name="Dursun Dashdamirov" userId="a8b9d0e1f239c75f" providerId="LiveId" clId="{E297FC27-9774-4AAE-B428-959B432F1B03}" dt="2026-03-01T06:32:18.821" v="9309" actId="14100"/>
          <ac:picMkLst>
            <pc:docMk/>
            <pc:sldMk cId="2102479796" sldId="358"/>
            <ac:picMk id="9" creationId="{B8F67141-7064-68A6-5AAC-17CB4FD6F61E}"/>
          </ac:picMkLst>
        </pc:picChg>
        <pc:inkChg chg="add del">
          <ac:chgData name="Dursun Dashdamirov" userId="a8b9d0e1f239c75f" providerId="LiveId" clId="{E297FC27-9774-4AAE-B428-959B432F1B03}" dt="2026-03-03T00:24:17.320" v="9817" actId="33639"/>
          <ac:inkMkLst>
            <pc:docMk/>
            <pc:sldMk cId="2102479796" sldId="358"/>
            <ac:inkMk id="2" creationId="{E3ACB6CA-5C9F-137C-F7AC-2E62BE2C6859}"/>
          </ac:inkMkLst>
        </pc:inkChg>
      </pc:sldChg>
      <pc:sldChg chg="addSp delSp modSp add mod ord">
        <pc:chgData name="Dursun Dashdamirov" userId="a8b9d0e1f239c75f" providerId="LiveId" clId="{E297FC27-9774-4AAE-B428-959B432F1B03}" dt="2026-03-03T00:24:17.320" v="9817" actId="33639"/>
        <pc:sldMkLst>
          <pc:docMk/>
          <pc:sldMk cId="696121200" sldId="359"/>
        </pc:sldMkLst>
        <pc:spChg chg="add mod">
          <ac:chgData name="Dursun Dashdamirov" userId="a8b9d0e1f239c75f" providerId="LiveId" clId="{E297FC27-9774-4AAE-B428-959B432F1B03}" dt="2026-03-01T06:35:48.094" v="9531" actId="1076"/>
          <ac:spMkLst>
            <pc:docMk/>
            <pc:sldMk cId="696121200" sldId="359"/>
            <ac:spMk id="2" creationId="{6795F440-5A1F-1927-BE63-CA8388EF467A}"/>
          </ac:spMkLst>
        </pc:spChg>
        <pc:spChg chg="mod">
          <ac:chgData name="Dursun Dashdamirov" userId="a8b9d0e1f239c75f" providerId="LiveId" clId="{E297FC27-9774-4AAE-B428-959B432F1B03}" dt="2026-03-01T06:34:22.890" v="9345" actId="20577"/>
          <ac:spMkLst>
            <pc:docMk/>
            <pc:sldMk cId="696121200" sldId="359"/>
            <ac:spMk id="5" creationId="{6BE7D05B-B156-750A-5363-BE66DBEFDE4C}"/>
          </ac:spMkLst>
        </pc:spChg>
        <pc:spChg chg="mod">
          <ac:chgData name="Dursun Dashdamirov" userId="a8b9d0e1f239c75f" providerId="LiveId" clId="{E297FC27-9774-4AAE-B428-959B432F1B03}" dt="2026-03-01T06:35:22.476" v="9493" actId="14100"/>
          <ac:spMkLst>
            <pc:docMk/>
            <pc:sldMk cId="696121200" sldId="359"/>
            <ac:spMk id="7" creationId="{7BF3548F-FE49-FE93-1BDE-23966C2A1C01}"/>
          </ac:spMkLst>
        </pc:spChg>
        <pc:grpChg chg="del mod">
          <ac:chgData name="Dursun Dashdamirov" userId="a8b9d0e1f239c75f" providerId="LiveId" clId="{E297FC27-9774-4AAE-B428-959B432F1B03}" dt="2026-03-03T00:24:17.320" v="9817" actId="33639"/>
          <ac:grpSpMkLst>
            <pc:docMk/>
            <pc:sldMk cId="696121200" sldId="359"/>
            <ac:grpSpMk id="21" creationId="{711B25F8-FAB0-01E9-7355-7BD6748D3788}"/>
          </ac:grpSpMkLst>
        </pc:grpChg>
        <pc:picChg chg="mod">
          <ac:chgData name="Dursun Dashdamirov" userId="a8b9d0e1f239c75f" providerId="LiveId" clId="{E297FC27-9774-4AAE-B428-959B432F1B03}" dt="2026-03-01T06:35:34.734" v="9498" actId="1076"/>
          <ac:picMkLst>
            <pc:docMk/>
            <pc:sldMk cId="696121200" sldId="359"/>
            <ac:picMk id="9" creationId="{4E145B83-8E0F-9858-7908-9230EDFAF2F9}"/>
          </ac:picMkLst>
        </pc:picChg>
        <pc:inkChg chg="add del mod">
          <ac:chgData name="Dursun Dashdamirov" userId="a8b9d0e1f239c75f" providerId="LiveId" clId="{E297FC27-9774-4AAE-B428-959B432F1B03}" dt="2026-03-03T00:24:17.320" v="9817" actId="33639"/>
          <ac:inkMkLst>
            <pc:docMk/>
            <pc:sldMk cId="696121200" sldId="359"/>
            <ac:inkMk id="4" creationId="{C0BB721A-3FE7-1611-6C77-E2C170634DAE}"/>
          </ac:inkMkLst>
        </pc:inkChg>
        <pc:inkChg chg="add del mod">
          <ac:chgData name="Dursun Dashdamirov" userId="a8b9d0e1f239c75f" providerId="LiveId" clId="{E297FC27-9774-4AAE-B428-959B432F1B03}" dt="2026-03-03T00:24:17.320" v="9817" actId="33639"/>
          <ac:inkMkLst>
            <pc:docMk/>
            <pc:sldMk cId="696121200" sldId="359"/>
            <ac:inkMk id="6" creationId="{02CBF787-01B0-B945-0691-D2D71B9BBAD3}"/>
          </ac:inkMkLst>
        </pc:inkChg>
        <pc:inkChg chg="add del mod">
          <ac:chgData name="Dursun Dashdamirov" userId="a8b9d0e1f239c75f" providerId="LiveId" clId="{E297FC27-9774-4AAE-B428-959B432F1B03}" dt="2026-03-03T00:24:17.320" v="9817" actId="33639"/>
          <ac:inkMkLst>
            <pc:docMk/>
            <pc:sldMk cId="696121200" sldId="359"/>
            <ac:inkMk id="11" creationId="{A45137C1-6310-CB94-85BF-56625419C738}"/>
          </ac:inkMkLst>
        </pc:inkChg>
        <pc:inkChg chg="add del mod">
          <ac:chgData name="Dursun Dashdamirov" userId="a8b9d0e1f239c75f" providerId="LiveId" clId="{E297FC27-9774-4AAE-B428-959B432F1B03}" dt="2026-03-03T00:24:17.320" v="9817" actId="33639"/>
          <ac:inkMkLst>
            <pc:docMk/>
            <pc:sldMk cId="696121200" sldId="359"/>
            <ac:inkMk id="13" creationId="{BD47F55A-426A-0D83-3EC1-B88482959A95}"/>
          </ac:inkMkLst>
        </pc:inkChg>
        <pc:inkChg chg="add del mod">
          <ac:chgData name="Dursun Dashdamirov" userId="a8b9d0e1f239c75f" providerId="LiveId" clId="{E297FC27-9774-4AAE-B428-959B432F1B03}" dt="2026-03-03T00:24:17.320" v="9817" actId="33639"/>
          <ac:inkMkLst>
            <pc:docMk/>
            <pc:sldMk cId="696121200" sldId="359"/>
            <ac:inkMk id="14" creationId="{AF72B098-F751-3616-5D64-574543F68E6B}"/>
          </ac:inkMkLst>
        </pc:inkChg>
        <pc:inkChg chg="add del mod">
          <ac:chgData name="Dursun Dashdamirov" userId="a8b9d0e1f239c75f" providerId="LiveId" clId="{E297FC27-9774-4AAE-B428-959B432F1B03}" dt="2026-03-03T00:24:17.320" v="9817" actId="33639"/>
          <ac:inkMkLst>
            <pc:docMk/>
            <pc:sldMk cId="696121200" sldId="359"/>
            <ac:inkMk id="15" creationId="{D9929A5B-E2B5-8B24-F1A0-CA5B65E63C2C}"/>
          </ac:inkMkLst>
        </pc:inkChg>
        <pc:inkChg chg="add del mod">
          <ac:chgData name="Dursun Dashdamirov" userId="a8b9d0e1f239c75f" providerId="LiveId" clId="{E297FC27-9774-4AAE-B428-959B432F1B03}" dt="2026-03-03T00:24:17.320" v="9817" actId="33639"/>
          <ac:inkMkLst>
            <pc:docMk/>
            <pc:sldMk cId="696121200" sldId="359"/>
            <ac:inkMk id="16" creationId="{9C4F267D-0850-AC7C-A83F-D0F1972CD5D0}"/>
          </ac:inkMkLst>
        </pc:inkChg>
        <pc:inkChg chg="add del mod">
          <ac:chgData name="Dursun Dashdamirov" userId="a8b9d0e1f239c75f" providerId="LiveId" clId="{E297FC27-9774-4AAE-B428-959B432F1B03}" dt="2026-03-03T00:24:17.320" v="9817" actId="33639"/>
          <ac:inkMkLst>
            <pc:docMk/>
            <pc:sldMk cId="696121200" sldId="359"/>
            <ac:inkMk id="17" creationId="{416892A4-EDC0-2AB0-FD97-297819E2021D}"/>
          </ac:inkMkLst>
        </pc:inkChg>
        <pc:inkChg chg="add del mod topLvl">
          <ac:chgData name="Dursun Dashdamirov" userId="a8b9d0e1f239c75f" providerId="LiveId" clId="{E297FC27-9774-4AAE-B428-959B432F1B03}" dt="2026-03-03T00:24:17.320" v="9817" actId="33639"/>
          <ac:inkMkLst>
            <pc:docMk/>
            <pc:sldMk cId="696121200" sldId="359"/>
            <ac:inkMk id="18" creationId="{88BC4AA7-4091-9FEC-D460-1F69CC5B4804}"/>
          </ac:inkMkLst>
        </pc:inkChg>
      </pc:sldChg>
      <pc:sldChg chg="delSp modSp add del mod ord">
        <pc:chgData name="Dursun Dashdamirov" userId="a8b9d0e1f239c75f" providerId="LiveId" clId="{E297FC27-9774-4AAE-B428-959B432F1B03}" dt="2026-03-03T00:24:49.383" v="9824" actId="47"/>
        <pc:sldMkLst>
          <pc:docMk/>
          <pc:sldMk cId="2181396717" sldId="360"/>
        </pc:sldMkLst>
      </pc:sldChg>
      <pc:sldChg chg="add del">
        <pc:chgData name="Dursun Dashdamirov" userId="a8b9d0e1f239c75f" providerId="LiveId" clId="{E297FC27-9774-4AAE-B428-959B432F1B03}" dt="2026-03-03T00:23:17.265" v="9784" actId="47"/>
        <pc:sldMkLst>
          <pc:docMk/>
          <pc:sldMk cId="51423734" sldId="361"/>
        </pc:sldMkLst>
      </pc:sldChg>
      <pc:sldChg chg="add del">
        <pc:chgData name="Dursun Dashdamirov" userId="a8b9d0e1f239c75f" providerId="LiveId" clId="{E297FC27-9774-4AAE-B428-959B432F1B03}" dt="2026-03-03T00:23:17.666" v="9785" actId="47"/>
        <pc:sldMkLst>
          <pc:docMk/>
          <pc:sldMk cId="1216783244" sldId="362"/>
        </pc:sldMkLst>
      </pc:sldChg>
      <pc:sldChg chg="add">
        <pc:chgData name="Dursun Dashdamirov" userId="a8b9d0e1f239c75f" providerId="LiveId" clId="{E297FC27-9774-4AAE-B428-959B432F1B03}" dt="2026-03-03T00:23:12.812" v="9783"/>
        <pc:sldMkLst>
          <pc:docMk/>
          <pc:sldMk cId="2366922839" sldId="363"/>
        </pc:sldMkLst>
      </pc:sldChg>
      <pc:sldChg chg="add">
        <pc:chgData name="Dursun Dashdamirov" userId="a8b9d0e1f239c75f" providerId="LiveId" clId="{E297FC27-9774-4AAE-B428-959B432F1B03}" dt="2026-03-03T00:23:12.812" v="9783"/>
        <pc:sldMkLst>
          <pc:docMk/>
          <pc:sldMk cId="2169962270" sldId="364"/>
        </pc:sldMkLst>
      </pc:sldChg>
      <pc:sldMasterChg chg="addSp modSp modTransition modSldLayout">
        <pc:chgData name="Dursun Dashdamirov" userId="a8b9d0e1f239c75f" providerId="LiveId" clId="{E297FC27-9774-4AAE-B428-959B432F1B03}" dt="2026-02-15T06:31:41.572" v="3197"/>
        <pc:sldMasterMkLst>
          <pc:docMk/>
          <pc:sldMasterMk cId="1042101061" sldId="2147483648"/>
        </pc:sldMasterMkLst>
        <pc:picChg chg="add mod">
          <ac:chgData name="Dursun Dashdamirov" userId="a8b9d0e1f239c75f" providerId="LiveId" clId="{E297FC27-9774-4AAE-B428-959B432F1B03}" dt="2026-02-15T06:09:08.573" v="2794"/>
          <ac:picMkLst>
            <pc:docMk/>
            <pc:sldMasterMk cId="1042101061" sldId="2147483648"/>
            <ac:picMk id="8" creationId="{046CE475-9665-C2F5-F9E7-91D54828785E}"/>
          </ac:picMkLst>
        </pc:picChg>
        <pc:sldLayoutChg chg="modTransition">
          <pc:chgData name="Dursun Dashdamirov" userId="a8b9d0e1f239c75f" providerId="LiveId" clId="{E297FC27-9774-4AAE-B428-959B432F1B03}" dt="2026-02-15T06:31:41.572" v="3197"/>
          <pc:sldLayoutMkLst>
            <pc:docMk/>
            <pc:sldMasterMk cId="1042101061" sldId="2147483648"/>
            <pc:sldLayoutMk cId="2490889551" sldId="2147483649"/>
          </pc:sldLayoutMkLst>
        </pc:sldLayoutChg>
        <pc:sldLayoutChg chg="modTransition">
          <pc:chgData name="Dursun Dashdamirov" userId="a8b9d0e1f239c75f" providerId="LiveId" clId="{E297FC27-9774-4AAE-B428-959B432F1B03}" dt="2026-02-15T06:31:41.572" v="3197"/>
          <pc:sldLayoutMkLst>
            <pc:docMk/>
            <pc:sldMasterMk cId="1042101061" sldId="2147483648"/>
            <pc:sldLayoutMk cId="1458112547" sldId="2147483650"/>
          </pc:sldLayoutMkLst>
        </pc:sldLayoutChg>
        <pc:sldLayoutChg chg="modTransition">
          <pc:chgData name="Dursun Dashdamirov" userId="a8b9d0e1f239c75f" providerId="LiveId" clId="{E297FC27-9774-4AAE-B428-959B432F1B03}" dt="2026-02-15T06:31:41.572" v="3197"/>
          <pc:sldLayoutMkLst>
            <pc:docMk/>
            <pc:sldMasterMk cId="1042101061" sldId="2147483648"/>
            <pc:sldLayoutMk cId="2707044833" sldId="2147483651"/>
          </pc:sldLayoutMkLst>
        </pc:sldLayoutChg>
        <pc:sldLayoutChg chg="modTransition">
          <pc:chgData name="Dursun Dashdamirov" userId="a8b9d0e1f239c75f" providerId="LiveId" clId="{E297FC27-9774-4AAE-B428-959B432F1B03}" dt="2026-02-15T06:31:41.572" v="3197"/>
          <pc:sldLayoutMkLst>
            <pc:docMk/>
            <pc:sldMasterMk cId="1042101061" sldId="2147483648"/>
            <pc:sldLayoutMk cId="2993269512" sldId="2147483652"/>
          </pc:sldLayoutMkLst>
        </pc:sldLayoutChg>
        <pc:sldLayoutChg chg="modTransition">
          <pc:chgData name="Dursun Dashdamirov" userId="a8b9d0e1f239c75f" providerId="LiveId" clId="{E297FC27-9774-4AAE-B428-959B432F1B03}" dt="2026-02-15T06:31:41.572" v="3197"/>
          <pc:sldLayoutMkLst>
            <pc:docMk/>
            <pc:sldMasterMk cId="1042101061" sldId="2147483648"/>
            <pc:sldLayoutMk cId="2625233604" sldId="2147483653"/>
          </pc:sldLayoutMkLst>
        </pc:sldLayoutChg>
        <pc:sldLayoutChg chg="modTransition">
          <pc:chgData name="Dursun Dashdamirov" userId="a8b9d0e1f239c75f" providerId="LiveId" clId="{E297FC27-9774-4AAE-B428-959B432F1B03}" dt="2026-02-15T06:31:41.572" v="3197"/>
          <pc:sldLayoutMkLst>
            <pc:docMk/>
            <pc:sldMasterMk cId="1042101061" sldId="2147483648"/>
            <pc:sldLayoutMk cId="41297318" sldId="2147483654"/>
          </pc:sldLayoutMkLst>
        </pc:sldLayoutChg>
        <pc:sldLayoutChg chg="modTransition">
          <pc:chgData name="Dursun Dashdamirov" userId="a8b9d0e1f239c75f" providerId="LiveId" clId="{E297FC27-9774-4AAE-B428-959B432F1B03}" dt="2026-02-15T06:31:41.572" v="3197"/>
          <pc:sldLayoutMkLst>
            <pc:docMk/>
            <pc:sldMasterMk cId="1042101061" sldId="2147483648"/>
            <pc:sldLayoutMk cId="3153466739" sldId="2147483655"/>
          </pc:sldLayoutMkLst>
        </pc:sldLayoutChg>
        <pc:sldLayoutChg chg="modTransition">
          <pc:chgData name="Dursun Dashdamirov" userId="a8b9d0e1f239c75f" providerId="LiveId" clId="{E297FC27-9774-4AAE-B428-959B432F1B03}" dt="2026-02-15T06:31:41.572" v="3197"/>
          <pc:sldLayoutMkLst>
            <pc:docMk/>
            <pc:sldMasterMk cId="1042101061" sldId="2147483648"/>
            <pc:sldLayoutMk cId="695249670" sldId="2147483656"/>
          </pc:sldLayoutMkLst>
        </pc:sldLayoutChg>
        <pc:sldLayoutChg chg="modTransition">
          <pc:chgData name="Dursun Dashdamirov" userId="a8b9d0e1f239c75f" providerId="LiveId" clId="{E297FC27-9774-4AAE-B428-959B432F1B03}" dt="2026-02-15T06:31:41.572" v="3197"/>
          <pc:sldLayoutMkLst>
            <pc:docMk/>
            <pc:sldMasterMk cId="1042101061" sldId="2147483648"/>
            <pc:sldLayoutMk cId="1904953215" sldId="2147483657"/>
          </pc:sldLayoutMkLst>
        </pc:sldLayoutChg>
        <pc:sldLayoutChg chg="modTransition">
          <pc:chgData name="Dursun Dashdamirov" userId="a8b9d0e1f239c75f" providerId="LiveId" clId="{E297FC27-9774-4AAE-B428-959B432F1B03}" dt="2026-02-15T06:31:41.572" v="3197"/>
          <pc:sldLayoutMkLst>
            <pc:docMk/>
            <pc:sldMasterMk cId="1042101061" sldId="2147483648"/>
            <pc:sldLayoutMk cId="2991307938" sldId="2147483658"/>
          </pc:sldLayoutMkLst>
        </pc:sldLayoutChg>
        <pc:sldLayoutChg chg="modTransition">
          <pc:chgData name="Dursun Dashdamirov" userId="a8b9d0e1f239c75f" providerId="LiveId" clId="{E297FC27-9774-4AAE-B428-959B432F1B03}" dt="2026-02-15T06:31:41.572" v="3197"/>
          <pc:sldLayoutMkLst>
            <pc:docMk/>
            <pc:sldMasterMk cId="1042101061" sldId="2147483648"/>
            <pc:sldLayoutMk cId="1573138273"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B19C00-9FBA-4F6B-B538-4FA197D07F4E}" type="datetimeFigureOut">
              <a:rPr lang="en-US" smtClean="0"/>
              <a:t>3/2/2026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58FE3C-DA3D-45F5-8CC0-22CEBDF27EBB}" type="slidenum">
              <a:rPr lang="en-US" smtClean="0"/>
              <a:t>‹#›</a:t>
            </a:fld>
            <a:endParaRPr lang="en-US"/>
          </a:p>
        </p:txBody>
      </p:sp>
    </p:spTree>
    <p:extLst>
      <p:ext uri="{BB962C8B-B14F-4D97-AF65-F5344CB8AC3E}">
        <p14:creationId xmlns:p14="http://schemas.microsoft.com/office/powerpoint/2010/main" val="2428826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51495-37DD-2889-BD90-0FC24E34A8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E5BE8D-22FB-467D-321A-98351C6A6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8B3D42-B498-571F-A626-CC0E453C86AD}"/>
              </a:ext>
            </a:extLst>
          </p:cNvPr>
          <p:cNvSpPr>
            <a:spLocks noGrp="1"/>
          </p:cNvSpPr>
          <p:nvPr>
            <p:ph type="body" idx="1"/>
          </p:nvPr>
        </p:nvSpPr>
        <p:spPr/>
        <p:txBody>
          <a:bodyPr/>
          <a:lstStyle/>
          <a:p>
            <a:r>
              <a:rPr lang="en-US"/>
              <a:t>1. Measurement noise 2. Unobserved / missing variables 3. Intrinsic randomness (human behavior, turbulent flow regimes etc.)</a:t>
            </a:r>
          </a:p>
        </p:txBody>
      </p:sp>
      <p:sp>
        <p:nvSpPr>
          <p:cNvPr id="4" name="Slide Number Placeholder 3">
            <a:extLst>
              <a:ext uri="{FF2B5EF4-FFF2-40B4-BE49-F238E27FC236}">
                <a16:creationId xmlns:a16="http://schemas.microsoft.com/office/drawing/2014/main" id="{3651C805-A2F6-E8D5-85A8-9A331DA6B1AA}"/>
              </a:ext>
            </a:extLst>
          </p:cNvPr>
          <p:cNvSpPr>
            <a:spLocks noGrp="1"/>
          </p:cNvSpPr>
          <p:nvPr>
            <p:ph type="sldNum" sz="quarter" idx="5"/>
          </p:nvPr>
        </p:nvSpPr>
        <p:spPr/>
        <p:txBody>
          <a:bodyPr/>
          <a:lstStyle/>
          <a:p>
            <a:fld id="{5558FE3C-DA3D-45F5-8CC0-22CEBDF27EBB}" type="slidenum">
              <a:rPr lang="en-US" smtClean="0"/>
              <a:t>4</a:t>
            </a:fld>
            <a:endParaRPr lang="en-US"/>
          </a:p>
        </p:txBody>
      </p:sp>
    </p:spTree>
    <p:extLst>
      <p:ext uri="{BB962C8B-B14F-4D97-AF65-F5344CB8AC3E}">
        <p14:creationId xmlns:p14="http://schemas.microsoft.com/office/powerpoint/2010/main" val="27080513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04AC0-8064-29E9-BC84-69DEF15992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F09F91-C2EA-7246-688F-19EF6F2A81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2B7F79-848D-EE27-ACE5-613DA66E51E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56149D4-B7CC-A4EE-F70C-F20E94424E99}"/>
              </a:ext>
            </a:extLst>
          </p:cNvPr>
          <p:cNvSpPr>
            <a:spLocks noGrp="1"/>
          </p:cNvSpPr>
          <p:nvPr>
            <p:ph type="sldNum" sz="quarter" idx="5"/>
          </p:nvPr>
        </p:nvSpPr>
        <p:spPr/>
        <p:txBody>
          <a:bodyPr/>
          <a:lstStyle/>
          <a:p>
            <a:fld id="{5558FE3C-DA3D-45F5-8CC0-22CEBDF27EBB}" type="slidenum">
              <a:rPr lang="en-US" smtClean="0"/>
              <a:t>5</a:t>
            </a:fld>
            <a:endParaRPr lang="en-US"/>
          </a:p>
        </p:txBody>
      </p:sp>
    </p:spTree>
    <p:extLst>
      <p:ext uri="{BB962C8B-B14F-4D97-AF65-F5344CB8AC3E}">
        <p14:creationId xmlns:p14="http://schemas.microsoft.com/office/powerpoint/2010/main" val="21433991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https://miro.medium.com/v2/resize:fit:1400/1*V1_3qLxRiqFPciJkP3LYcA.png</a:t>
            </a:r>
          </a:p>
          <a:p>
            <a:r>
              <a:rPr lang="en-US"/>
              <a:t>https://scikit-learn.org/stable/modules/tree.html</a:t>
            </a:r>
          </a:p>
        </p:txBody>
      </p:sp>
      <p:sp>
        <p:nvSpPr>
          <p:cNvPr id="4" name="Slide Number Placeholder 3"/>
          <p:cNvSpPr>
            <a:spLocks noGrp="1"/>
          </p:cNvSpPr>
          <p:nvPr>
            <p:ph type="sldNum" sz="quarter" idx="5"/>
          </p:nvPr>
        </p:nvSpPr>
        <p:spPr/>
        <p:txBody>
          <a:bodyPr/>
          <a:lstStyle/>
          <a:p>
            <a:fld id="{5558FE3C-DA3D-45F5-8CC0-22CEBDF27EBB}" type="slidenum">
              <a:rPr lang="en-US" smtClean="0"/>
              <a:t>18</a:t>
            </a:fld>
            <a:endParaRPr lang="en-US"/>
          </a:p>
        </p:txBody>
      </p:sp>
    </p:spTree>
    <p:extLst>
      <p:ext uri="{BB962C8B-B14F-4D97-AF65-F5344CB8AC3E}">
        <p14:creationId xmlns:p14="http://schemas.microsoft.com/office/powerpoint/2010/main" val="31310528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Some implementation details:</a:t>
            </a:r>
          </a:p>
          <a:p>
            <a:endParaRPr lang="en-US"/>
          </a:p>
          <a:p>
            <a:r>
              <a:rPr lang="en-US" b="1"/>
              <a:t>1) Trees are recursive</a:t>
            </a:r>
          </a:p>
          <a:p>
            <a:r>
              <a:rPr lang="en-US" b="1"/>
              <a:t>2) </a:t>
            </a:r>
            <a:r>
              <a:rPr lang="en-US" b="1" err="1"/>
              <a:t>Cython</a:t>
            </a:r>
            <a:r>
              <a:rPr lang="en-US" b="1"/>
              <a:t> backend</a:t>
            </a:r>
          </a:p>
          <a:p>
            <a:r>
              <a:rPr lang="en-US" b="1"/>
              <a:t>3) Tie-breaking</a:t>
            </a:r>
            <a:r>
              <a:rPr lang="en-US"/>
              <a:t> — when classes are tied, </a:t>
            </a:r>
            <a:r>
              <a:rPr lang="en-US" err="1"/>
              <a:t>sklearn</a:t>
            </a:r>
            <a:r>
              <a:rPr lang="en-US"/>
              <a:t> picks the lower-indexed class.</a:t>
            </a:r>
          </a:p>
          <a:p>
            <a:endParaRPr lang="en-US"/>
          </a:p>
        </p:txBody>
      </p:sp>
      <p:sp>
        <p:nvSpPr>
          <p:cNvPr id="4" name="Slide Number Placeholder 3"/>
          <p:cNvSpPr>
            <a:spLocks noGrp="1"/>
          </p:cNvSpPr>
          <p:nvPr>
            <p:ph type="sldNum" sz="quarter" idx="5"/>
          </p:nvPr>
        </p:nvSpPr>
        <p:spPr/>
        <p:txBody>
          <a:bodyPr/>
          <a:lstStyle/>
          <a:p>
            <a:fld id="{5558FE3C-DA3D-45F5-8CC0-22CEBDF27EBB}" type="slidenum">
              <a:rPr lang="en-US" smtClean="0"/>
              <a:t>29</a:t>
            </a:fld>
            <a:endParaRPr lang="en-US"/>
          </a:p>
        </p:txBody>
      </p:sp>
    </p:spTree>
    <p:extLst>
      <p:ext uri="{BB962C8B-B14F-4D97-AF65-F5344CB8AC3E}">
        <p14:creationId xmlns:p14="http://schemas.microsoft.com/office/powerpoint/2010/main" val="5153625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Another tree (trained on a different bootstrap sample) overfits to </a:t>
            </a:r>
            <a:r>
              <a:rPr lang="en-US" i="1"/>
              <a:t>different</a:t>
            </a:r>
            <a:r>
              <a:rPr lang="en-US"/>
              <a:t> noise. Average them → the noise cancels, the real signal remains.</a:t>
            </a:r>
          </a:p>
        </p:txBody>
      </p:sp>
      <p:sp>
        <p:nvSpPr>
          <p:cNvPr id="4" name="Slide Number Placeholder 3"/>
          <p:cNvSpPr>
            <a:spLocks noGrp="1"/>
          </p:cNvSpPr>
          <p:nvPr>
            <p:ph type="sldNum" sz="quarter" idx="5"/>
          </p:nvPr>
        </p:nvSpPr>
        <p:spPr/>
        <p:txBody>
          <a:bodyPr/>
          <a:lstStyle/>
          <a:p>
            <a:fld id="{5558FE3C-DA3D-45F5-8CC0-22CEBDF27EBB}" type="slidenum">
              <a:rPr lang="en-US" smtClean="0"/>
              <a:t>32</a:t>
            </a:fld>
            <a:endParaRPr lang="en-US"/>
          </a:p>
        </p:txBody>
      </p:sp>
    </p:spTree>
    <p:extLst>
      <p:ext uri="{BB962C8B-B14F-4D97-AF65-F5344CB8AC3E}">
        <p14:creationId xmlns:p14="http://schemas.microsoft.com/office/powerpoint/2010/main" val="2408175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58FE3C-DA3D-45F5-8CC0-22CEBDF27EBB}" type="slidenum">
              <a:rPr lang="en-US" smtClean="0"/>
              <a:t>33</a:t>
            </a:fld>
            <a:endParaRPr lang="en-US"/>
          </a:p>
        </p:txBody>
      </p:sp>
    </p:spTree>
    <p:extLst>
      <p:ext uri="{BB962C8B-B14F-4D97-AF65-F5344CB8AC3E}">
        <p14:creationId xmlns:p14="http://schemas.microsoft.com/office/powerpoint/2010/main" val="2913728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CFDDCC0-C2F7-A191-5240-17035D587B0D}"/>
              </a:ext>
            </a:extLst>
          </p:cNvPr>
          <p:cNvSpPr/>
          <p:nvPr userDrawn="1"/>
        </p:nvSpPr>
        <p:spPr>
          <a:xfrm>
            <a:off x="0" y="6216650"/>
            <a:ext cx="12192000" cy="64135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372DCC-119D-A3C8-E728-49F4DBC2A9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52917E8-D52D-D5D5-2EED-CF7CF0CE78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575569-F257-E64D-16A5-04BCF012DEE1}"/>
              </a:ext>
            </a:extLst>
          </p:cNvPr>
          <p:cNvSpPr>
            <a:spLocks noGrp="1"/>
          </p:cNvSpPr>
          <p:nvPr>
            <p:ph type="dt" sz="half" idx="10"/>
          </p:nvPr>
        </p:nvSpPr>
        <p:spPr/>
        <p:txBody>
          <a:bodyPr/>
          <a:lstStyle/>
          <a:p>
            <a:fld id="{E7A94367-41F4-414F-AB7F-290EED743211}" type="datetime1">
              <a:rPr lang="en-US" smtClean="0"/>
              <a:t>3/2/2026</a:t>
            </a:fld>
            <a:endParaRPr lang="en-US"/>
          </a:p>
        </p:txBody>
      </p:sp>
      <p:sp>
        <p:nvSpPr>
          <p:cNvPr id="5" name="Footer Placeholder 4">
            <a:extLst>
              <a:ext uri="{FF2B5EF4-FFF2-40B4-BE49-F238E27FC236}">
                <a16:creationId xmlns:a16="http://schemas.microsoft.com/office/drawing/2014/main" id="{A63562AD-2ACC-7847-737E-7778729DFD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BF9146-28EA-CC82-F8E9-0E8325C35988}"/>
              </a:ext>
            </a:extLst>
          </p:cNvPr>
          <p:cNvSpPr>
            <a:spLocks noGrp="1"/>
          </p:cNvSpPr>
          <p:nvPr>
            <p:ph type="sldNum" sz="quarter" idx="12"/>
          </p:nvPr>
        </p:nvSpPr>
        <p:spPr/>
        <p:txBody>
          <a:bodyPr/>
          <a:lstStyle/>
          <a:p>
            <a:fld id="{A0A89718-6B35-4F95-AFF3-F3DDA665684B}" type="slidenum">
              <a:rPr lang="en-US" smtClean="0"/>
              <a:t>‹#›</a:t>
            </a:fld>
            <a:endParaRPr lang="en-US"/>
          </a:p>
        </p:txBody>
      </p:sp>
    </p:spTree>
    <p:extLst>
      <p:ext uri="{BB962C8B-B14F-4D97-AF65-F5344CB8AC3E}">
        <p14:creationId xmlns:p14="http://schemas.microsoft.com/office/powerpoint/2010/main" val="2490889551"/>
      </p:ext>
    </p:extLst>
  </p:cSld>
  <p:clrMapOvr>
    <a:masterClrMapping/>
  </p:clrMapOvr>
  <p:transition>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70DE9-DEE7-6EB9-454F-6708DF88FC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9D5561-17E0-7E95-48A7-E3017AAD05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7D6E45-66CD-273A-C6B2-4040F4A249B3}"/>
              </a:ext>
            </a:extLst>
          </p:cNvPr>
          <p:cNvSpPr>
            <a:spLocks noGrp="1"/>
          </p:cNvSpPr>
          <p:nvPr>
            <p:ph type="dt" sz="half" idx="10"/>
          </p:nvPr>
        </p:nvSpPr>
        <p:spPr/>
        <p:txBody>
          <a:bodyPr/>
          <a:lstStyle/>
          <a:p>
            <a:fld id="{D35B6953-3D4B-4A3B-8F23-170A06BDD6C4}" type="datetime1">
              <a:rPr lang="en-US" smtClean="0"/>
              <a:t>3/2/2026</a:t>
            </a:fld>
            <a:endParaRPr lang="en-US"/>
          </a:p>
        </p:txBody>
      </p:sp>
      <p:sp>
        <p:nvSpPr>
          <p:cNvPr id="5" name="Footer Placeholder 4">
            <a:extLst>
              <a:ext uri="{FF2B5EF4-FFF2-40B4-BE49-F238E27FC236}">
                <a16:creationId xmlns:a16="http://schemas.microsoft.com/office/drawing/2014/main" id="{5B62D5FE-8F02-67B1-8596-9A438424D2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E03FE7-5CFD-D207-6CDA-5402C1F1217B}"/>
              </a:ext>
            </a:extLst>
          </p:cNvPr>
          <p:cNvSpPr>
            <a:spLocks noGrp="1"/>
          </p:cNvSpPr>
          <p:nvPr>
            <p:ph type="sldNum" sz="quarter" idx="12"/>
          </p:nvPr>
        </p:nvSpPr>
        <p:spPr/>
        <p:txBody>
          <a:bodyPr/>
          <a:lstStyle/>
          <a:p>
            <a:fld id="{A0A89718-6B35-4F95-AFF3-F3DDA665684B}" type="slidenum">
              <a:rPr lang="en-US" smtClean="0"/>
              <a:t>‹#›</a:t>
            </a:fld>
            <a:endParaRPr lang="en-US"/>
          </a:p>
        </p:txBody>
      </p:sp>
    </p:spTree>
    <p:extLst>
      <p:ext uri="{BB962C8B-B14F-4D97-AF65-F5344CB8AC3E}">
        <p14:creationId xmlns:p14="http://schemas.microsoft.com/office/powerpoint/2010/main" val="1458112547"/>
      </p:ext>
    </p:extLst>
  </p:cSld>
  <p:clrMapOvr>
    <a:masterClrMapping/>
  </p:clrMapOvr>
  <p:transition>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A18A4-053A-FE92-4332-8C487D62B9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EE19DA-11BD-40DC-071E-4D59397CD6B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24E4B5-2FAA-430C-3993-8E2C271323F8}"/>
              </a:ext>
            </a:extLst>
          </p:cNvPr>
          <p:cNvSpPr>
            <a:spLocks noGrp="1"/>
          </p:cNvSpPr>
          <p:nvPr>
            <p:ph type="dt" sz="half" idx="10"/>
          </p:nvPr>
        </p:nvSpPr>
        <p:spPr/>
        <p:txBody>
          <a:bodyPr/>
          <a:lstStyle/>
          <a:p>
            <a:fld id="{CB745D48-2404-494F-81CA-4921D942931E}" type="datetime1">
              <a:rPr lang="en-US" smtClean="0"/>
              <a:t>3/2/2026</a:t>
            </a:fld>
            <a:endParaRPr lang="en-US"/>
          </a:p>
        </p:txBody>
      </p:sp>
      <p:sp>
        <p:nvSpPr>
          <p:cNvPr id="5" name="Footer Placeholder 4">
            <a:extLst>
              <a:ext uri="{FF2B5EF4-FFF2-40B4-BE49-F238E27FC236}">
                <a16:creationId xmlns:a16="http://schemas.microsoft.com/office/drawing/2014/main" id="{DFCDD6DC-8DE7-D278-D2E4-6237F85CEC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AF3AC5-2765-34F5-757A-A8097E5810AE}"/>
              </a:ext>
            </a:extLst>
          </p:cNvPr>
          <p:cNvSpPr>
            <a:spLocks noGrp="1"/>
          </p:cNvSpPr>
          <p:nvPr>
            <p:ph type="sldNum" sz="quarter" idx="12"/>
          </p:nvPr>
        </p:nvSpPr>
        <p:spPr/>
        <p:txBody>
          <a:bodyPr/>
          <a:lstStyle/>
          <a:p>
            <a:fld id="{A0A89718-6B35-4F95-AFF3-F3DDA665684B}" type="slidenum">
              <a:rPr lang="en-US" smtClean="0"/>
              <a:t>‹#›</a:t>
            </a:fld>
            <a:endParaRPr lang="en-US"/>
          </a:p>
        </p:txBody>
      </p:sp>
    </p:spTree>
    <p:extLst>
      <p:ext uri="{BB962C8B-B14F-4D97-AF65-F5344CB8AC3E}">
        <p14:creationId xmlns:p14="http://schemas.microsoft.com/office/powerpoint/2010/main" val="2707044833"/>
      </p:ext>
    </p:extLst>
  </p:cSld>
  <p:clrMapOvr>
    <a:masterClrMapping/>
  </p:clrMapOvr>
  <p:transition>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E0DA2-AACA-A0E0-4F9D-B6A5E1EA0C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8FD5C9-0580-9E38-37F3-A382C2AB62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A084E0-6DDC-1FBA-AEE5-276F7C4928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EA1D597-1693-5AAA-1AA6-1743FC7AE5A3}"/>
              </a:ext>
            </a:extLst>
          </p:cNvPr>
          <p:cNvSpPr>
            <a:spLocks noGrp="1"/>
          </p:cNvSpPr>
          <p:nvPr>
            <p:ph type="dt" sz="half" idx="10"/>
          </p:nvPr>
        </p:nvSpPr>
        <p:spPr/>
        <p:txBody>
          <a:bodyPr/>
          <a:lstStyle/>
          <a:p>
            <a:fld id="{EA4903C4-0EAB-4247-81C8-D17CEF09892E}" type="datetime1">
              <a:rPr lang="en-US" smtClean="0"/>
              <a:t>3/2/2026</a:t>
            </a:fld>
            <a:endParaRPr lang="en-US"/>
          </a:p>
        </p:txBody>
      </p:sp>
      <p:sp>
        <p:nvSpPr>
          <p:cNvPr id="6" name="Footer Placeholder 5">
            <a:extLst>
              <a:ext uri="{FF2B5EF4-FFF2-40B4-BE49-F238E27FC236}">
                <a16:creationId xmlns:a16="http://schemas.microsoft.com/office/drawing/2014/main" id="{12EC1AFD-A5F5-5DCB-D624-7B870ED9BF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1C3E1F-A561-B275-4D10-63AC24BFE68C}"/>
              </a:ext>
            </a:extLst>
          </p:cNvPr>
          <p:cNvSpPr>
            <a:spLocks noGrp="1"/>
          </p:cNvSpPr>
          <p:nvPr>
            <p:ph type="sldNum" sz="quarter" idx="12"/>
          </p:nvPr>
        </p:nvSpPr>
        <p:spPr/>
        <p:txBody>
          <a:bodyPr/>
          <a:lstStyle/>
          <a:p>
            <a:fld id="{A0A89718-6B35-4F95-AFF3-F3DDA665684B}" type="slidenum">
              <a:rPr lang="en-US" smtClean="0"/>
              <a:t>‹#›</a:t>
            </a:fld>
            <a:endParaRPr lang="en-US"/>
          </a:p>
        </p:txBody>
      </p:sp>
    </p:spTree>
    <p:extLst>
      <p:ext uri="{BB962C8B-B14F-4D97-AF65-F5344CB8AC3E}">
        <p14:creationId xmlns:p14="http://schemas.microsoft.com/office/powerpoint/2010/main" val="2993269512"/>
      </p:ext>
    </p:extLst>
  </p:cSld>
  <p:clrMapOvr>
    <a:masterClrMapping/>
  </p:clrMapOvr>
  <p:transition>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554D6-B9AC-32EC-43F0-0E72B78A3F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566A2A2-243F-F6E7-D51D-18984002BF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3EAF43-F5D0-4EF7-2E2A-A0357CAA7B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2DC061F-2CE7-7AB8-F9E8-C78ACFC4FC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B3A646-9E0E-4EA9-FB00-D8D6BE9A9C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60455E-A834-2C23-A494-02F711BACD5E}"/>
              </a:ext>
            </a:extLst>
          </p:cNvPr>
          <p:cNvSpPr>
            <a:spLocks noGrp="1"/>
          </p:cNvSpPr>
          <p:nvPr>
            <p:ph type="dt" sz="half" idx="10"/>
          </p:nvPr>
        </p:nvSpPr>
        <p:spPr/>
        <p:txBody>
          <a:bodyPr/>
          <a:lstStyle/>
          <a:p>
            <a:fld id="{2E13F618-B734-4163-BB60-4CF21CEB5284}" type="datetime1">
              <a:rPr lang="en-US" smtClean="0"/>
              <a:t>3/2/2026</a:t>
            </a:fld>
            <a:endParaRPr lang="en-US"/>
          </a:p>
        </p:txBody>
      </p:sp>
      <p:sp>
        <p:nvSpPr>
          <p:cNvPr id="8" name="Footer Placeholder 7">
            <a:extLst>
              <a:ext uri="{FF2B5EF4-FFF2-40B4-BE49-F238E27FC236}">
                <a16:creationId xmlns:a16="http://schemas.microsoft.com/office/drawing/2014/main" id="{0D22DC15-29B6-9D60-AA1D-56844AD5232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B4DA9DE-EAEF-3B02-CA32-BEB5496A1A1C}"/>
              </a:ext>
            </a:extLst>
          </p:cNvPr>
          <p:cNvSpPr>
            <a:spLocks noGrp="1"/>
          </p:cNvSpPr>
          <p:nvPr>
            <p:ph type="sldNum" sz="quarter" idx="12"/>
          </p:nvPr>
        </p:nvSpPr>
        <p:spPr/>
        <p:txBody>
          <a:bodyPr/>
          <a:lstStyle/>
          <a:p>
            <a:fld id="{A0A89718-6B35-4F95-AFF3-F3DDA665684B}" type="slidenum">
              <a:rPr lang="en-US" smtClean="0"/>
              <a:t>‹#›</a:t>
            </a:fld>
            <a:endParaRPr lang="en-US"/>
          </a:p>
        </p:txBody>
      </p:sp>
    </p:spTree>
    <p:extLst>
      <p:ext uri="{BB962C8B-B14F-4D97-AF65-F5344CB8AC3E}">
        <p14:creationId xmlns:p14="http://schemas.microsoft.com/office/powerpoint/2010/main" val="2625233604"/>
      </p:ext>
    </p:extLst>
  </p:cSld>
  <p:clrMapOvr>
    <a:masterClrMapping/>
  </p:clrMapOvr>
  <p:transition>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D7034-FC2A-1A5E-8B2C-2DD27042D4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462018-D595-CFD6-8137-943A9530BD82}"/>
              </a:ext>
            </a:extLst>
          </p:cNvPr>
          <p:cNvSpPr>
            <a:spLocks noGrp="1"/>
          </p:cNvSpPr>
          <p:nvPr>
            <p:ph type="dt" sz="half" idx="10"/>
          </p:nvPr>
        </p:nvSpPr>
        <p:spPr/>
        <p:txBody>
          <a:bodyPr/>
          <a:lstStyle/>
          <a:p>
            <a:fld id="{6BC715E3-7700-4AE1-98E1-F15284E3B50F}" type="datetime1">
              <a:rPr lang="en-US" smtClean="0"/>
              <a:t>3/2/2026</a:t>
            </a:fld>
            <a:endParaRPr lang="en-US"/>
          </a:p>
        </p:txBody>
      </p:sp>
      <p:sp>
        <p:nvSpPr>
          <p:cNvPr id="4" name="Footer Placeholder 3">
            <a:extLst>
              <a:ext uri="{FF2B5EF4-FFF2-40B4-BE49-F238E27FC236}">
                <a16:creationId xmlns:a16="http://schemas.microsoft.com/office/drawing/2014/main" id="{8FAD4340-EBFF-D5FB-0EE4-B71ECC06D64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20E2BD-BCF1-8FA5-7C27-0F989AE796F3}"/>
              </a:ext>
            </a:extLst>
          </p:cNvPr>
          <p:cNvSpPr>
            <a:spLocks noGrp="1"/>
          </p:cNvSpPr>
          <p:nvPr>
            <p:ph type="sldNum" sz="quarter" idx="12"/>
          </p:nvPr>
        </p:nvSpPr>
        <p:spPr/>
        <p:txBody>
          <a:bodyPr/>
          <a:lstStyle/>
          <a:p>
            <a:fld id="{A0A89718-6B35-4F95-AFF3-F3DDA665684B}" type="slidenum">
              <a:rPr lang="en-US" smtClean="0"/>
              <a:t>‹#›</a:t>
            </a:fld>
            <a:endParaRPr lang="en-US"/>
          </a:p>
        </p:txBody>
      </p:sp>
    </p:spTree>
    <p:extLst>
      <p:ext uri="{BB962C8B-B14F-4D97-AF65-F5344CB8AC3E}">
        <p14:creationId xmlns:p14="http://schemas.microsoft.com/office/powerpoint/2010/main" val="41297318"/>
      </p:ext>
    </p:extLst>
  </p:cSld>
  <p:clrMapOvr>
    <a:masterClrMapping/>
  </p:clrMapOvr>
  <p:transition>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F15912-B4F3-418B-5E3A-95F88A0D2EA9}"/>
              </a:ext>
            </a:extLst>
          </p:cNvPr>
          <p:cNvSpPr>
            <a:spLocks noGrp="1"/>
          </p:cNvSpPr>
          <p:nvPr>
            <p:ph type="dt" sz="half" idx="10"/>
          </p:nvPr>
        </p:nvSpPr>
        <p:spPr/>
        <p:txBody>
          <a:bodyPr/>
          <a:lstStyle/>
          <a:p>
            <a:fld id="{BDA287AC-EA3B-48E7-9C21-B33448B4E8D8}" type="datetime1">
              <a:rPr lang="en-US" smtClean="0"/>
              <a:t>3/2/2026</a:t>
            </a:fld>
            <a:endParaRPr lang="en-US"/>
          </a:p>
        </p:txBody>
      </p:sp>
      <p:sp>
        <p:nvSpPr>
          <p:cNvPr id="3" name="Footer Placeholder 2">
            <a:extLst>
              <a:ext uri="{FF2B5EF4-FFF2-40B4-BE49-F238E27FC236}">
                <a16:creationId xmlns:a16="http://schemas.microsoft.com/office/drawing/2014/main" id="{AAECE2F7-E148-F45A-4E58-A7267EC1A7E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17450A4-93B6-3588-CC27-57D7BE23A6ED}"/>
              </a:ext>
            </a:extLst>
          </p:cNvPr>
          <p:cNvSpPr>
            <a:spLocks noGrp="1"/>
          </p:cNvSpPr>
          <p:nvPr>
            <p:ph type="sldNum" sz="quarter" idx="12"/>
          </p:nvPr>
        </p:nvSpPr>
        <p:spPr/>
        <p:txBody>
          <a:bodyPr/>
          <a:lstStyle/>
          <a:p>
            <a:fld id="{A0A89718-6B35-4F95-AFF3-F3DDA665684B}" type="slidenum">
              <a:rPr lang="en-US" smtClean="0"/>
              <a:t>‹#›</a:t>
            </a:fld>
            <a:endParaRPr lang="en-US"/>
          </a:p>
        </p:txBody>
      </p:sp>
    </p:spTree>
    <p:extLst>
      <p:ext uri="{BB962C8B-B14F-4D97-AF65-F5344CB8AC3E}">
        <p14:creationId xmlns:p14="http://schemas.microsoft.com/office/powerpoint/2010/main" val="3153466739"/>
      </p:ext>
    </p:extLst>
  </p:cSld>
  <p:clrMapOvr>
    <a:masterClrMapping/>
  </p:clrMapOvr>
  <p:transition>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94599-B30D-A243-C459-B62B9C53BC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FBD002-F8F0-8FE2-CCF8-8F5840BAAC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7A309A3-3A27-B215-C3BF-F5B8C31998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04BC9A-6073-9BC8-C321-22A932E9A0EF}"/>
              </a:ext>
            </a:extLst>
          </p:cNvPr>
          <p:cNvSpPr>
            <a:spLocks noGrp="1"/>
          </p:cNvSpPr>
          <p:nvPr>
            <p:ph type="dt" sz="half" idx="10"/>
          </p:nvPr>
        </p:nvSpPr>
        <p:spPr/>
        <p:txBody>
          <a:bodyPr/>
          <a:lstStyle/>
          <a:p>
            <a:fld id="{5651D6AD-4A71-403C-A1BE-EA3462420DD4}" type="datetime1">
              <a:rPr lang="en-US" smtClean="0"/>
              <a:t>3/2/2026</a:t>
            </a:fld>
            <a:endParaRPr lang="en-US"/>
          </a:p>
        </p:txBody>
      </p:sp>
      <p:sp>
        <p:nvSpPr>
          <p:cNvPr id="6" name="Footer Placeholder 5">
            <a:extLst>
              <a:ext uri="{FF2B5EF4-FFF2-40B4-BE49-F238E27FC236}">
                <a16:creationId xmlns:a16="http://schemas.microsoft.com/office/drawing/2014/main" id="{629C4DA4-0595-F3A0-34EF-BD459C266B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B070C3-DEFE-732F-A851-D2F638E352C9}"/>
              </a:ext>
            </a:extLst>
          </p:cNvPr>
          <p:cNvSpPr>
            <a:spLocks noGrp="1"/>
          </p:cNvSpPr>
          <p:nvPr>
            <p:ph type="sldNum" sz="quarter" idx="12"/>
          </p:nvPr>
        </p:nvSpPr>
        <p:spPr/>
        <p:txBody>
          <a:bodyPr/>
          <a:lstStyle/>
          <a:p>
            <a:fld id="{A0A89718-6B35-4F95-AFF3-F3DDA665684B}" type="slidenum">
              <a:rPr lang="en-US" smtClean="0"/>
              <a:t>‹#›</a:t>
            </a:fld>
            <a:endParaRPr lang="en-US"/>
          </a:p>
        </p:txBody>
      </p:sp>
    </p:spTree>
    <p:extLst>
      <p:ext uri="{BB962C8B-B14F-4D97-AF65-F5344CB8AC3E}">
        <p14:creationId xmlns:p14="http://schemas.microsoft.com/office/powerpoint/2010/main" val="695249670"/>
      </p:ext>
    </p:extLst>
  </p:cSld>
  <p:clrMapOvr>
    <a:masterClrMapping/>
  </p:clrMapOvr>
  <p:transition>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B753E-00A4-A8BE-20B3-7DAE5B75D9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FF129F0-1CFB-E68B-0B38-545E2D210B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3C452D1-41C7-9A1D-B787-A9CA70AC40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7C35D3-BC5E-12F3-2B57-D16B1DC4F74E}"/>
              </a:ext>
            </a:extLst>
          </p:cNvPr>
          <p:cNvSpPr>
            <a:spLocks noGrp="1"/>
          </p:cNvSpPr>
          <p:nvPr>
            <p:ph type="dt" sz="half" idx="10"/>
          </p:nvPr>
        </p:nvSpPr>
        <p:spPr/>
        <p:txBody>
          <a:bodyPr/>
          <a:lstStyle/>
          <a:p>
            <a:fld id="{8FB2E82D-8A36-45F1-B616-CB43573CF797}" type="datetime1">
              <a:rPr lang="en-US" smtClean="0"/>
              <a:t>3/2/2026</a:t>
            </a:fld>
            <a:endParaRPr lang="en-US"/>
          </a:p>
        </p:txBody>
      </p:sp>
      <p:sp>
        <p:nvSpPr>
          <p:cNvPr id="6" name="Footer Placeholder 5">
            <a:extLst>
              <a:ext uri="{FF2B5EF4-FFF2-40B4-BE49-F238E27FC236}">
                <a16:creationId xmlns:a16="http://schemas.microsoft.com/office/drawing/2014/main" id="{3EECF8A1-4FE8-2A56-6BCA-38A81E0399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3581A2-B25A-3023-CF83-1F4B4D0FD1E7}"/>
              </a:ext>
            </a:extLst>
          </p:cNvPr>
          <p:cNvSpPr>
            <a:spLocks noGrp="1"/>
          </p:cNvSpPr>
          <p:nvPr>
            <p:ph type="sldNum" sz="quarter" idx="12"/>
          </p:nvPr>
        </p:nvSpPr>
        <p:spPr/>
        <p:txBody>
          <a:bodyPr/>
          <a:lstStyle/>
          <a:p>
            <a:fld id="{A0A89718-6B35-4F95-AFF3-F3DDA665684B}" type="slidenum">
              <a:rPr lang="en-US" smtClean="0"/>
              <a:t>‹#›</a:t>
            </a:fld>
            <a:endParaRPr lang="en-US"/>
          </a:p>
        </p:txBody>
      </p:sp>
    </p:spTree>
    <p:extLst>
      <p:ext uri="{BB962C8B-B14F-4D97-AF65-F5344CB8AC3E}">
        <p14:creationId xmlns:p14="http://schemas.microsoft.com/office/powerpoint/2010/main" val="1904953215"/>
      </p:ext>
    </p:extLst>
  </p:cSld>
  <p:clrMapOvr>
    <a:masterClrMapping/>
  </p:clrMapOvr>
  <p:transition>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1824C-FA3B-C965-BF17-5B8C67FBFB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DB21CA2-2381-CE6C-3A4F-D45360336E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407687-3042-0CA3-282C-7838AD920406}"/>
              </a:ext>
            </a:extLst>
          </p:cNvPr>
          <p:cNvSpPr>
            <a:spLocks noGrp="1"/>
          </p:cNvSpPr>
          <p:nvPr>
            <p:ph type="dt" sz="half" idx="10"/>
          </p:nvPr>
        </p:nvSpPr>
        <p:spPr/>
        <p:txBody>
          <a:bodyPr/>
          <a:lstStyle/>
          <a:p>
            <a:fld id="{A5072E70-24A3-4763-897C-435C0A862A20}" type="datetime1">
              <a:rPr lang="en-US" smtClean="0"/>
              <a:t>3/2/2026</a:t>
            </a:fld>
            <a:endParaRPr lang="en-US"/>
          </a:p>
        </p:txBody>
      </p:sp>
      <p:sp>
        <p:nvSpPr>
          <p:cNvPr id="5" name="Footer Placeholder 4">
            <a:extLst>
              <a:ext uri="{FF2B5EF4-FFF2-40B4-BE49-F238E27FC236}">
                <a16:creationId xmlns:a16="http://schemas.microsoft.com/office/drawing/2014/main" id="{FBB5B470-1792-EBF6-20EB-9D95BC4D56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0732E4-DCA2-CA63-7841-73F3FC082DE0}"/>
              </a:ext>
            </a:extLst>
          </p:cNvPr>
          <p:cNvSpPr>
            <a:spLocks noGrp="1"/>
          </p:cNvSpPr>
          <p:nvPr>
            <p:ph type="sldNum" sz="quarter" idx="12"/>
          </p:nvPr>
        </p:nvSpPr>
        <p:spPr/>
        <p:txBody>
          <a:bodyPr/>
          <a:lstStyle/>
          <a:p>
            <a:fld id="{A0A89718-6B35-4F95-AFF3-F3DDA665684B}" type="slidenum">
              <a:rPr lang="en-US" smtClean="0"/>
              <a:t>‹#›</a:t>
            </a:fld>
            <a:endParaRPr lang="en-US"/>
          </a:p>
        </p:txBody>
      </p:sp>
    </p:spTree>
    <p:extLst>
      <p:ext uri="{BB962C8B-B14F-4D97-AF65-F5344CB8AC3E}">
        <p14:creationId xmlns:p14="http://schemas.microsoft.com/office/powerpoint/2010/main" val="2991307938"/>
      </p:ext>
    </p:extLst>
  </p:cSld>
  <p:clrMapOvr>
    <a:masterClrMapping/>
  </p:clrMapOvr>
  <p:transition>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8898EB-0766-A249-55C0-C31BA63E0A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91BA09A-3F91-A8BE-F0F8-D5FC41E761E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7C1B2C-ABFA-11F2-7139-7C9EA6C2C0AB}"/>
              </a:ext>
            </a:extLst>
          </p:cNvPr>
          <p:cNvSpPr>
            <a:spLocks noGrp="1"/>
          </p:cNvSpPr>
          <p:nvPr>
            <p:ph type="dt" sz="half" idx="10"/>
          </p:nvPr>
        </p:nvSpPr>
        <p:spPr/>
        <p:txBody>
          <a:bodyPr/>
          <a:lstStyle/>
          <a:p>
            <a:fld id="{61491609-E6AA-419B-B542-278BD5056F2B}" type="datetime1">
              <a:rPr lang="en-US" smtClean="0"/>
              <a:t>3/2/2026</a:t>
            </a:fld>
            <a:endParaRPr lang="en-US"/>
          </a:p>
        </p:txBody>
      </p:sp>
      <p:sp>
        <p:nvSpPr>
          <p:cNvPr id="5" name="Footer Placeholder 4">
            <a:extLst>
              <a:ext uri="{FF2B5EF4-FFF2-40B4-BE49-F238E27FC236}">
                <a16:creationId xmlns:a16="http://schemas.microsoft.com/office/drawing/2014/main" id="{3EE9859D-03A1-2A0D-29B3-9215BC29E1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35DE07-521A-56BF-7320-3E715D1B7BAF}"/>
              </a:ext>
            </a:extLst>
          </p:cNvPr>
          <p:cNvSpPr>
            <a:spLocks noGrp="1"/>
          </p:cNvSpPr>
          <p:nvPr>
            <p:ph type="sldNum" sz="quarter" idx="12"/>
          </p:nvPr>
        </p:nvSpPr>
        <p:spPr/>
        <p:txBody>
          <a:bodyPr/>
          <a:lstStyle/>
          <a:p>
            <a:fld id="{A0A89718-6B35-4F95-AFF3-F3DDA665684B}" type="slidenum">
              <a:rPr lang="en-US" smtClean="0"/>
              <a:t>‹#›</a:t>
            </a:fld>
            <a:endParaRPr lang="en-US"/>
          </a:p>
        </p:txBody>
      </p:sp>
    </p:spTree>
    <p:extLst>
      <p:ext uri="{BB962C8B-B14F-4D97-AF65-F5344CB8AC3E}">
        <p14:creationId xmlns:p14="http://schemas.microsoft.com/office/powerpoint/2010/main" val="1573138273"/>
      </p:ext>
    </p:extLst>
  </p:cSld>
  <p:clrMapOvr>
    <a:masterClrMapping/>
  </p:clrMapOvr>
  <p:transition>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E58361-BDC9-8108-61F7-DF502110205A}"/>
              </a:ext>
            </a:extLst>
          </p:cNvPr>
          <p:cNvSpPr/>
          <p:nvPr userDrawn="1"/>
        </p:nvSpPr>
        <p:spPr>
          <a:xfrm>
            <a:off x="0" y="6216650"/>
            <a:ext cx="12192000" cy="641350"/>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AA6BC61B-6985-C63E-57CB-107282C030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D9B064-6633-E564-BCDB-3FD5543445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697633-023F-E332-E0EA-5A241940F1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7BF538-A3AD-41FB-AC29-0B12DB93F615}" type="datetime1">
              <a:rPr lang="en-US" smtClean="0"/>
              <a:t>3/2/2026</a:t>
            </a:fld>
            <a:endParaRPr lang="en-US"/>
          </a:p>
        </p:txBody>
      </p:sp>
      <p:sp>
        <p:nvSpPr>
          <p:cNvPr id="5" name="Footer Placeholder 4">
            <a:extLst>
              <a:ext uri="{FF2B5EF4-FFF2-40B4-BE49-F238E27FC236}">
                <a16:creationId xmlns:a16="http://schemas.microsoft.com/office/drawing/2014/main" id="{B73A6DB0-54FF-BE03-9529-3DC4A01165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B7C2DB-3B37-15D1-4368-430E258732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F657CC-D746-414A-B402-BB97D2962C84}" type="slidenum">
              <a:rPr lang="en-US" smtClean="0"/>
              <a:pPr/>
              <a:t>‹#›</a:t>
            </a:fld>
            <a:endParaRPr lang="en-US"/>
          </a:p>
        </p:txBody>
      </p:sp>
      <p:pic>
        <p:nvPicPr>
          <p:cNvPr id="8" name="Picture 7">
            <a:extLst>
              <a:ext uri="{FF2B5EF4-FFF2-40B4-BE49-F238E27FC236}">
                <a16:creationId xmlns:a16="http://schemas.microsoft.com/office/drawing/2014/main" id="{046CE475-9665-C2F5-F9E7-91D54828785E}"/>
              </a:ext>
            </a:extLst>
          </p:cNvPr>
          <p:cNvPicPr>
            <a:picLocks noChangeAspect="1"/>
          </p:cNvPicPr>
          <p:nvPr userDrawn="1"/>
        </p:nvPicPr>
        <p:blipFill>
          <a:blip r:embed="rId13">
            <a:extLst>
              <a:ext uri="{28A0092B-C50C-407E-A947-70E740481C1C}">
                <a14:useLocalDpi xmlns:a14="http://schemas.microsoft.com/office/drawing/2010/main" val="0"/>
              </a:ext>
            </a:extLst>
          </a:blip>
          <a:srcRect t="10599" b="17512"/>
          <a:stretch>
            <a:fillRect/>
          </a:stretch>
        </p:blipFill>
        <p:spPr>
          <a:xfrm>
            <a:off x="10822776" y="0"/>
            <a:ext cx="1369224" cy="984325"/>
          </a:xfrm>
          <a:prstGeom prst="rect">
            <a:avLst/>
          </a:prstGeom>
        </p:spPr>
      </p:pic>
    </p:spTree>
    <p:extLst>
      <p:ext uri="{BB962C8B-B14F-4D97-AF65-F5344CB8AC3E}">
        <p14:creationId xmlns:p14="http://schemas.microsoft.com/office/powerpoint/2010/main" val="10421010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push dir="u"/>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media/image14.png"/><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9.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media/image14.png"/><Relationship Id="rId4" Type="http://schemas.openxmlformats.org/officeDocument/2006/relationships/image" Target="NULL"/></Relationships>
</file>

<file path=ppt/slides/_rels/slide1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NUL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NUL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NULL"/><Relationship Id="rId10" Type="http://schemas.openxmlformats.org/officeDocument/2006/relationships/image" Target="../media/image25.png"/><Relationship Id="rId4" Type="http://schemas.openxmlformats.org/officeDocument/2006/relationships/image" Target="NULL"/><Relationship Id="rId9"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32.png"/><Relationship Id="rId7" Type="http://schemas.openxmlformats.org/officeDocument/2006/relationships/image" Target="NULL"/><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35.png"/><Relationship Id="rId4" Type="http://schemas.openxmlformats.org/officeDocument/2006/relationships/image" Target="NULL"/><Relationship Id="rId9" Type="http://schemas.openxmlformats.org/officeDocument/2006/relationships/image" Target="NUL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80.png"/><Relationship Id="rId1" Type="http://schemas.openxmlformats.org/officeDocument/2006/relationships/slideLayout" Target="../slideLayouts/slideLayout1.xml"/><Relationship Id="rId5" Type="http://schemas.openxmlformats.org/officeDocument/2006/relationships/image" Target="../media/image110.png"/><Relationship Id="rId4" Type="http://schemas.openxmlformats.org/officeDocument/2006/relationships/image" Target="../media/image100.png"/></Relationships>
</file>

<file path=ppt/slides/_rels/slide2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80.png"/><Relationship Id="rId1" Type="http://schemas.openxmlformats.org/officeDocument/2006/relationships/slideLayout" Target="../slideLayouts/slideLayout1.xml"/><Relationship Id="rId5" Type="http://schemas.openxmlformats.org/officeDocument/2006/relationships/image" Target="../media/image140.png"/><Relationship Id="rId4" Type="http://schemas.openxmlformats.org/officeDocument/2006/relationships/image" Target="../media/image130.png"/></Relationships>
</file>

<file path=ppt/slides/_rels/slide23.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24.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0.png"/><Relationship Id="rId1" Type="http://schemas.openxmlformats.org/officeDocument/2006/relationships/slideLayout" Target="../slideLayouts/slideLayout1.xml"/><Relationship Id="rId4" Type="http://schemas.openxmlformats.org/officeDocument/2006/relationships/image" Target="../media/image200.png"/></Relationships>
</file>

<file path=ppt/slides/_rels/slide25.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210.png"/><Relationship Id="rId1" Type="http://schemas.openxmlformats.org/officeDocument/2006/relationships/slideLayout" Target="../slideLayouts/slideLayout1.xml"/><Relationship Id="rId4" Type="http://schemas.openxmlformats.org/officeDocument/2006/relationships/image" Target="../media/image2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7.png"/><Relationship Id="rId7" Type="http://schemas.openxmlformats.org/officeDocument/2006/relationships/image" Target="../media/image53.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svg"/><Relationship Id="rId4" Type="http://schemas.openxmlformats.org/officeDocument/2006/relationships/image" Target="../media/image50.png"/><Relationship Id="rId9" Type="http://schemas.openxmlformats.org/officeDocument/2006/relationships/image" Target="../media/image55.svg"/></Relationships>
</file>

<file path=ppt/slides/_rels/slide3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8" Type="http://schemas.openxmlformats.org/officeDocument/2006/relationships/image" Target="../media/image73.png"/><Relationship Id="rId13" Type="http://schemas.openxmlformats.org/officeDocument/2006/relationships/image" Target="../media/image78.png"/><Relationship Id="rId3" Type="http://schemas.openxmlformats.org/officeDocument/2006/relationships/image" Target="../media/image65.png"/><Relationship Id="rId7" Type="http://schemas.openxmlformats.org/officeDocument/2006/relationships/image" Target="../media/image72.png"/><Relationship Id="rId12" Type="http://schemas.openxmlformats.org/officeDocument/2006/relationships/image" Target="../media/image77.png"/><Relationship Id="rId17" Type="http://schemas.openxmlformats.org/officeDocument/2006/relationships/image" Target="../media/image83.png"/><Relationship Id="rId2" Type="http://schemas.openxmlformats.org/officeDocument/2006/relationships/image" Target="../media/image59.png"/><Relationship Id="rId16"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image" Target="../media/image71.png"/><Relationship Id="rId11" Type="http://schemas.openxmlformats.org/officeDocument/2006/relationships/image" Target="../media/image76.png"/><Relationship Id="rId5" Type="http://schemas.openxmlformats.org/officeDocument/2006/relationships/image" Target="../media/image70.png"/><Relationship Id="rId15" Type="http://schemas.openxmlformats.org/officeDocument/2006/relationships/image" Target="../media/image81.png"/><Relationship Id="rId10" Type="http://schemas.openxmlformats.org/officeDocument/2006/relationships/image" Target="../media/image75.png"/><Relationship Id="rId4" Type="http://schemas.openxmlformats.org/officeDocument/2006/relationships/image" Target="../media/image69.png"/><Relationship Id="rId9" Type="http://schemas.openxmlformats.org/officeDocument/2006/relationships/image" Target="../media/image74.png"/><Relationship Id="rId14" Type="http://schemas.openxmlformats.org/officeDocument/2006/relationships/image" Target="../media/image7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F3102E-F10F-1750-7D61-EA82DAB7192A}"/>
              </a:ext>
            </a:extLst>
          </p:cNvPr>
          <p:cNvSpPr>
            <a:spLocks noGrp="1"/>
          </p:cNvSpPr>
          <p:nvPr>
            <p:ph type="sldNum" sz="quarter" idx="12"/>
          </p:nvPr>
        </p:nvSpPr>
        <p:spPr/>
        <p:txBody>
          <a:bodyPr/>
          <a:lstStyle/>
          <a:p>
            <a:fld id="{A0A89718-6B35-4F95-AFF3-F3DDA665684B}" type="slidenum">
              <a:rPr lang="en-US" smtClean="0"/>
              <a:t>1</a:t>
            </a:fld>
            <a:endParaRPr lang="en-US"/>
          </a:p>
        </p:txBody>
      </p:sp>
      <p:sp>
        <p:nvSpPr>
          <p:cNvPr id="6" name="TextBox 5">
            <a:extLst>
              <a:ext uri="{FF2B5EF4-FFF2-40B4-BE49-F238E27FC236}">
                <a16:creationId xmlns:a16="http://schemas.microsoft.com/office/drawing/2014/main" id="{EF0D6026-F385-EBF7-CB6C-6F08328E6942}"/>
              </a:ext>
            </a:extLst>
          </p:cNvPr>
          <p:cNvSpPr txBox="1"/>
          <p:nvPr/>
        </p:nvSpPr>
        <p:spPr>
          <a:xfrm>
            <a:off x="533399" y="4069197"/>
            <a:ext cx="9448801" cy="480131"/>
          </a:xfrm>
          <a:prstGeom prst="rect">
            <a:avLst/>
          </a:prstGeom>
          <a:noFill/>
        </p:spPr>
        <p:txBody>
          <a:bodyPr wrap="square">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all" spc="0" normalizeH="0" baseline="0" noProof="0">
                <a:ln>
                  <a:noFill/>
                </a:ln>
                <a:solidFill>
                  <a:sysClr val="windowText" lastClr="000000"/>
                </a:solidFill>
                <a:effectLst/>
                <a:uLnTx/>
                <a:uFillTx/>
                <a:latin typeface="Posterama"/>
                <a:ea typeface="+mj-ea"/>
                <a:cs typeface="+mj-cs"/>
              </a:rPr>
              <a:t>Machine Learning for Subsurface engineers</a:t>
            </a:r>
          </a:p>
        </p:txBody>
      </p:sp>
      <p:sp>
        <p:nvSpPr>
          <p:cNvPr id="8" name="TextBox 7">
            <a:extLst>
              <a:ext uri="{FF2B5EF4-FFF2-40B4-BE49-F238E27FC236}">
                <a16:creationId xmlns:a16="http://schemas.microsoft.com/office/drawing/2014/main" id="{FDB994A0-2106-6A73-A1F2-B386900A0C71}"/>
              </a:ext>
            </a:extLst>
          </p:cNvPr>
          <p:cNvSpPr txBox="1"/>
          <p:nvPr/>
        </p:nvSpPr>
        <p:spPr>
          <a:xfrm>
            <a:off x="533399" y="5175840"/>
            <a:ext cx="6096000" cy="369332"/>
          </a:xfrm>
          <a:prstGeom prst="rect">
            <a:avLst/>
          </a:prstGeom>
          <a:noFill/>
        </p:spPr>
        <p:txBody>
          <a:bodyPr wrap="square">
            <a:spAutoFit/>
          </a:bodyPr>
          <a:lstStyle/>
          <a:p>
            <a:r>
              <a:rPr kumimoji="0" lang="en-US" sz="1800" b="1" i="0" u="none" strike="noStrike" kern="1200" cap="all" spc="0" normalizeH="0" baseline="0" noProof="0">
                <a:ln>
                  <a:noFill/>
                </a:ln>
                <a:solidFill>
                  <a:sysClr val="windowText" lastClr="000000"/>
                </a:solidFill>
                <a:effectLst/>
                <a:uLnTx/>
                <a:uFillTx/>
                <a:latin typeface="Posterama"/>
                <a:ea typeface="+mj-ea"/>
                <a:cs typeface="+mj-cs"/>
              </a:rPr>
              <a:t>Session III, 1 March 2026</a:t>
            </a:r>
            <a:endParaRPr lang="en-US"/>
          </a:p>
        </p:txBody>
      </p:sp>
      <p:sp>
        <p:nvSpPr>
          <p:cNvPr id="9" name="TextBox 8">
            <a:extLst>
              <a:ext uri="{FF2B5EF4-FFF2-40B4-BE49-F238E27FC236}">
                <a16:creationId xmlns:a16="http://schemas.microsoft.com/office/drawing/2014/main" id="{AE1E4CB7-29EB-CE75-9A0F-B37D47FCA3C9}"/>
              </a:ext>
            </a:extLst>
          </p:cNvPr>
          <p:cNvSpPr txBox="1"/>
          <p:nvPr/>
        </p:nvSpPr>
        <p:spPr>
          <a:xfrm>
            <a:off x="533399" y="4677918"/>
            <a:ext cx="9028982" cy="369332"/>
          </a:xfrm>
          <a:prstGeom prst="rect">
            <a:avLst/>
          </a:prstGeom>
          <a:noFill/>
        </p:spPr>
        <p:txBody>
          <a:bodyPr wrap="square">
            <a:spAutoFit/>
          </a:bodyPr>
          <a:lstStyle/>
          <a:p>
            <a:r>
              <a:rPr kumimoji="0" lang="en-US" sz="1800" b="1" i="0" u="none" strike="noStrike" kern="1200" cap="all" spc="0" normalizeH="0" baseline="0" noProof="0">
                <a:ln>
                  <a:noFill/>
                </a:ln>
                <a:solidFill>
                  <a:sysClr val="windowText" lastClr="000000"/>
                </a:solidFill>
                <a:effectLst/>
                <a:uLnTx/>
                <a:uFillTx/>
                <a:latin typeface="Posterama"/>
                <a:ea typeface="+mj-ea"/>
                <a:cs typeface="+mj-cs"/>
              </a:rPr>
              <a:t>Dursun Dashdamirov, Nadir Zeynalli,</a:t>
            </a:r>
            <a:r>
              <a:rPr lang="en-US" b="1" cap="all">
                <a:solidFill>
                  <a:sysClr val="windowText" lastClr="000000"/>
                </a:solidFill>
                <a:latin typeface="Posterama"/>
                <a:ea typeface="+mj-ea"/>
                <a:cs typeface="+mj-cs"/>
              </a:rPr>
              <a:t> Vugar Dunyamaliyev </a:t>
            </a:r>
            <a:endParaRPr lang="en-US"/>
          </a:p>
        </p:txBody>
      </p:sp>
      <p:pic>
        <p:nvPicPr>
          <p:cNvPr id="10" name="Picture 9">
            <a:extLst>
              <a:ext uri="{FF2B5EF4-FFF2-40B4-BE49-F238E27FC236}">
                <a16:creationId xmlns:a16="http://schemas.microsoft.com/office/drawing/2014/main" id="{A22B75EE-78AE-7FF5-F1B0-8A89582FA4DB}"/>
              </a:ext>
            </a:extLst>
          </p:cNvPr>
          <p:cNvPicPr>
            <a:picLocks noChangeAspect="1"/>
          </p:cNvPicPr>
          <p:nvPr/>
        </p:nvPicPr>
        <p:blipFill>
          <a:blip r:embed="rId2">
            <a:extLst>
              <a:ext uri="{28A0092B-C50C-407E-A947-70E740481C1C}">
                <a14:useLocalDpi xmlns:a14="http://schemas.microsoft.com/office/drawing/2010/main" val="0"/>
              </a:ext>
            </a:extLst>
          </a:blip>
          <a:srcRect t="18608" r="8484" b="22822"/>
          <a:stretch>
            <a:fillRect/>
          </a:stretch>
        </p:blipFill>
        <p:spPr>
          <a:xfrm>
            <a:off x="2719228" y="1022293"/>
            <a:ext cx="6199407" cy="247976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49635287"/>
      </p:ext>
    </p:extLst>
  </p:cSld>
  <p:clrMapOvr>
    <a:masterClrMapping/>
  </p:clrMapOvr>
  <p:transition spd="med">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9598E-3966-7163-CB8D-E287133A8F9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0DADCC3-0DFC-6A6E-3959-75745DB71D10}"/>
              </a:ext>
            </a:extLst>
          </p:cNvPr>
          <p:cNvSpPr txBox="1">
            <a:spLocks/>
          </p:cNvSpPr>
          <p:nvPr/>
        </p:nvSpPr>
        <p:spPr>
          <a:xfrm>
            <a:off x="224845" y="172997"/>
            <a:ext cx="10878539"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all" spc="0" normalizeH="0" baseline="0" noProof="0">
                <a:ln>
                  <a:noFill/>
                </a:ln>
                <a:solidFill>
                  <a:sysClr val="windowText" lastClr="000000"/>
                </a:solidFill>
                <a:effectLst/>
                <a:uLnTx/>
                <a:uFillTx/>
                <a:latin typeface="Posterama"/>
                <a:ea typeface="+mj-ea"/>
                <a:cs typeface="+mj-cs"/>
              </a:rPr>
              <a:t>Machine Learning for Subsurface engineers</a:t>
            </a:r>
          </a:p>
        </p:txBody>
      </p:sp>
      <p:sp>
        <p:nvSpPr>
          <p:cNvPr id="6" name="TextBox 5">
            <a:extLst>
              <a:ext uri="{FF2B5EF4-FFF2-40B4-BE49-F238E27FC236}">
                <a16:creationId xmlns:a16="http://schemas.microsoft.com/office/drawing/2014/main" id="{93AA4E21-D0B2-81E6-432D-8F686C9E5927}"/>
              </a:ext>
            </a:extLst>
          </p:cNvPr>
          <p:cNvSpPr txBox="1"/>
          <p:nvPr/>
        </p:nvSpPr>
        <p:spPr>
          <a:xfrm>
            <a:off x="301045" y="2420632"/>
            <a:ext cx="6118446" cy="3005438"/>
          </a:xfrm>
          <a:prstGeom prst="rect">
            <a:avLst/>
          </a:prstGeom>
          <a:noFill/>
        </p:spPr>
        <p:txBody>
          <a:bodyPr wrap="square">
            <a:spAutoFit/>
          </a:bodyPr>
          <a:lstStyle/>
          <a:p>
            <a:pPr>
              <a:lnSpc>
                <a:spcPct val="150000"/>
              </a:lnSpc>
            </a:pPr>
            <a:r>
              <a:rPr lang="en-US" sz="1600" b="1">
                <a:solidFill>
                  <a:prstClr val="black"/>
                </a:solidFill>
                <a:latin typeface="Avenir Next LT Pro Light"/>
              </a:rPr>
              <a:t>Topics</a:t>
            </a:r>
          </a:p>
          <a:p>
            <a:pPr marL="342900" indent="-342900">
              <a:lnSpc>
                <a:spcPct val="150000"/>
              </a:lnSpc>
              <a:buAutoNum type="arabicPeriod"/>
            </a:pPr>
            <a:r>
              <a:rPr lang="en-US" sz="1600">
                <a:solidFill>
                  <a:prstClr val="black"/>
                </a:solidFill>
                <a:highlight>
                  <a:srgbClr val="00FF00"/>
                </a:highlight>
                <a:latin typeface="Avenir Next LT Pro Light"/>
              </a:rPr>
              <a:t>Predictive Modeling with subsurface data </a:t>
            </a:r>
          </a:p>
          <a:p>
            <a:pPr marL="342900" indent="-342900">
              <a:lnSpc>
                <a:spcPct val="150000"/>
              </a:lnSpc>
              <a:buAutoNum type="arabicPeriod"/>
            </a:pPr>
            <a:r>
              <a:rPr lang="en-US" sz="1600">
                <a:solidFill>
                  <a:prstClr val="black"/>
                </a:solidFill>
                <a:highlight>
                  <a:srgbClr val="00FF00"/>
                </a:highlight>
                <a:latin typeface="Avenir Next LT Pro Light"/>
              </a:rPr>
              <a:t>Supervised Learning (Regression)</a:t>
            </a:r>
          </a:p>
          <a:p>
            <a:pPr>
              <a:lnSpc>
                <a:spcPct val="150000"/>
              </a:lnSpc>
            </a:pPr>
            <a:r>
              <a:rPr lang="en-US" sz="1600">
                <a:solidFill>
                  <a:prstClr val="black"/>
                </a:solidFill>
                <a:latin typeface="Avenir Next LT Pro Light"/>
              </a:rPr>
              <a:t>3.   </a:t>
            </a:r>
            <a:r>
              <a:rPr lang="en-US" sz="1600">
                <a:solidFill>
                  <a:prstClr val="black"/>
                </a:solidFill>
                <a:highlight>
                  <a:srgbClr val="FFFF00"/>
                </a:highlight>
                <a:latin typeface="Avenir Next LT Pro Light"/>
              </a:rPr>
              <a:t>Supervised Learning (Classification)</a:t>
            </a:r>
          </a:p>
          <a:p>
            <a:pPr>
              <a:lnSpc>
                <a:spcPct val="150000"/>
              </a:lnSpc>
            </a:pPr>
            <a:r>
              <a:rPr lang="en-US" sz="1600">
                <a:solidFill>
                  <a:prstClr val="black"/>
                </a:solidFill>
                <a:latin typeface="Avenir Next LT Pro Light"/>
              </a:rPr>
              <a:t>4.   Unsupervised learning </a:t>
            </a:r>
          </a:p>
          <a:p>
            <a:pPr>
              <a:lnSpc>
                <a:spcPct val="150000"/>
              </a:lnSpc>
            </a:pPr>
            <a:r>
              <a:rPr lang="en-US" sz="1600">
                <a:solidFill>
                  <a:prstClr val="black"/>
                </a:solidFill>
                <a:latin typeface="Avenir Next LT Pro Light"/>
              </a:rPr>
              <a:t>5.   Neural Networks </a:t>
            </a:r>
          </a:p>
          <a:p>
            <a:pPr>
              <a:lnSpc>
                <a:spcPct val="150000"/>
              </a:lnSpc>
            </a:pPr>
            <a:r>
              <a:rPr lang="en-US" sz="1600">
                <a:solidFill>
                  <a:prstClr val="black"/>
                </a:solidFill>
                <a:latin typeface="Avenir Next LT Pro Light"/>
              </a:rPr>
              <a:t>6.   Generalization, Uncertainty Quantification, Explainability</a:t>
            </a:r>
          </a:p>
          <a:p>
            <a:pPr>
              <a:lnSpc>
                <a:spcPct val="150000"/>
              </a:lnSpc>
            </a:pPr>
            <a:r>
              <a:rPr lang="en-US" sz="1600">
                <a:solidFill>
                  <a:prstClr val="black"/>
                </a:solidFill>
                <a:latin typeface="Avenir Next LT Pro Light"/>
              </a:rPr>
              <a:t>7.   Capstone Project</a:t>
            </a:r>
            <a:endParaRPr lang="en-ZA" sz="1600">
              <a:solidFill>
                <a:prstClr val="black"/>
              </a:solidFill>
              <a:latin typeface="Avenir Next LT Pro Light"/>
            </a:endParaRPr>
          </a:p>
        </p:txBody>
      </p:sp>
      <p:sp>
        <p:nvSpPr>
          <p:cNvPr id="2" name="Slide Number Placeholder 1">
            <a:extLst>
              <a:ext uri="{FF2B5EF4-FFF2-40B4-BE49-F238E27FC236}">
                <a16:creationId xmlns:a16="http://schemas.microsoft.com/office/drawing/2014/main" id="{68F03BD0-F0E7-3CE3-D0AF-6BEE4738E4D6}"/>
              </a:ext>
            </a:extLst>
          </p:cNvPr>
          <p:cNvSpPr>
            <a:spLocks noGrp="1"/>
          </p:cNvSpPr>
          <p:nvPr>
            <p:ph type="sldNum" sz="quarter" idx="12"/>
          </p:nvPr>
        </p:nvSpPr>
        <p:spPr/>
        <p:txBody>
          <a:bodyPr/>
          <a:lstStyle/>
          <a:p>
            <a:fld id="{A0A89718-6B35-4F95-AFF3-F3DDA665684B}" type="slidenum">
              <a:rPr lang="en-US" smtClean="0"/>
              <a:t>2</a:t>
            </a:fld>
            <a:endParaRPr lang="en-US"/>
          </a:p>
        </p:txBody>
      </p:sp>
      <p:sp>
        <p:nvSpPr>
          <p:cNvPr id="7" name="TextBox 6">
            <a:extLst>
              <a:ext uri="{FF2B5EF4-FFF2-40B4-BE49-F238E27FC236}">
                <a16:creationId xmlns:a16="http://schemas.microsoft.com/office/drawing/2014/main" id="{F63D1FEC-F4D0-9530-E931-44E89F4B5F63}"/>
              </a:ext>
            </a:extLst>
          </p:cNvPr>
          <p:cNvSpPr txBox="1"/>
          <p:nvPr/>
        </p:nvSpPr>
        <p:spPr>
          <a:xfrm>
            <a:off x="224845" y="973649"/>
            <a:ext cx="11243094" cy="646331"/>
          </a:xfrm>
          <a:prstGeom prst="rect">
            <a:avLst/>
          </a:prstGeom>
          <a:noFill/>
        </p:spPr>
        <p:txBody>
          <a:bodyPr wrap="square">
            <a:spAutoFit/>
          </a:bodyPr>
          <a:lstStyle/>
          <a:p>
            <a:r>
              <a:rPr lang="en-US" sz="1800">
                <a:solidFill>
                  <a:prstClr val="black"/>
                </a:solidFill>
                <a:latin typeface="Avenir Next LT Pro Light"/>
              </a:rPr>
              <a:t>This program is dedicated to applications of Machine Learning on various subsurface disciplines, including geology, geophysics, drilling, petroleum, and reservoir engineering. </a:t>
            </a:r>
            <a:endParaRPr lang="en-US"/>
          </a:p>
        </p:txBody>
      </p:sp>
      <p:sp>
        <p:nvSpPr>
          <p:cNvPr id="13" name="TextBox 12">
            <a:extLst>
              <a:ext uri="{FF2B5EF4-FFF2-40B4-BE49-F238E27FC236}">
                <a16:creationId xmlns:a16="http://schemas.microsoft.com/office/drawing/2014/main" id="{057E90B4-7D78-93C2-C000-30F6168D2692}"/>
              </a:ext>
            </a:extLst>
          </p:cNvPr>
          <p:cNvSpPr txBox="1"/>
          <p:nvPr/>
        </p:nvSpPr>
        <p:spPr>
          <a:xfrm>
            <a:off x="6419491" y="2420632"/>
            <a:ext cx="6096000" cy="1528111"/>
          </a:xfrm>
          <a:prstGeom prst="rect">
            <a:avLst/>
          </a:prstGeom>
          <a:noFill/>
        </p:spPr>
        <p:txBody>
          <a:bodyPr wrap="square">
            <a:spAutoFit/>
          </a:bodyPr>
          <a:lstStyle/>
          <a:p>
            <a:pPr>
              <a:lnSpc>
                <a:spcPct val="150000"/>
              </a:lnSpc>
            </a:pPr>
            <a:r>
              <a:rPr lang="en-US" sz="1600" b="1">
                <a:solidFill>
                  <a:prstClr val="black"/>
                </a:solidFill>
                <a:latin typeface="Avenir Next LT Pro Light"/>
              </a:rPr>
              <a:t>Format</a:t>
            </a:r>
          </a:p>
          <a:p>
            <a:pPr marL="342900" indent="-342900">
              <a:lnSpc>
                <a:spcPct val="150000"/>
              </a:lnSpc>
              <a:buFont typeface="Wingdings" panose="05000000000000000000" pitchFamily="2" charset="2"/>
              <a:buChar char="ü"/>
            </a:pPr>
            <a:r>
              <a:rPr lang="en-US" sz="1600">
                <a:solidFill>
                  <a:prstClr val="black"/>
                </a:solidFill>
                <a:latin typeface="Avenir Next LT Pro Light"/>
              </a:rPr>
              <a:t>Online, with hands-on math/programming exercises</a:t>
            </a:r>
          </a:p>
          <a:p>
            <a:pPr marL="342900" indent="-342900">
              <a:lnSpc>
                <a:spcPct val="150000"/>
              </a:lnSpc>
              <a:buFont typeface="Wingdings" panose="05000000000000000000" pitchFamily="2" charset="2"/>
              <a:buChar char="ü"/>
            </a:pPr>
            <a:r>
              <a:rPr lang="en-US" sz="1600">
                <a:solidFill>
                  <a:prstClr val="black"/>
                </a:solidFill>
                <a:latin typeface="Avenir Next LT Pro Light"/>
              </a:rPr>
              <a:t>6 lectures in 6 weeks + 1 lecture for presentations</a:t>
            </a:r>
          </a:p>
          <a:p>
            <a:pPr marL="342900" indent="-342900">
              <a:lnSpc>
                <a:spcPct val="150000"/>
              </a:lnSpc>
              <a:buFont typeface="Wingdings" panose="05000000000000000000" pitchFamily="2" charset="2"/>
              <a:buChar char="ü"/>
            </a:pPr>
            <a:r>
              <a:rPr lang="en-US" sz="1600">
                <a:solidFill>
                  <a:prstClr val="black"/>
                </a:solidFill>
                <a:latin typeface="Avenir Next LT Pro Light"/>
              </a:rPr>
              <a:t>15 February - 29 March (Sundays, 6-8 pm Baku time)</a:t>
            </a:r>
          </a:p>
        </p:txBody>
      </p:sp>
    </p:spTree>
    <p:extLst>
      <p:ext uri="{BB962C8B-B14F-4D97-AF65-F5344CB8AC3E}">
        <p14:creationId xmlns:p14="http://schemas.microsoft.com/office/powerpoint/2010/main" val="2450118650"/>
      </p:ext>
    </p:extLst>
  </p:cSld>
  <p:clrMapOvr>
    <a:masterClrMapping/>
  </p:clrMapOvr>
  <p:transition spd="med">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9FF1F8-D2D2-7E02-AB3C-738D4EEA725C}"/>
              </a:ext>
            </a:extLst>
          </p:cNvPr>
          <p:cNvSpPr txBox="1">
            <a:spLocks/>
          </p:cNvSpPr>
          <p:nvPr/>
        </p:nvSpPr>
        <p:spPr>
          <a:xfrm>
            <a:off x="322611" y="2558998"/>
            <a:ext cx="10878539"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200">
                <a:solidFill>
                  <a:sysClr val="windowText" lastClr="000000"/>
                </a:solidFill>
                <a:latin typeface="Posterama"/>
              </a:rPr>
              <a:t>3</a:t>
            </a:r>
            <a:r>
              <a:rPr kumimoji="0" lang="en-US" sz="3200" b="1" i="0" u="none" strike="noStrike" kern="1200" cap="all" spc="0" normalizeH="0" baseline="0" noProof="0">
                <a:ln>
                  <a:noFill/>
                </a:ln>
                <a:solidFill>
                  <a:sysClr val="windowText" lastClr="000000"/>
                </a:solidFill>
                <a:effectLst/>
                <a:uLnTx/>
                <a:uFillTx/>
                <a:latin typeface="Posterama"/>
                <a:ea typeface="+mj-ea"/>
                <a:cs typeface="+mj-cs"/>
              </a:rPr>
              <a:t>. Supervised learning (Classification)</a:t>
            </a:r>
          </a:p>
        </p:txBody>
      </p:sp>
      <p:sp>
        <p:nvSpPr>
          <p:cNvPr id="6" name="TextBox 5">
            <a:extLst>
              <a:ext uri="{FF2B5EF4-FFF2-40B4-BE49-F238E27FC236}">
                <a16:creationId xmlns:a16="http://schemas.microsoft.com/office/drawing/2014/main" id="{327F754C-22B0-05C5-1953-AD492AC5C9A0}"/>
              </a:ext>
            </a:extLst>
          </p:cNvPr>
          <p:cNvSpPr txBox="1"/>
          <p:nvPr/>
        </p:nvSpPr>
        <p:spPr>
          <a:xfrm>
            <a:off x="322611" y="3310233"/>
            <a:ext cx="7056583" cy="420115"/>
          </a:xfrm>
          <a:prstGeom prst="rect">
            <a:avLst/>
          </a:prstGeom>
          <a:noFill/>
        </p:spPr>
        <p:txBody>
          <a:bodyPr wrap="square">
            <a:spAutoFit/>
          </a:bodyPr>
          <a:lstStyle/>
          <a:p>
            <a:pPr>
              <a:lnSpc>
                <a:spcPct val="150000"/>
              </a:lnSpc>
            </a:pPr>
            <a:r>
              <a:rPr lang="en-US" sz="1600" dirty="0">
                <a:solidFill>
                  <a:prstClr val="black"/>
                </a:solidFill>
                <a:latin typeface="Avenir Next LT Pro Light"/>
              </a:rPr>
              <a:t>Nadir Zeynalli, Dursun Dashdamirov</a:t>
            </a:r>
            <a:endParaRPr lang="en-ZA" sz="1600" dirty="0">
              <a:solidFill>
                <a:prstClr val="black"/>
              </a:solidFill>
              <a:latin typeface="Avenir Next LT Pro Light"/>
            </a:endParaRPr>
          </a:p>
        </p:txBody>
      </p:sp>
      <p:sp>
        <p:nvSpPr>
          <p:cNvPr id="2" name="Slide Number Placeholder 1">
            <a:extLst>
              <a:ext uri="{FF2B5EF4-FFF2-40B4-BE49-F238E27FC236}">
                <a16:creationId xmlns:a16="http://schemas.microsoft.com/office/drawing/2014/main" id="{8172FB9B-B737-3E34-9DB8-ABBA178B65D9}"/>
              </a:ext>
            </a:extLst>
          </p:cNvPr>
          <p:cNvSpPr>
            <a:spLocks noGrp="1"/>
          </p:cNvSpPr>
          <p:nvPr>
            <p:ph type="sldNum" sz="quarter" idx="12"/>
          </p:nvPr>
        </p:nvSpPr>
        <p:spPr/>
        <p:txBody>
          <a:bodyPr/>
          <a:lstStyle/>
          <a:p>
            <a:fld id="{A0A89718-6B35-4F95-AFF3-F3DDA665684B}" type="slidenum">
              <a:rPr lang="en-US" smtClean="0"/>
              <a:t>3</a:t>
            </a:fld>
            <a:endParaRPr lang="en-US"/>
          </a:p>
        </p:txBody>
      </p:sp>
      <p:sp>
        <p:nvSpPr>
          <p:cNvPr id="4" name="TextBox 3">
            <a:extLst>
              <a:ext uri="{FF2B5EF4-FFF2-40B4-BE49-F238E27FC236}">
                <a16:creationId xmlns:a16="http://schemas.microsoft.com/office/drawing/2014/main" id="{30F994E6-9ED9-A6B1-97BF-61D3C92671E8}"/>
              </a:ext>
            </a:extLst>
          </p:cNvPr>
          <p:cNvSpPr txBox="1"/>
          <p:nvPr/>
        </p:nvSpPr>
        <p:spPr>
          <a:xfrm>
            <a:off x="322611" y="4310767"/>
            <a:ext cx="6096000" cy="341632"/>
          </a:xfrm>
          <a:prstGeom prst="rect">
            <a:avLst/>
          </a:prstGeom>
          <a:noFill/>
        </p:spPr>
        <p:txBody>
          <a:bodyPr wrap="square">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b="1" cap="all">
                <a:solidFill>
                  <a:sysClr val="windowText" lastClr="000000"/>
                </a:solidFill>
                <a:latin typeface="Posterama"/>
                <a:ea typeface="+mj-ea"/>
                <a:cs typeface="+mj-cs"/>
              </a:rPr>
              <a:t>3</a:t>
            </a:r>
            <a:r>
              <a:rPr kumimoji="0" lang="en-US" sz="1800" b="1" i="0" u="none" strike="noStrike" kern="1200" cap="all" spc="0" normalizeH="0" baseline="0" noProof="0">
                <a:ln>
                  <a:noFill/>
                </a:ln>
                <a:solidFill>
                  <a:sysClr val="windowText" lastClr="000000"/>
                </a:solidFill>
                <a:effectLst/>
                <a:uLnTx/>
                <a:uFillTx/>
                <a:latin typeface="Posterama"/>
                <a:ea typeface="+mj-ea"/>
                <a:cs typeface="+mj-cs"/>
              </a:rPr>
              <a:t>.1 </a:t>
            </a:r>
            <a:r>
              <a:rPr lang="en-US" b="1" cap="all">
                <a:solidFill>
                  <a:sysClr val="windowText" lastClr="000000"/>
                </a:solidFill>
                <a:latin typeface="Posterama"/>
                <a:ea typeface="+mj-ea"/>
                <a:cs typeface="+mj-cs"/>
              </a:rPr>
              <a:t>classification</a:t>
            </a:r>
            <a:endParaRPr kumimoji="0" lang="en-US" sz="1800" b="1" i="0" u="none" strike="noStrike" kern="1200" cap="all" spc="0" normalizeH="0" baseline="0" noProof="0">
              <a:ln>
                <a:noFill/>
              </a:ln>
              <a:solidFill>
                <a:sysClr val="windowText" lastClr="000000"/>
              </a:solidFill>
              <a:effectLst/>
              <a:uLnTx/>
              <a:uFillTx/>
              <a:latin typeface="Posterama"/>
              <a:ea typeface="+mj-ea"/>
              <a:cs typeface="+mj-cs"/>
            </a:endParaRPr>
          </a:p>
        </p:txBody>
      </p:sp>
      <p:sp>
        <p:nvSpPr>
          <p:cNvPr id="7" name="TextBox 6">
            <a:extLst>
              <a:ext uri="{FF2B5EF4-FFF2-40B4-BE49-F238E27FC236}">
                <a16:creationId xmlns:a16="http://schemas.microsoft.com/office/drawing/2014/main" id="{E08DCE4B-C705-75D6-126D-5D18748F630D}"/>
              </a:ext>
            </a:extLst>
          </p:cNvPr>
          <p:cNvSpPr txBox="1"/>
          <p:nvPr/>
        </p:nvSpPr>
        <p:spPr>
          <a:xfrm>
            <a:off x="322611" y="4808223"/>
            <a:ext cx="6096000" cy="341632"/>
          </a:xfrm>
          <a:prstGeom prst="rect">
            <a:avLst/>
          </a:prstGeom>
          <a:noFill/>
        </p:spPr>
        <p:txBody>
          <a:bodyPr wrap="square">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b="1" cap="all">
                <a:solidFill>
                  <a:sysClr val="windowText" lastClr="000000"/>
                </a:solidFill>
                <a:latin typeface="Posterama"/>
                <a:ea typeface="+mj-ea"/>
                <a:cs typeface="+mj-cs"/>
              </a:rPr>
              <a:t>3</a:t>
            </a:r>
            <a:r>
              <a:rPr kumimoji="0" lang="en-US" sz="1800" b="1" i="0" u="none" strike="noStrike" kern="1200" cap="all" spc="0" normalizeH="0" baseline="0" noProof="0">
                <a:ln>
                  <a:noFill/>
                </a:ln>
                <a:solidFill>
                  <a:sysClr val="windowText" lastClr="000000"/>
                </a:solidFill>
                <a:effectLst/>
                <a:uLnTx/>
                <a:uFillTx/>
                <a:latin typeface="Posterama"/>
                <a:ea typeface="+mj-ea"/>
                <a:cs typeface="+mj-cs"/>
              </a:rPr>
              <a:t>.</a:t>
            </a:r>
            <a:r>
              <a:rPr kumimoji="0" lang="az-Latn-AZ" sz="1800" b="1" i="0" u="none" strike="noStrike" kern="1200" cap="all" spc="0" normalizeH="0" baseline="0" noProof="0">
                <a:ln>
                  <a:noFill/>
                </a:ln>
                <a:solidFill>
                  <a:sysClr val="windowText" lastClr="000000"/>
                </a:solidFill>
                <a:effectLst/>
                <a:uLnTx/>
                <a:uFillTx/>
                <a:latin typeface="Posterama"/>
                <a:ea typeface="+mj-ea"/>
                <a:cs typeface="+mj-cs"/>
              </a:rPr>
              <a:t>2</a:t>
            </a:r>
            <a:r>
              <a:rPr kumimoji="0" lang="en-US" sz="1800" b="1" i="0" u="none" strike="noStrike" kern="1200" cap="all" spc="0" normalizeH="0" baseline="0" noProof="0">
                <a:ln>
                  <a:noFill/>
                </a:ln>
                <a:solidFill>
                  <a:sysClr val="windowText" lastClr="000000"/>
                </a:solidFill>
                <a:effectLst/>
                <a:uLnTx/>
                <a:uFillTx/>
                <a:latin typeface="Posterama"/>
                <a:ea typeface="+mj-ea"/>
                <a:cs typeface="+mj-cs"/>
              </a:rPr>
              <a:t> Logistic regression</a:t>
            </a:r>
          </a:p>
        </p:txBody>
      </p:sp>
      <p:sp>
        <p:nvSpPr>
          <p:cNvPr id="8" name="TextBox 7">
            <a:extLst>
              <a:ext uri="{FF2B5EF4-FFF2-40B4-BE49-F238E27FC236}">
                <a16:creationId xmlns:a16="http://schemas.microsoft.com/office/drawing/2014/main" id="{F3CCC8D9-7393-2FF5-7626-59DD1C8DBAE6}"/>
              </a:ext>
            </a:extLst>
          </p:cNvPr>
          <p:cNvSpPr txBox="1"/>
          <p:nvPr/>
        </p:nvSpPr>
        <p:spPr>
          <a:xfrm>
            <a:off x="322611" y="5305680"/>
            <a:ext cx="6096000" cy="341632"/>
          </a:xfrm>
          <a:prstGeom prst="rect">
            <a:avLst/>
          </a:prstGeom>
          <a:noFill/>
        </p:spPr>
        <p:txBody>
          <a:bodyPr wrap="square">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b="1" cap="all">
                <a:solidFill>
                  <a:sysClr val="windowText" lastClr="000000"/>
                </a:solidFill>
                <a:latin typeface="Posterama"/>
                <a:ea typeface="+mj-ea"/>
                <a:cs typeface="+mj-cs"/>
              </a:rPr>
              <a:t>3</a:t>
            </a:r>
            <a:r>
              <a:rPr kumimoji="0" lang="en-US" sz="1800" b="1" i="0" u="none" strike="noStrike" kern="1200" cap="all" spc="0" normalizeH="0" baseline="0" noProof="0">
                <a:ln>
                  <a:noFill/>
                </a:ln>
                <a:solidFill>
                  <a:sysClr val="windowText" lastClr="000000"/>
                </a:solidFill>
                <a:effectLst/>
                <a:uLnTx/>
                <a:uFillTx/>
                <a:latin typeface="Posterama"/>
                <a:ea typeface="+mj-ea"/>
                <a:cs typeface="+mj-cs"/>
              </a:rPr>
              <a:t>.3 decision trees</a:t>
            </a:r>
          </a:p>
        </p:txBody>
      </p:sp>
    </p:spTree>
    <p:extLst>
      <p:ext uri="{BB962C8B-B14F-4D97-AF65-F5344CB8AC3E}">
        <p14:creationId xmlns:p14="http://schemas.microsoft.com/office/powerpoint/2010/main" val="2724424903"/>
      </p:ext>
    </p:extLst>
  </p:cSld>
  <p:clrMapOvr>
    <a:masterClrMapping/>
  </p:clrMapOvr>
  <p:transition spd="med">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8B8BB-06D3-D740-9FF3-66EE2F75875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63496C6-9E5A-2C6F-CE88-886644A51D33}"/>
              </a:ext>
            </a:extLst>
          </p:cNvPr>
          <p:cNvSpPr txBox="1">
            <a:spLocks/>
          </p:cNvSpPr>
          <p:nvPr/>
        </p:nvSpPr>
        <p:spPr>
          <a:xfrm>
            <a:off x="127425" y="127645"/>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all" spc="0" normalizeH="0" baseline="0" noProof="0">
                <a:ln>
                  <a:noFill/>
                </a:ln>
                <a:solidFill>
                  <a:sysClr val="windowText" lastClr="000000"/>
                </a:solidFill>
                <a:effectLst/>
                <a:uLnTx/>
                <a:uFillTx/>
                <a:latin typeface="Posterama"/>
                <a:ea typeface="+mj-ea"/>
                <a:cs typeface="+mj-cs"/>
              </a:rPr>
              <a:t>1. </a:t>
            </a:r>
            <a:r>
              <a:rPr lang="en-US" sz="3200">
                <a:solidFill>
                  <a:sysClr val="windowText" lastClr="000000"/>
                </a:solidFill>
                <a:latin typeface="Posterama"/>
              </a:rPr>
              <a:t>Supervised machine learning</a:t>
            </a:r>
            <a:endParaRPr kumimoji="0" lang="en-US" sz="3200" b="1" i="0" u="none" strike="noStrike" kern="1200" cap="all" spc="0" normalizeH="0" baseline="0" noProof="0">
              <a:ln>
                <a:noFill/>
              </a:ln>
              <a:solidFill>
                <a:sysClr val="windowText" lastClr="000000"/>
              </a:solidFill>
              <a:effectLst/>
              <a:uLnTx/>
              <a:uFillTx/>
              <a:latin typeface="Posterama"/>
              <a:ea typeface="+mj-ea"/>
              <a:cs typeface="+mj-cs"/>
            </a:endParaRPr>
          </a:p>
        </p:txBody>
      </p:sp>
      <p:sp>
        <p:nvSpPr>
          <p:cNvPr id="2" name="TextBox 1">
            <a:extLst>
              <a:ext uri="{FF2B5EF4-FFF2-40B4-BE49-F238E27FC236}">
                <a16:creationId xmlns:a16="http://schemas.microsoft.com/office/drawing/2014/main" id="{01782273-2BB4-92FF-B163-4E8C69F4AEA0}"/>
              </a:ext>
            </a:extLst>
          </p:cNvPr>
          <p:cNvSpPr txBox="1"/>
          <p:nvPr/>
        </p:nvSpPr>
        <p:spPr>
          <a:xfrm>
            <a:off x="127425" y="729537"/>
            <a:ext cx="12216975" cy="459934"/>
          </a:xfrm>
          <a:prstGeom prst="rect">
            <a:avLst/>
          </a:prstGeom>
          <a:noFill/>
        </p:spPr>
        <p:txBody>
          <a:bodyPr wrap="square">
            <a:spAutoFit/>
          </a:bodyPr>
          <a:lstStyle/>
          <a:p>
            <a:pPr>
              <a:lnSpc>
                <a:spcPct val="200000"/>
              </a:lnSpc>
            </a:pPr>
            <a:r>
              <a:rPr lang="en-US" sz="1400">
                <a:solidFill>
                  <a:prstClr val="black"/>
                </a:solidFill>
                <a:latin typeface="Avenir Next LT Pro Light"/>
              </a:rPr>
              <a:t>This is a type of machine learning paradigm where an algorithm learns to map input data to a specific output based on example input-output pairs.</a:t>
            </a:r>
          </a:p>
        </p:txBody>
      </p:sp>
      <p:sp>
        <p:nvSpPr>
          <p:cNvPr id="4" name="Slide Number Placeholder 3">
            <a:extLst>
              <a:ext uri="{FF2B5EF4-FFF2-40B4-BE49-F238E27FC236}">
                <a16:creationId xmlns:a16="http://schemas.microsoft.com/office/drawing/2014/main" id="{0531B905-875A-8C5F-81AF-281D5F2B82B8}"/>
              </a:ext>
            </a:extLst>
          </p:cNvPr>
          <p:cNvSpPr>
            <a:spLocks noGrp="1"/>
          </p:cNvSpPr>
          <p:nvPr>
            <p:ph type="sldNum" sz="quarter" idx="12"/>
          </p:nvPr>
        </p:nvSpPr>
        <p:spPr/>
        <p:txBody>
          <a:bodyPr/>
          <a:lstStyle/>
          <a:p>
            <a:fld id="{A0A89718-6B35-4F95-AFF3-F3DDA665684B}" type="slidenum">
              <a:rPr lang="en-US" smtClean="0"/>
              <a:t>4</a:t>
            </a:fld>
            <a:endParaRPr lang="en-US"/>
          </a:p>
        </p:txBody>
      </p:sp>
      <p:graphicFrame>
        <p:nvGraphicFramePr>
          <p:cNvPr id="8" name="Table 7">
            <a:extLst>
              <a:ext uri="{FF2B5EF4-FFF2-40B4-BE49-F238E27FC236}">
                <a16:creationId xmlns:a16="http://schemas.microsoft.com/office/drawing/2014/main" id="{0D3DF314-F048-6A23-04D2-D3D6E1AC0CA3}"/>
              </a:ext>
            </a:extLst>
          </p:cNvPr>
          <p:cNvGraphicFramePr>
            <a:graphicFrameLocks noGrp="1"/>
          </p:cNvGraphicFramePr>
          <p:nvPr/>
        </p:nvGraphicFramePr>
        <p:xfrm>
          <a:off x="1945329" y="4516249"/>
          <a:ext cx="4007730" cy="1508760"/>
        </p:xfrm>
        <a:graphic>
          <a:graphicData uri="http://schemas.openxmlformats.org/drawingml/2006/table">
            <a:tbl>
              <a:tblPr>
                <a:tableStyleId>{69CF1AB2-1976-4502-BF36-3FF5EA218861}</a:tableStyleId>
              </a:tblPr>
              <a:tblGrid>
                <a:gridCol w="1477336">
                  <a:extLst>
                    <a:ext uri="{9D8B030D-6E8A-4147-A177-3AD203B41FA5}">
                      <a16:colId xmlns:a16="http://schemas.microsoft.com/office/drawing/2014/main" val="2073464926"/>
                    </a:ext>
                  </a:extLst>
                </a:gridCol>
                <a:gridCol w="1194484">
                  <a:extLst>
                    <a:ext uri="{9D8B030D-6E8A-4147-A177-3AD203B41FA5}">
                      <a16:colId xmlns:a16="http://schemas.microsoft.com/office/drawing/2014/main" val="2080108990"/>
                    </a:ext>
                  </a:extLst>
                </a:gridCol>
                <a:gridCol w="1335910">
                  <a:extLst>
                    <a:ext uri="{9D8B030D-6E8A-4147-A177-3AD203B41FA5}">
                      <a16:colId xmlns:a16="http://schemas.microsoft.com/office/drawing/2014/main" val="3144694064"/>
                    </a:ext>
                  </a:extLst>
                </a:gridCol>
              </a:tblGrid>
              <a:tr h="0">
                <a:tc>
                  <a:txBody>
                    <a:bodyPr/>
                    <a:lstStyle/>
                    <a:p>
                      <a:pPr>
                        <a:buNone/>
                      </a:pPr>
                      <a:r>
                        <a:rPr lang="en-US" sz="1050" b="1"/>
                        <a:t>k (</a:t>
                      </a:r>
                      <a:r>
                        <a:rPr lang="en-US" sz="1050" b="1" err="1"/>
                        <a:t>mD</a:t>
                      </a:r>
                      <a:r>
                        <a:rPr lang="en-US" sz="1050" b="1"/>
                        <a:t>)</a:t>
                      </a:r>
                    </a:p>
                  </a:txBody>
                  <a:tcPr anchor="ctr"/>
                </a:tc>
                <a:tc>
                  <a:txBody>
                    <a:bodyPr/>
                    <a:lstStyle/>
                    <a:p>
                      <a:pPr>
                        <a:buNone/>
                      </a:pPr>
                      <a:r>
                        <a:rPr lang="en-US" sz="1050" b="1"/>
                        <a:t>Net Pay (ft)</a:t>
                      </a:r>
                    </a:p>
                  </a:txBody>
                  <a:tcPr anchor="ctr"/>
                </a:tc>
                <a:tc>
                  <a:txBody>
                    <a:bodyPr/>
                    <a:lstStyle/>
                    <a:p>
                      <a:pPr>
                        <a:buNone/>
                      </a:pPr>
                      <a:r>
                        <a:rPr lang="en-US" sz="1050" b="1" err="1"/>
                        <a:t>Sw</a:t>
                      </a:r>
                      <a:endParaRPr lang="en-US" sz="1050" b="1"/>
                    </a:p>
                  </a:txBody>
                  <a:tcPr anchor="ctr"/>
                </a:tc>
                <a:extLst>
                  <a:ext uri="{0D108BD9-81ED-4DB2-BD59-A6C34878D82A}">
                    <a16:rowId xmlns:a16="http://schemas.microsoft.com/office/drawing/2014/main" val="1751549957"/>
                  </a:ext>
                </a:extLst>
              </a:tr>
              <a:tr h="0">
                <a:tc>
                  <a:txBody>
                    <a:bodyPr/>
                    <a:lstStyle/>
                    <a:p>
                      <a:pPr>
                        <a:buNone/>
                      </a:pPr>
                      <a:r>
                        <a:rPr lang="en-US" sz="1050"/>
                        <a:t>12</a:t>
                      </a:r>
                    </a:p>
                  </a:txBody>
                  <a:tcPr anchor="ctr"/>
                </a:tc>
                <a:tc>
                  <a:txBody>
                    <a:bodyPr/>
                    <a:lstStyle/>
                    <a:p>
                      <a:pPr>
                        <a:buNone/>
                      </a:pPr>
                      <a:r>
                        <a:rPr lang="en-US" sz="1050"/>
                        <a:t>18</a:t>
                      </a:r>
                    </a:p>
                  </a:txBody>
                  <a:tcPr anchor="ctr"/>
                </a:tc>
                <a:tc>
                  <a:txBody>
                    <a:bodyPr/>
                    <a:lstStyle/>
                    <a:p>
                      <a:pPr>
                        <a:buNone/>
                      </a:pPr>
                      <a:r>
                        <a:rPr lang="en-US" sz="1050"/>
                        <a:t>55</a:t>
                      </a:r>
                    </a:p>
                  </a:txBody>
                  <a:tcPr anchor="ctr"/>
                </a:tc>
                <a:extLst>
                  <a:ext uri="{0D108BD9-81ED-4DB2-BD59-A6C34878D82A}">
                    <a16:rowId xmlns:a16="http://schemas.microsoft.com/office/drawing/2014/main" val="3964969277"/>
                  </a:ext>
                </a:extLst>
              </a:tr>
              <a:tr h="0">
                <a:tc>
                  <a:txBody>
                    <a:bodyPr/>
                    <a:lstStyle/>
                    <a:p>
                      <a:pPr>
                        <a:buNone/>
                      </a:pPr>
                      <a:r>
                        <a:rPr lang="en-US" sz="1050"/>
                        <a:t>35</a:t>
                      </a:r>
                    </a:p>
                  </a:txBody>
                  <a:tcPr anchor="ctr"/>
                </a:tc>
                <a:tc>
                  <a:txBody>
                    <a:bodyPr/>
                    <a:lstStyle/>
                    <a:p>
                      <a:pPr>
                        <a:buNone/>
                      </a:pPr>
                      <a:r>
                        <a:rPr lang="en-US" sz="1050"/>
                        <a:t>25</a:t>
                      </a:r>
                    </a:p>
                  </a:txBody>
                  <a:tcPr anchor="ctr"/>
                </a:tc>
                <a:tc>
                  <a:txBody>
                    <a:bodyPr/>
                    <a:lstStyle/>
                    <a:p>
                      <a:pPr>
                        <a:buNone/>
                      </a:pPr>
                      <a:r>
                        <a:rPr lang="en-US" sz="1050"/>
                        <a:t>48</a:t>
                      </a:r>
                    </a:p>
                  </a:txBody>
                  <a:tcPr anchor="ctr"/>
                </a:tc>
                <a:extLst>
                  <a:ext uri="{0D108BD9-81ED-4DB2-BD59-A6C34878D82A}">
                    <a16:rowId xmlns:a16="http://schemas.microsoft.com/office/drawing/2014/main" val="1145722908"/>
                  </a:ext>
                </a:extLst>
              </a:tr>
              <a:tr h="0">
                <a:tc>
                  <a:txBody>
                    <a:bodyPr/>
                    <a:lstStyle/>
                    <a:p>
                      <a:pPr>
                        <a:buNone/>
                      </a:pPr>
                      <a:r>
                        <a:rPr lang="en-US" sz="1050"/>
                        <a:t>120</a:t>
                      </a:r>
                    </a:p>
                  </a:txBody>
                  <a:tcPr anchor="ctr"/>
                </a:tc>
                <a:tc>
                  <a:txBody>
                    <a:bodyPr/>
                    <a:lstStyle/>
                    <a:p>
                      <a:pPr>
                        <a:buNone/>
                      </a:pPr>
                      <a:r>
                        <a:rPr lang="en-US" sz="1050"/>
                        <a:t>42</a:t>
                      </a:r>
                    </a:p>
                  </a:txBody>
                  <a:tcPr anchor="ctr"/>
                </a:tc>
                <a:tc>
                  <a:txBody>
                    <a:bodyPr/>
                    <a:lstStyle/>
                    <a:p>
                      <a:pPr>
                        <a:buNone/>
                      </a:pPr>
                      <a:r>
                        <a:rPr lang="en-US" sz="1050"/>
                        <a:t>32</a:t>
                      </a:r>
                    </a:p>
                  </a:txBody>
                  <a:tcPr anchor="ctr"/>
                </a:tc>
                <a:extLst>
                  <a:ext uri="{0D108BD9-81ED-4DB2-BD59-A6C34878D82A}">
                    <a16:rowId xmlns:a16="http://schemas.microsoft.com/office/drawing/2014/main" val="2328352834"/>
                  </a:ext>
                </a:extLst>
              </a:tr>
              <a:tr h="0">
                <a:tc>
                  <a:txBody>
                    <a:bodyPr/>
                    <a:lstStyle/>
                    <a:p>
                      <a:pPr>
                        <a:buNone/>
                      </a:pPr>
                      <a:r>
                        <a:rPr lang="en-US" sz="1050"/>
                        <a:t>250</a:t>
                      </a:r>
                    </a:p>
                  </a:txBody>
                  <a:tcPr anchor="ctr"/>
                </a:tc>
                <a:tc>
                  <a:txBody>
                    <a:bodyPr/>
                    <a:lstStyle/>
                    <a:p>
                      <a:pPr>
                        <a:buNone/>
                      </a:pPr>
                      <a:r>
                        <a:rPr lang="en-US" sz="1050"/>
                        <a:t>55</a:t>
                      </a:r>
                    </a:p>
                  </a:txBody>
                  <a:tcPr anchor="ctr"/>
                </a:tc>
                <a:tc>
                  <a:txBody>
                    <a:bodyPr/>
                    <a:lstStyle/>
                    <a:p>
                      <a:pPr>
                        <a:buNone/>
                      </a:pPr>
                      <a:r>
                        <a:rPr lang="en-US" sz="1050"/>
                        <a:t>28</a:t>
                      </a:r>
                    </a:p>
                  </a:txBody>
                  <a:tcPr anchor="ctr"/>
                </a:tc>
                <a:extLst>
                  <a:ext uri="{0D108BD9-81ED-4DB2-BD59-A6C34878D82A}">
                    <a16:rowId xmlns:a16="http://schemas.microsoft.com/office/drawing/2014/main" val="3456304390"/>
                  </a:ext>
                </a:extLst>
              </a:tr>
              <a:tr h="0">
                <a:tc>
                  <a:txBody>
                    <a:bodyPr/>
                    <a:lstStyle/>
                    <a:p>
                      <a:pPr>
                        <a:buNone/>
                      </a:pPr>
                      <a:r>
                        <a:rPr lang="en-US" sz="1050"/>
                        <a:t>8</a:t>
                      </a:r>
                    </a:p>
                  </a:txBody>
                  <a:tcPr anchor="ctr"/>
                </a:tc>
                <a:tc>
                  <a:txBody>
                    <a:bodyPr/>
                    <a:lstStyle/>
                    <a:p>
                      <a:pPr>
                        <a:buNone/>
                      </a:pPr>
                      <a:r>
                        <a:rPr lang="en-US" sz="1050"/>
                        <a:t>15</a:t>
                      </a:r>
                    </a:p>
                  </a:txBody>
                  <a:tcPr anchor="ctr"/>
                </a:tc>
                <a:tc>
                  <a:txBody>
                    <a:bodyPr/>
                    <a:lstStyle/>
                    <a:p>
                      <a:pPr>
                        <a:buNone/>
                      </a:pPr>
                      <a:r>
                        <a:rPr lang="en-US" sz="1050"/>
                        <a:t>60</a:t>
                      </a:r>
                    </a:p>
                  </a:txBody>
                  <a:tcPr anchor="ctr"/>
                </a:tc>
                <a:extLst>
                  <a:ext uri="{0D108BD9-81ED-4DB2-BD59-A6C34878D82A}">
                    <a16:rowId xmlns:a16="http://schemas.microsoft.com/office/drawing/2014/main" val="3637055917"/>
                  </a:ext>
                </a:extLst>
              </a:tr>
            </a:tbl>
          </a:graphicData>
        </a:graphic>
      </p:graphicFrame>
      <p:graphicFrame>
        <p:nvGraphicFramePr>
          <p:cNvPr id="9" name="Table 8">
            <a:extLst>
              <a:ext uri="{FF2B5EF4-FFF2-40B4-BE49-F238E27FC236}">
                <a16:creationId xmlns:a16="http://schemas.microsoft.com/office/drawing/2014/main" id="{12671B39-AB89-7B42-B913-8EE66258BC0B}"/>
              </a:ext>
            </a:extLst>
          </p:cNvPr>
          <p:cNvGraphicFramePr>
            <a:graphicFrameLocks noGrp="1"/>
          </p:cNvGraphicFramePr>
          <p:nvPr/>
        </p:nvGraphicFramePr>
        <p:xfrm>
          <a:off x="8047202" y="4454681"/>
          <a:ext cx="1982624" cy="1673782"/>
        </p:xfrm>
        <a:graphic>
          <a:graphicData uri="http://schemas.openxmlformats.org/drawingml/2006/table">
            <a:tbl>
              <a:tblPr>
                <a:tableStyleId>{69CF1AB2-1976-4502-BF36-3FF5EA218861}</a:tableStyleId>
              </a:tblPr>
              <a:tblGrid>
                <a:gridCol w="1982624">
                  <a:extLst>
                    <a:ext uri="{9D8B030D-6E8A-4147-A177-3AD203B41FA5}">
                      <a16:colId xmlns:a16="http://schemas.microsoft.com/office/drawing/2014/main" val="3422204330"/>
                    </a:ext>
                  </a:extLst>
                </a:gridCol>
              </a:tblGrid>
              <a:tr h="302182">
                <a:tc>
                  <a:txBody>
                    <a:bodyPr/>
                    <a:lstStyle/>
                    <a:p>
                      <a:pPr>
                        <a:buNone/>
                      </a:pPr>
                      <a:r>
                        <a:rPr lang="en-US" sz="1200"/>
                        <a:t>Productivity (y)</a:t>
                      </a:r>
                    </a:p>
                  </a:txBody>
                  <a:tcPr anchor="ctr"/>
                </a:tc>
                <a:extLst>
                  <a:ext uri="{0D108BD9-81ED-4DB2-BD59-A6C34878D82A}">
                    <a16:rowId xmlns:a16="http://schemas.microsoft.com/office/drawing/2014/main" val="2456977188"/>
                  </a:ext>
                </a:extLst>
              </a:tr>
              <a:tr h="260906">
                <a:tc>
                  <a:txBody>
                    <a:bodyPr/>
                    <a:lstStyle/>
                    <a:p>
                      <a:pPr>
                        <a:buNone/>
                      </a:pPr>
                      <a:r>
                        <a:rPr lang="en-US" sz="1200"/>
                        <a:t>0</a:t>
                      </a:r>
                    </a:p>
                  </a:txBody>
                  <a:tcPr anchor="ctr"/>
                </a:tc>
                <a:extLst>
                  <a:ext uri="{0D108BD9-81ED-4DB2-BD59-A6C34878D82A}">
                    <a16:rowId xmlns:a16="http://schemas.microsoft.com/office/drawing/2014/main" val="168225525"/>
                  </a:ext>
                </a:extLst>
              </a:tr>
              <a:tr h="260906">
                <a:tc>
                  <a:txBody>
                    <a:bodyPr/>
                    <a:lstStyle/>
                    <a:p>
                      <a:pPr>
                        <a:buNone/>
                      </a:pPr>
                      <a:r>
                        <a:rPr lang="en-US" sz="1200"/>
                        <a:t>1</a:t>
                      </a:r>
                    </a:p>
                  </a:txBody>
                  <a:tcPr anchor="ctr"/>
                </a:tc>
                <a:extLst>
                  <a:ext uri="{0D108BD9-81ED-4DB2-BD59-A6C34878D82A}">
                    <a16:rowId xmlns:a16="http://schemas.microsoft.com/office/drawing/2014/main" val="3221142067"/>
                  </a:ext>
                </a:extLst>
              </a:tr>
              <a:tr h="260906">
                <a:tc>
                  <a:txBody>
                    <a:bodyPr/>
                    <a:lstStyle/>
                    <a:p>
                      <a:pPr>
                        <a:buNone/>
                      </a:pPr>
                      <a:r>
                        <a:rPr lang="en-US" sz="1200"/>
                        <a:t>2</a:t>
                      </a:r>
                    </a:p>
                  </a:txBody>
                  <a:tcPr anchor="ctr"/>
                </a:tc>
                <a:extLst>
                  <a:ext uri="{0D108BD9-81ED-4DB2-BD59-A6C34878D82A}">
                    <a16:rowId xmlns:a16="http://schemas.microsoft.com/office/drawing/2014/main" val="465832233"/>
                  </a:ext>
                </a:extLst>
              </a:tr>
              <a:tr h="260632">
                <a:tc>
                  <a:txBody>
                    <a:bodyPr/>
                    <a:lstStyle/>
                    <a:p>
                      <a:pPr>
                        <a:buNone/>
                      </a:pPr>
                      <a:r>
                        <a:rPr lang="en-US" sz="1200"/>
                        <a:t>2</a:t>
                      </a:r>
                    </a:p>
                  </a:txBody>
                  <a:tcPr anchor="ctr"/>
                </a:tc>
                <a:extLst>
                  <a:ext uri="{0D108BD9-81ED-4DB2-BD59-A6C34878D82A}">
                    <a16:rowId xmlns:a16="http://schemas.microsoft.com/office/drawing/2014/main" val="3846770527"/>
                  </a:ext>
                </a:extLst>
              </a:tr>
              <a:tr h="260906">
                <a:tc>
                  <a:txBody>
                    <a:bodyPr/>
                    <a:lstStyle/>
                    <a:p>
                      <a:pPr>
                        <a:buNone/>
                      </a:pPr>
                      <a:r>
                        <a:rPr lang="en-US" sz="1200"/>
                        <a:t>0</a:t>
                      </a:r>
                    </a:p>
                  </a:txBody>
                  <a:tcPr anchor="ctr"/>
                </a:tc>
                <a:extLst>
                  <a:ext uri="{0D108BD9-81ED-4DB2-BD59-A6C34878D82A}">
                    <a16:rowId xmlns:a16="http://schemas.microsoft.com/office/drawing/2014/main" val="739463078"/>
                  </a:ext>
                </a:extLst>
              </a:tr>
            </a:tbl>
          </a:graphicData>
        </a:graphic>
      </p:graphicFrame>
      <p:sp>
        <p:nvSpPr>
          <p:cNvPr id="11" name="TextBox 10">
            <a:extLst>
              <a:ext uri="{FF2B5EF4-FFF2-40B4-BE49-F238E27FC236}">
                <a16:creationId xmlns:a16="http://schemas.microsoft.com/office/drawing/2014/main" id="{A53A3DD8-9522-D464-618C-280C07A4D69C}"/>
              </a:ext>
            </a:extLst>
          </p:cNvPr>
          <p:cNvSpPr txBox="1"/>
          <p:nvPr/>
        </p:nvSpPr>
        <p:spPr>
          <a:xfrm>
            <a:off x="986558" y="4178766"/>
            <a:ext cx="891591" cy="1862048"/>
          </a:xfrm>
          <a:prstGeom prst="rect">
            <a:avLst/>
          </a:prstGeom>
          <a:noFill/>
        </p:spPr>
        <p:txBody>
          <a:bodyPr wrap="none" rtlCol="0">
            <a:spAutoFit/>
          </a:bodyPr>
          <a:lstStyle/>
          <a:p>
            <a:r>
              <a:rPr lang="en-US" sz="11500">
                <a:latin typeface="Gabriola" panose="04040605051002020D02" pitchFamily="82" charset="0"/>
                <a:cs typeface="Arabic Typesetting" panose="020F0502020204030204" pitchFamily="66" charset="-78"/>
              </a:rPr>
              <a:t>f(</a:t>
            </a:r>
          </a:p>
        </p:txBody>
      </p:sp>
      <p:sp>
        <p:nvSpPr>
          <p:cNvPr id="17" name="TextBox 16">
            <a:extLst>
              <a:ext uri="{FF2B5EF4-FFF2-40B4-BE49-F238E27FC236}">
                <a16:creationId xmlns:a16="http://schemas.microsoft.com/office/drawing/2014/main" id="{2EE1BF6D-4D76-CF4C-2CB5-2B2B8B133121}"/>
              </a:ext>
            </a:extLst>
          </p:cNvPr>
          <p:cNvSpPr txBox="1"/>
          <p:nvPr/>
        </p:nvSpPr>
        <p:spPr>
          <a:xfrm>
            <a:off x="5994839" y="4233748"/>
            <a:ext cx="771257" cy="1862048"/>
          </a:xfrm>
          <a:prstGeom prst="rect">
            <a:avLst/>
          </a:prstGeom>
          <a:noFill/>
        </p:spPr>
        <p:txBody>
          <a:bodyPr wrap="square">
            <a:spAutoFit/>
          </a:bodyPr>
          <a:lstStyle/>
          <a:p>
            <a:r>
              <a:rPr lang="en-US" sz="11500">
                <a:latin typeface="Gabriola" panose="04040605051002020D02" pitchFamily="82" charset="0"/>
                <a:cs typeface="Arabic Typesetting" panose="020F0502020204030204" pitchFamily="66" charset="-78"/>
              </a:rPr>
              <a:t>)</a:t>
            </a:r>
            <a:endParaRPr lang="en-US" sz="11500"/>
          </a:p>
        </p:txBody>
      </p:sp>
      <p:sp>
        <p:nvSpPr>
          <p:cNvPr id="19" name="TextBox 18">
            <a:extLst>
              <a:ext uri="{FF2B5EF4-FFF2-40B4-BE49-F238E27FC236}">
                <a16:creationId xmlns:a16="http://schemas.microsoft.com/office/drawing/2014/main" id="{299BE2E5-8384-E08F-F6E1-C804FA29EC48}"/>
              </a:ext>
            </a:extLst>
          </p:cNvPr>
          <p:cNvSpPr txBox="1"/>
          <p:nvPr/>
        </p:nvSpPr>
        <p:spPr>
          <a:xfrm>
            <a:off x="6766096" y="3912472"/>
            <a:ext cx="1101272" cy="2215991"/>
          </a:xfrm>
          <a:prstGeom prst="rect">
            <a:avLst/>
          </a:prstGeom>
          <a:noFill/>
        </p:spPr>
        <p:txBody>
          <a:bodyPr wrap="square">
            <a:spAutoFit/>
          </a:bodyPr>
          <a:lstStyle/>
          <a:p>
            <a:r>
              <a:rPr lang="en-US" sz="13800">
                <a:latin typeface="Gabriola" panose="04040605051002020D02" pitchFamily="82" charset="0"/>
                <a:cs typeface="Arabic Typesetting" panose="020F0502020204030204" pitchFamily="66" charset="-78"/>
              </a:rPr>
              <a:t>=</a:t>
            </a:r>
            <a:endParaRPr lang="en-US" sz="1380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9F21C89-7A82-70B4-E81A-8D71D39E23E1}"/>
                  </a:ext>
                </a:extLst>
              </p:cNvPr>
              <p:cNvSpPr txBox="1"/>
              <p:nvPr/>
            </p:nvSpPr>
            <p:spPr>
              <a:xfrm>
                <a:off x="3282247" y="1543414"/>
                <a:ext cx="275742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Y</m:t>
                      </m:r>
                      <m:r>
                        <a:rPr lang="en-US" sz="2400" b="0" i="0" smtClean="0">
                          <a:latin typeface="Cambria Math" panose="02040503050406030204" pitchFamily="18" charset="0"/>
                        </a:rPr>
                        <m:t>=</m:t>
                      </m:r>
                      <m:r>
                        <m:rPr>
                          <m:sty m:val="p"/>
                        </m:rPr>
                        <a:rPr lang="en-US" sz="2400" b="0" i="0" smtClean="0">
                          <a:latin typeface="Cambria Math" panose="02040503050406030204" pitchFamily="18" charset="0"/>
                        </a:rPr>
                        <m:t>f</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x</m:t>
                              </m:r>
                            </m:e>
                            <m:sub>
                              <m:r>
                                <a:rPr lang="en-US" sz="2400" b="0" i="0" smtClean="0">
                                  <a:latin typeface="Cambria Math" panose="02040503050406030204" pitchFamily="18" charset="0"/>
                                </a:rPr>
                                <m:t>1</m:t>
                              </m:r>
                            </m:sub>
                          </m:sSub>
                          <m:r>
                            <a:rPr lang="en-US" sz="2400" b="0" i="0"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x</m:t>
                              </m:r>
                            </m:e>
                            <m:sub>
                              <m:r>
                                <a:rPr lang="en-US" sz="2400" b="0" i="0" smtClean="0">
                                  <a:latin typeface="Cambria Math" panose="02040503050406030204" pitchFamily="18" charset="0"/>
                                </a:rPr>
                                <m:t>2</m:t>
                              </m:r>
                            </m:sub>
                          </m:sSub>
                          <m:r>
                            <a:rPr lang="en-US" sz="2400" b="0" i="0"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x</m:t>
                              </m:r>
                            </m:e>
                            <m:sub>
                              <m:r>
                                <a:rPr lang="en-US" sz="2400" b="0" i="0" smtClean="0">
                                  <a:latin typeface="Cambria Math" panose="02040503050406030204" pitchFamily="18" charset="0"/>
                                </a:rPr>
                                <m:t>3</m:t>
                              </m:r>
                            </m:sub>
                          </m:sSub>
                        </m:e>
                      </m:d>
                      <m:r>
                        <a:rPr lang="en-US" sz="2400" b="0" i="0" smtClean="0">
                          <a:latin typeface="Cambria Math" panose="02040503050406030204" pitchFamily="18" charset="0"/>
                        </a:rPr>
                        <m:t> + </m:t>
                      </m:r>
                      <m:r>
                        <a:rPr lang="el-GR" sz="2400" b="0" i="1" smtClean="0">
                          <a:latin typeface="Cambria Math" panose="02040503050406030204" pitchFamily="18" charset="0"/>
                          <a:ea typeface="Cambria Math" panose="02040503050406030204" pitchFamily="18" charset="0"/>
                        </a:rPr>
                        <m:t>𝜀</m:t>
                      </m:r>
                    </m:oMath>
                  </m:oMathPara>
                </a14:m>
                <a:endParaRPr lang="en-US" sz="2400"/>
              </a:p>
            </p:txBody>
          </p:sp>
        </mc:Choice>
        <mc:Fallback xmlns="">
          <p:sp>
            <p:nvSpPr>
              <p:cNvPr id="22" name="TextBox 21">
                <a:extLst>
                  <a:ext uri="{FF2B5EF4-FFF2-40B4-BE49-F238E27FC236}">
                    <a16:creationId xmlns:a16="http://schemas.microsoft.com/office/drawing/2014/main" id="{E9F21C89-7A82-70B4-E81A-8D71D39E23E1}"/>
                  </a:ext>
                </a:extLst>
              </p:cNvPr>
              <p:cNvSpPr txBox="1">
                <a:spLocks noRot="1" noChangeAspect="1" noMove="1" noResize="1" noEditPoints="1" noAdjustHandles="1" noChangeArrowheads="1" noChangeShapeType="1" noTextEdit="1"/>
              </p:cNvSpPr>
              <p:nvPr/>
            </p:nvSpPr>
            <p:spPr>
              <a:xfrm>
                <a:off x="3282247" y="1543414"/>
                <a:ext cx="2757422" cy="369332"/>
              </a:xfrm>
              <a:prstGeom prst="rect">
                <a:avLst/>
              </a:prstGeom>
              <a:blipFill>
                <a:blip r:embed="rId3"/>
                <a:stretch>
                  <a:fillRect l="-1987" r="-662" b="-13115"/>
                </a:stretch>
              </a:blipFill>
            </p:spPr>
            <p:txBody>
              <a:bodyPr/>
              <a:lstStyle/>
              <a:p>
                <a:r>
                  <a:rPr lang="en-US">
                    <a:noFill/>
                  </a:rPr>
                  <a:t> </a:t>
                </a:r>
              </a:p>
            </p:txBody>
          </p:sp>
        </mc:Fallback>
      </mc:AlternateContent>
      <p:cxnSp>
        <p:nvCxnSpPr>
          <p:cNvPr id="24" name="Straight Arrow Connector 23">
            <a:extLst>
              <a:ext uri="{FF2B5EF4-FFF2-40B4-BE49-F238E27FC236}">
                <a16:creationId xmlns:a16="http://schemas.microsoft.com/office/drawing/2014/main" id="{CBD63934-AE9B-7A32-6985-59B40F6CD45D}"/>
              </a:ext>
            </a:extLst>
          </p:cNvPr>
          <p:cNvCxnSpPr>
            <a:cxnSpLocks/>
          </p:cNvCxnSpPr>
          <p:nvPr/>
        </p:nvCxnSpPr>
        <p:spPr>
          <a:xfrm flipH="1">
            <a:off x="1877914" y="1912746"/>
            <a:ext cx="1225550" cy="274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0D55C63-EE3B-73C6-979C-07AB97BEF38A}"/>
              </a:ext>
            </a:extLst>
          </p:cNvPr>
          <p:cNvSpPr txBox="1"/>
          <p:nvPr/>
        </p:nvSpPr>
        <p:spPr>
          <a:xfrm>
            <a:off x="867855" y="2258002"/>
            <a:ext cx="1782713" cy="923330"/>
          </a:xfrm>
          <a:prstGeom prst="rect">
            <a:avLst/>
          </a:prstGeom>
          <a:noFill/>
        </p:spPr>
        <p:txBody>
          <a:bodyPr wrap="square">
            <a:spAutoFit/>
          </a:bodyPr>
          <a:lstStyle/>
          <a:p>
            <a:r>
              <a:rPr lang="en-US" sz="1800">
                <a:solidFill>
                  <a:prstClr val="black"/>
                </a:solidFill>
                <a:latin typeface="Avenir Next LT Pro Light"/>
              </a:rPr>
              <a:t>Target</a:t>
            </a:r>
          </a:p>
          <a:p>
            <a:r>
              <a:rPr lang="en-US">
                <a:solidFill>
                  <a:prstClr val="black"/>
                </a:solidFill>
                <a:latin typeface="Avenir Next LT Pro Light"/>
              </a:rPr>
              <a:t>Response</a:t>
            </a:r>
          </a:p>
          <a:p>
            <a:r>
              <a:rPr lang="en-US">
                <a:solidFill>
                  <a:prstClr val="black"/>
                </a:solidFill>
                <a:latin typeface="Avenir Next LT Pro Light"/>
              </a:rPr>
              <a:t>Independent </a:t>
            </a:r>
            <a:endParaRPr lang="en-US"/>
          </a:p>
        </p:txBody>
      </p:sp>
      <p:cxnSp>
        <p:nvCxnSpPr>
          <p:cNvPr id="30" name="Straight Arrow Connector 29">
            <a:extLst>
              <a:ext uri="{FF2B5EF4-FFF2-40B4-BE49-F238E27FC236}">
                <a16:creationId xmlns:a16="http://schemas.microsoft.com/office/drawing/2014/main" id="{CAAC69C6-0CAC-F1DD-C51C-A754C54C464C}"/>
              </a:ext>
            </a:extLst>
          </p:cNvPr>
          <p:cNvCxnSpPr>
            <a:cxnSpLocks/>
          </p:cNvCxnSpPr>
          <p:nvPr/>
        </p:nvCxnSpPr>
        <p:spPr>
          <a:xfrm>
            <a:off x="4905828" y="2110981"/>
            <a:ext cx="123372" cy="6902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E37C1002-D03A-67DC-1FDE-A83E19BC55B4}"/>
              </a:ext>
            </a:extLst>
          </p:cNvPr>
          <p:cNvSpPr txBox="1"/>
          <p:nvPr/>
        </p:nvSpPr>
        <p:spPr>
          <a:xfrm>
            <a:off x="4591772" y="2869644"/>
            <a:ext cx="1782713" cy="923330"/>
          </a:xfrm>
          <a:prstGeom prst="rect">
            <a:avLst/>
          </a:prstGeom>
          <a:noFill/>
        </p:spPr>
        <p:txBody>
          <a:bodyPr wrap="square">
            <a:spAutoFit/>
          </a:bodyPr>
          <a:lstStyle/>
          <a:p>
            <a:r>
              <a:rPr lang="en-US" sz="1800">
                <a:solidFill>
                  <a:prstClr val="black"/>
                </a:solidFill>
                <a:latin typeface="Avenir Next LT Pro Light"/>
              </a:rPr>
              <a:t>Predictor</a:t>
            </a:r>
          </a:p>
          <a:p>
            <a:r>
              <a:rPr lang="en-US">
                <a:solidFill>
                  <a:prstClr val="black"/>
                </a:solidFill>
                <a:latin typeface="Avenir Next LT Pro Light"/>
              </a:rPr>
              <a:t>Input</a:t>
            </a:r>
          </a:p>
          <a:p>
            <a:r>
              <a:rPr lang="en-US">
                <a:solidFill>
                  <a:prstClr val="black"/>
                </a:solidFill>
                <a:latin typeface="Avenir Next LT Pro Light"/>
              </a:rPr>
              <a:t>Dependent </a:t>
            </a:r>
            <a:endParaRPr lang="en-US"/>
          </a:p>
        </p:txBody>
      </p:sp>
      <p:cxnSp>
        <p:nvCxnSpPr>
          <p:cNvPr id="35" name="Straight Arrow Connector 34">
            <a:extLst>
              <a:ext uri="{FF2B5EF4-FFF2-40B4-BE49-F238E27FC236}">
                <a16:creationId xmlns:a16="http://schemas.microsoft.com/office/drawing/2014/main" id="{02F31DBF-3B41-62DF-984C-2812798BD88B}"/>
              </a:ext>
            </a:extLst>
          </p:cNvPr>
          <p:cNvCxnSpPr>
            <a:cxnSpLocks/>
          </p:cNvCxnSpPr>
          <p:nvPr/>
        </p:nvCxnSpPr>
        <p:spPr>
          <a:xfrm>
            <a:off x="6096000" y="1954017"/>
            <a:ext cx="943429" cy="5714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1E61E98F-5A0F-2EB0-B3C1-2397E35BF25F}"/>
              </a:ext>
            </a:extLst>
          </p:cNvPr>
          <p:cNvSpPr txBox="1"/>
          <p:nvPr/>
        </p:nvSpPr>
        <p:spPr>
          <a:xfrm>
            <a:off x="7039429" y="2436457"/>
            <a:ext cx="2452914" cy="1508105"/>
          </a:xfrm>
          <a:prstGeom prst="rect">
            <a:avLst/>
          </a:prstGeom>
          <a:noFill/>
        </p:spPr>
        <p:txBody>
          <a:bodyPr wrap="square">
            <a:spAutoFit/>
          </a:bodyPr>
          <a:lstStyle/>
          <a:p>
            <a:r>
              <a:rPr lang="en-US" sz="1800">
                <a:solidFill>
                  <a:prstClr val="black"/>
                </a:solidFill>
                <a:latin typeface="Avenir Next LT Pro Light"/>
              </a:rPr>
              <a:t>Irreducible error</a:t>
            </a:r>
          </a:p>
          <a:p>
            <a:endParaRPr lang="en-US">
              <a:solidFill>
                <a:prstClr val="black"/>
              </a:solidFill>
              <a:latin typeface="Avenir Next LT Pro Light"/>
            </a:endParaRPr>
          </a:p>
          <a:p>
            <a:r>
              <a:rPr lang="en-US" sz="1400">
                <a:solidFill>
                  <a:prstClr val="black"/>
                </a:solidFill>
                <a:latin typeface="Avenir Next LT Pro Light"/>
              </a:rPr>
              <a:t>Caused by</a:t>
            </a:r>
          </a:p>
          <a:p>
            <a:r>
              <a:rPr lang="en-US" sz="1400">
                <a:solidFill>
                  <a:prstClr val="black"/>
                </a:solidFill>
                <a:latin typeface="Avenir Next LT Pro Light"/>
              </a:rPr>
              <a:t>1.</a:t>
            </a:r>
          </a:p>
          <a:p>
            <a:r>
              <a:rPr lang="en-US" sz="1400">
                <a:solidFill>
                  <a:prstClr val="black"/>
                </a:solidFill>
                <a:latin typeface="Avenir Next LT Pro Light"/>
              </a:rPr>
              <a:t>2.</a:t>
            </a:r>
          </a:p>
          <a:p>
            <a:r>
              <a:rPr lang="en-US" sz="1400">
                <a:solidFill>
                  <a:prstClr val="black"/>
                </a:solidFill>
                <a:latin typeface="Avenir Next LT Pro Light"/>
              </a:rPr>
              <a:t>Bonus:</a:t>
            </a:r>
            <a:endParaRPr lang="en-US" sz="1400"/>
          </a:p>
        </p:txBody>
      </p:sp>
      <p:cxnSp>
        <p:nvCxnSpPr>
          <p:cNvPr id="41" name="Straight Arrow Connector 40">
            <a:extLst>
              <a:ext uri="{FF2B5EF4-FFF2-40B4-BE49-F238E27FC236}">
                <a16:creationId xmlns:a16="http://schemas.microsoft.com/office/drawing/2014/main" id="{F8F23097-5BD6-59C3-401B-BFBE82D7926D}"/>
              </a:ext>
            </a:extLst>
          </p:cNvPr>
          <p:cNvCxnSpPr>
            <a:cxnSpLocks/>
          </p:cNvCxnSpPr>
          <p:nvPr/>
        </p:nvCxnSpPr>
        <p:spPr>
          <a:xfrm flipH="1">
            <a:off x="3460360" y="1990615"/>
            <a:ext cx="362857" cy="618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A495B410-0EE3-35F3-18B7-FD78CF70E51A}"/>
              </a:ext>
            </a:extLst>
          </p:cNvPr>
          <p:cNvSpPr txBox="1"/>
          <p:nvPr/>
        </p:nvSpPr>
        <p:spPr>
          <a:xfrm>
            <a:off x="2535726" y="2686590"/>
            <a:ext cx="1782713" cy="923330"/>
          </a:xfrm>
          <a:prstGeom prst="rect">
            <a:avLst/>
          </a:prstGeom>
          <a:noFill/>
        </p:spPr>
        <p:txBody>
          <a:bodyPr wrap="square">
            <a:spAutoFit/>
          </a:bodyPr>
          <a:lstStyle/>
          <a:p>
            <a:r>
              <a:rPr lang="en-US" sz="1800">
                <a:solidFill>
                  <a:prstClr val="black"/>
                </a:solidFill>
                <a:latin typeface="Avenir Next LT Pro Light"/>
              </a:rPr>
              <a:t>Deterministic structure relating 𝑥 to 𝑦</a:t>
            </a:r>
            <a:endParaRPr lang="en-US"/>
          </a:p>
        </p:txBody>
      </p:sp>
    </p:spTree>
    <p:extLst>
      <p:ext uri="{BB962C8B-B14F-4D97-AF65-F5344CB8AC3E}">
        <p14:creationId xmlns:p14="http://schemas.microsoft.com/office/powerpoint/2010/main" val="2366922839"/>
      </p:ext>
    </p:extLst>
  </p:cSld>
  <p:clrMapOvr>
    <a:masterClrMapping/>
  </p:clrMapOvr>
  <p:transition spd="med">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17250-EE0F-D687-5665-1464F6D8190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92E73ED-BCE3-F396-E262-D37C094F464D}"/>
              </a:ext>
            </a:extLst>
          </p:cNvPr>
          <p:cNvSpPr txBox="1">
            <a:spLocks/>
          </p:cNvSpPr>
          <p:nvPr/>
        </p:nvSpPr>
        <p:spPr>
          <a:xfrm>
            <a:off x="127425" y="127645"/>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all" spc="0" normalizeH="0" baseline="0" noProof="0" dirty="0">
                <a:ln>
                  <a:noFill/>
                </a:ln>
                <a:solidFill>
                  <a:sysClr val="windowText" lastClr="000000"/>
                </a:solidFill>
                <a:effectLst/>
                <a:uLnTx/>
                <a:uFillTx/>
                <a:latin typeface="Posterama"/>
                <a:ea typeface="+mj-ea"/>
                <a:cs typeface="+mj-cs"/>
              </a:rPr>
              <a:t>Assumptions of </a:t>
            </a:r>
            <a:r>
              <a:rPr lang="en-US" sz="3200" dirty="0">
                <a:solidFill>
                  <a:sysClr val="windowText" lastClr="000000"/>
                </a:solidFill>
                <a:latin typeface="Posterama"/>
              </a:rPr>
              <a:t>Supervised ML</a:t>
            </a:r>
            <a:endParaRPr kumimoji="0" lang="en-US" sz="3200" b="1" i="0" u="none" strike="noStrike" kern="1200" cap="all" spc="0" normalizeH="0" baseline="0" noProof="0" dirty="0">
              <a:ln>
                <a:noFill/>
              </a:ln>
              <a:solidFill>
                <a:sysClr val="windowText" lastClr="000000"/>
              </a:solidFill>
              <a:effectLst/>
              <a:uLnTx/>
              <a:uFillTx/>
              <a:latin typeface="Posterama"/>
              <a:ea typeface="+mj-ea"/>
              <a:cs typeface="+mj-cs"/>
            </a:endParaRPr>
          </a:p>
        </p:txBody>
      </p:sp>
      <p:sp>
        <p:nvSpPr>
          <p:cNvPr id="2" name="TextBox 1">
            <a:extLst>
              <a:ext uri="{FF2B5EF4-FFF2-40B4-BE49-F238E27FC236}">
                <a16:creationId xmlns:a16="http://schemas.microsoft.com/office/drawing/2014/main" id="{BC888ED4-A962-117A-0BCA-D33B1B16884F}"/>
              </a:ext>
            </a:extLst>
          </p:cNvPr>
          <p:cNvSpPr txBox="1"/>
          <p:nvPr/>
        </p:nvSpPr>
        <p:spPr>
          <a:xfrm>
            <a:off x="127425" y="839840"/>
            <a:ext cx="12216975" cy="459934"/>
          </a:xfrm>
          <a:prstGeom prst="rect">
            <a:avLst/>
          </a:prstGeom>
          <a:noFill/>
        </p:spPr>
        <p:txBody>
          <a:bodyPr wrap="square">
            <a:spAutoFit/>
          </a:bodyPr>
          <a:lstStyle/>
          <a:p>
            <a:pPr>
              <a:lnSpc>
                <a:spcPct val="200000"/>
              </a:lnSpc>
            </a:pPr>
            <a:r>
              <a:rPr lang="en-US" sz="1400" dirty="0">
                <a:solidFill>
                  <a:prstClr val="black"/>
                </a:solidFill>
                <a:latin typeface="Avenir Next LT Pro Light"/>
              </a:rPr>
              <a:t>The word “prediction” sounds magical. In reality, it rests on </a:t>
            </a:r>
            <a:r>
              <a:rPr lang="en-US" sz="1400" b="1" dirty="0">
                <a:solidFill>
                  <a:prstClr val="black"/>
                </a:solidFill>
                <a:latin typeface="Avenir Next LT Pro Light"/>
              </a:rPr>
              <a:t>two fundamental statistical assumptions:</a:t>
            </a:r>
          </a:p>
        </p:txBody>
      </p:sp>
      <p:sp>
        <p:nvSpPr>
          <p:cNvPr id="4" name="Slide Number Placeholder 3">
            <a:extLst>
              <a:ext uri="{FF2B5EF4-FFF2-40B4-BE49-F238E27FC236}">
                <a16:creationId xmlns:a16="http://schemas.microsoft.com/office/drawing/2014/main" id="{7B14210D-FED1-59DE-C096-24F90FB8F07F}"/>
              </a:ext>
            </a:extLst>
          </p:cNvPr>
          <p:cNvSpPr>
            <a:spLocks noGrp="1"/>
          </p:cNvSpPr>
          <p:nvPr>
            <p:ph type="sldNum" sz="quarter" idx="12"/>
          </p:nvPr>
        </p:nvSpPr>
        <p:spPr/>
        <p:txBody>
          <a:bodyPr/>
          <a:lstStyle/>
          <a:p>
            <a:fld id="{A0A89718-6B35-4F95-AFF3-F3DDA665684B}" type="slidenum">
              <a:rPr lang="en-US" smtClean="0"/>
              <a:t>5</a:t>
            </a:fld>
            <a:endParaRPr lang="en-US"/>
          </a:p>
        </p:txBody>
      </p:sp>
      <p:graphicFrame>
        <p:nvGraphicFramePr>
          <p:cNvPr id="9" name="Table 8">
            <a:extLst>
              <a:ext uri="{FF2B5EF4-FFF2-40B4-BE49-F238E27FC236}">
                <a16:creationId xmlns:a16="http://schemas.microsoft.com/office/drawing/2014/main" id="{54C98B3A-BC62-9F96-D321-1F3C9719D312}"/>
              </a:ext>
            </a:extLst>
          </p:cNvPr>
          <p:cNvGraphicFramePr>
            <a:graphicFrameLocks noGrp="1"/>
          </p:cNvGraphicFramePr>
          <p:nvPr/>
        </p:nvGraphicFramePr>
        <p:xfrm>
          <a:off x="7978722" y="4867214"/>
          <a:ext cx="1982624" cy="822960"/>
        </p:xfrm>
        <a:graphic>
          <a:graphicData uri="http://schemas.openxmlformats.org/drawingml/2006/table">
            <a:tbl>
              <a:tblPr>
                <a:tableStyleId>{69CF1AB2-1976-4502-BF36-3FF5EA218861}</a:tableStyleId>
              </a:tblPr>
              <a:tblGrid>
                <a:gridCol w="1982624">
                  <a:extLst>
                    <a:ext uri="{9D8B030D-6E8A-4147-A177-3AD203B41FA5}">
                      <a16:colId xmlns:a16="http://schemas.microsoft.com/office/drawing/2014/main" val="3422204330"/>
                    </a:ext>
                  </a:extLst>
                </a:gridCol>
              </a:tblGrid>
              <a:tr h="217319">
                <a:tc>
                  <a:txBody>
                    <a:bodyPr/>
                    <a:lstStyle/>
                    <a:p>
                      <a:pPr>
                        <a:buNone/>
                      </a:pPr>
                      <a:r>
                        <a:rPr lang="en-US" sz="1200"/>
                        <a:t>Productivity (y)</a:t>
                      </a:r>
                    </a:p>
                  </a:txBody>
                  <a:tcPr anchor="ctr"/>
                </a:tc>
                <a:extLst>
                  <a:ext uri="{0D108BD9-81ED-4DB2-BD59-A6C34878D82A}">
                    <a16:rowId xmlns:a16="http://schemas.microsoft.com/office/drawing/2014/main" val="2456977188"/>
                  </a:ext>
                </a:extLst>
              </a:tr>
              <a:tr h="260906">
                <a:tc>
                  <a:txBody>
                    <a:bodyPr/>
                    <a:lstStyle/>
                    <a:p>
                      <a:pPr>
                        <a:buNone/>
                      </a:pPr>
                      <a:r>
                        <a:rPr lang="en-US" sz="1200"/>
                        <a:t>High</a:t>
                      </a:r>
                    </a:p>
                  </a:txBody>
                  <a:tcPr anchor="ctr"/>
                </a:tc>
                <a:extLst>
                  <a:ext uri="{0D108BD9-81ED-4DB2-BD59-A6C34878D82A}">
                    <a16:rowId xmlns:a16="http://schemas.microsoft.com/office/drawing/2014/main" val="168225525"/>
                  </a:ext>
                </a:extLst>
              </a:tr>
              <a:tr h="260906">
                <a:tc>
                  <a:txBody>
                    <a:bodyPr/>
                    <a:lstStyle/>
                    <a:p>
                      <a:pPr>
                        <a:buNone/>
                      </a:pPr>
                      <a:r>
                        <a:rPr lang="en-US" sz="1200"/>
                        <a:t>Low</a:t>
                      </a:r>
                    </a:p>
                  </a:txBody>
                  <a:tcPr anchor="ctr"/>
                </a:tc>
                <a:extLst>
                  <a:ext uri="{0D108BD9-81ED-4DB2-BD59-A6C34878D82A}">
                    <a16:rowId xmlns:a16="http://schemas.microsoft.com/office/drawing/2014/main" val="3221142067"/>
                  </a:ext>
                </a:extLst>
              </a:tr>
            </a:tbl>
          </a:graphicData>
        </a:graphic>
      </p:graphicFrame>
      <p:sp>
        <p:nvSpPr>
          <p:cNvPr id="11" name="TextBox 10">
            <a:extLst>
              <a:ext uri="{FF2B5EF4-FFF2-40B4-BE49-F238E27FC236}">
                <a16:creationId xmlns:a16="http://schemas.microsoft.com/office/drawing/2014/main" id="{787CC1A7-C8B8-ACE1-81B1-21B41156C967}"/>
              </a:ext>
            </a:extLst>
          </p:cNvPr>
          <p:cNvSpPr txBox="1"/>
          <p:nvPr/>
        </p:nvSpPr>
        <p:spPr>
          <a:xfrm>
            <a:off x="1026125" y="4202526"/>
            <a:ext cx="891591" cy="1862048"/>
          </a:xfrm>
          <a:prstGeom prst="rect">
            <a:avLst/>
          </a:prstGeom>
          <a:noFill/>
        </p:spPr>
        <p:txBody>
          <a:bodyPr wrap="none" rtlCol="0">
            <a:spAutoFit/>
          </a:bodyPr>
          <a:lstStyle/>
          <a:p>
            <a:r>
              <a:rPr lang="en-US" sz="11500">
                <a:latin typeface="Gabriola" panose="04040605051002020D02" pitchFamily="82" charset="0"/>
                <a:cs typeface="Arabic Typesetting" panose="020F0502020204030204" pitchFamily="66" charset="-78"/>
              </a:rPr>
              <a:t>f(</a:t>
            </a:r>
          </a:p>
        </p:txBody>
      </p:sp>
      <p:sp>
        <p:nvSpPr>
          <p:cNvPr id="17" name="TextBox 16">
            <a:extLst>
              <a:ext uri="{FF2B5EF4-FFF2-40B4-BE49-F238E27FC236}">
                <a16:creationId xmlns:a16="http://schemas.microsoft.com/office/drawing/2014/main" id="{833EF3A0-501F-5686-8628-32947A85D681}"/>
              </a:ext>
            </a:extLst>
          </p:cNvPr>
          <p:cNvSpPr txBox="1"/>
          <p:nvPr/>
        </p:nvSpPr>
        <p:spPr>
          <a:xfrm>
            <a:off x="6034406" y="4257508"/>
            <a:ext cx="771257" cy="1862048"/>
          </a:xfrm>
          <a:prstGeom prst="rect">
            <a:avLst/>
          </a:prstGeom>
          <a:noFill/>
        </p:spPr>
        <p:txBody>
          <a:bodyPr wrap="square">
            <a:spAutoFit/>
          </a:bodyPr>
          <a:lstStyle/>
          <a:p>
            <a:r>
              <a:rPr lang="en-US" sz="11500">
                <a:latin typeface="Gabriola" panose="04040605051002020D02" pitchFamily="82" charset="0"/>
                <a:cs typeface="Arabic Typesetting" panose="020F0502020204030204" pitchFamily="66" charset="-78"/>
              </a:rPr>
              <a:t>)</a:t>
            </a:r>
            <a:endParaRPr lang="en-US" sz="11500"/>
          </a:p>
        </p:txBody>
      </p:sp>
      <p:sp>
        <p:nvSpPr>
          <p:cNvPr id="19" name="TextBox 18">
            <a:extLst>
              <a:ext uri="{FF2B5EF4-FFF2-40B4-BE49-F238E27FC236}">
                <a16:creationId xmlns:a16="http://schemas.microsoft.com/office/drawing/2014/main" id="{5CC0D70C-11D6-22E1-037D-20A4F2916962}"/>
              </a:ext>
            </a:extLst>
          </p:cNvPr>
          <p:cNvSpPr txBox="1"/>
          <p:nvPr/>
        </p:nvSpPr>
        <p:spPr>
          <a:xfrm>
            <a:off x="6738096" y="3912472"/>
            <a:ext cx="1101272" cy="2215991"/>
          </a:xfrm>
          <a:prstGeom prst="rect">
            <a:avLst/>
          </a:prstGeom>
          <a:noFill/>
        </p:spPr>
        <p:txBody>
          <a:bodyPr wrap="square">
            <a:spAutoFit/>
          </a:bodyPr>
          <a:lstStyle/>
          <a:p>
            <a:r>
              <a:rPr lang="en-US" sz="13800">
                <a:latin typeface="Gabriola" panose="04040605051002020D02" pitchFamily="82" charset="0"/>
                <a:cs typeface="Arabic Typesetting" panose="020F0502020204030204" pitchFamily="66" charset="-78"/>
              </a:rPr>
              <a:t>=</a:t>
            </a:r>
            <a:endParaRPr lang="en-US" sz="13800"/>
          </a:p>
        </p:txBody>
      </p:sp>
      <p:graphicFrame>
        <p:nvGraphicFramePr>
          <p:cNvPr id="3" name="Table 2">
            <a:extLst>
              <a:ext uri="{FF2B5EF4-FFF2-40B4-BE49-F238E27FC236}">
                <a16:creationId xmlns:a16="http://schemas.microsoft.com/office/drawing/2014/main" id="{B13BE94E-6BE2-CADF-2D4E-15D184F26CC8}"/>
              </a:ext>
            </a:extLst>
          </p:cNvPr>
          <p:cNvGraphicFramePr>
            <a:graphicFrameLocks noGrp="1"/>
          </p:cNvGraphicFramePr>
          <p:nvPr/>
        </p:nvGraphicFramePr>
        <p:xfrm>
          <a:off x="1985257" y="4938142"/>
          <a:ext cx="4007730" cy="754380"/>
        </p:xfrm>
        <a:graphic>
          <a:graphicData uri="http://schemas.openxmlformats.org/drawingml/2006/table">
            <a:tbl>
              <a:tblPr>
                <a:tableStyleId>{69CF1AB2-1976-4502-BF36-3FF5EA218861}</a:tableStyleId>
              </a:tblPr>
              <a:tblGrid>
                <a:gridCol w="1477336">
                  <a:extLst>
                    <a:ext uri="{9D8B030D-6E8A-4147-A177-3AD203B41FA5}">
                      <a16:colId xmlns:a16="http://schemas.microsoft.com/office/drawing/2014/main" val="740269229"/>
                    </a:ext>
                  </a:extLst>
                </a:gridCol>
                <a:gridCol w="1194484">
                  <a:extLst>
                    <a:ext uri="{9D8B030D-6E8A-4147-A177-3AD203B41FA5}">
                      <a16:colId xmlns:a16="http://schemas.microsoft.com/office/drawing/2014/main" val="81006765"/>
                    </a:ext>
                  </a:extLst>
                </a:gridCol>
                <a:gridCol w="1335910">
                  <a:extLst>
                    <a:ext uri="{9D8B030D-6E8A-4147-A177-3AD203B41FA5}">
                      <a16:colId xmlns:a16="http://schemas.microsoft.com/office/drawing/2014/main" val="2863740827"/>
                    </a:ext>
                  </a:extLst>
                </a:gridCol>
              </a:tblGrid>
              <a:tr h="0">
                <a:tc>
                  <a:txBody>
                    <a:bodyPr/>
                    <a:lstStyle/>
                    <a:p>
                      <a:pPr>
                        <a:buNone/>
                      </a:pPr>
                      <a:r>
                        <a:rPr lang="en-US" sz="1050" b="1"/>
                        <a:t>k (</a:t>
                      </a:r>
                      <a:r>
                        <a:rPr lang="en-US" sz="1050" b="1" err="1"/>
                        <a:t>mD</a:t>
                      </a:r>
                      <a:r>
                        <a:rPr lang="en-US" sz="1050" b="1"/>
                        <a:t>)</a:t>
                      </a:r>
                    </a:p>
                  </a:txBody>
                  <a:tcPr anchor="ctr">
                    <a:solidFill>
                      <a:srgbClr val="F3800D"/>
                    </a:solidFill>
                  </a:tcPr>
                </a:tc>
                <a:tc>
                  <a:txBody>
                    <a:bodyPr/>
                    <a:lstStyle/>
                    <a:p>
                      <a:pPr>
                        <a:buNone/>
                      </a:pPr>
                      <a:r>
                        <a:rPr lang="en-US" sz="1050" b="1"/>
                        <a:t>Net Pay (ft)</a:t>
                      </a:r>
                    </a:p>
                  </a:txBody>
                  <a:tcPr anchor="ctr">
                    <a:solidFill>
                      <a:srgbClr val="F3800D"/>
                    </a:solidFill>
                  </a:tcPr>
                </a:tc>
                <a:tc>
                  <a:txBody>
                    <a:bodyPr/>
                    <a:lstStyle/>
                    <a:p>
                      <a:pPr>
                        <a:buNone/>
                      </a:pPr>
                      <a:r>
                        <a:rPr lang="en-US" sz="1050" b="1" err="1"/>
                        <a:t>Sw</a:t>
                      </a:r>
                      <a:endParaRPr lang="en-US" sz="1050" b="1"/>
                    </a:p>
                  </a:txBody>
                  <a:tcPr anchor="ctr">
                    <a:solidFill>
                      <a:srgbClr val="F3800D"/>
                    </a:solidFill>
                  </a:tcPr>
                </a:tc>
                <a:extLst>
                  <a:ext uri="{0D108BD9-81ED-4DB2-BD59-A6C34878D82A}">
                    <a16:rowId xmlns:a16="http://schemas.microsoft.com/office/drawing/2014/main" val="1755559401"/>
                  </a:ext>
                </a:extLst>
              </a:tr>
              <a:tr h="0">
                <a:tc>
                  <a:txBody>
                    <a:bodyPr/>
                    <a:lstStyle/>
                    <a:p>
                      <a:pPr>
                        <a:buNone/>
                      </a:pPr>
                      <a:r>
                        <a:rPr lang="en-US" sz="1050"/>
                        <a:t>1200</a:t>
                      </a:r>
                    </a:p>
                  </a:txBody>
                  <a:tcPr anchor="ctr">
                    <a:solidFill>
                      <a:srgbClr val="F3800D"/>
                    </a:solidFill>
                  </a:tcPr>
                </a:tc>
                <a:tc>
                  <a:txBody>
                    <a:bodyPr/>
                    <a:lstStyle/>
                    <a:p>
                      <a:pPr>
                        <a:buNone/>
                      </a:pPr>
                      <a:r>
                        <a:rPr lang="en-US" sz="1050"/>
                        <a:t>2</a:t>
                      </a:r>
                    </a:p>
                  </a:txBody>
                  <a:tcPr anchor="ctr">
                    <a:solidFill>
                      <a:srgbClr val="F3800D"/>
                    </a:solidFill>
                  </a:tcPr>
                </a:tc>
                <a:tc>
                  <a:txBody>
                    <a:bodyPr/>
                    <a:lstStyle/>
                    <a:p>
                      <a:pPr>
                        <a:buNone/>
                      </a:pPr>
                      <a:r>
                        <a:rPr lang="en-US" sz="1050"/>
                        <a:t>89</a:t>
                      </a:r>
                    </a:p>
                  </a:txBody>
                  <a:tcPr anchor="ctr">
                    <a:solidFill>
                      <a:srgbClr val="F3800D"/>
                    </a:solidFill>
                  </a:tcPr>
                </a:tc>
                <a:extLst>
                  <a:ext uri="{0D108BD9-81ED-4DB2-BD59-A6C34878D82A}">
                    <a16:rowId xmlns:a16="http://schemas.microsoft.com/office/drawing/2014/main" val="558876516"/>
                  </a:ext>
                </a:extLst>
              </a:tr>
              <a:tr h="0">
                <a:tc>
                  <a:txBody>
                    <a:bodyPr/>
                    <a:lstStyle/>
                    <a:p>
                      <a:pPr>
                        <a:buNone/>
                      </a:pPr>
                      <a:r>
                        <a:rPr lang="en-US" sz="1050"/>
                        <a:t>1800</a:t>
                      </a:r>
                    </a:p>
                  </a:txBody>
                  <a:tcPr anchor="ctr">
                    <a:solidFill>
                      <a:srgbClr val="F3800D"/>
                    </a:solidFill>
                  </a:tcPr>
                </a:tc>
                <a:tc>
                  <a:txBody>
                    <a:bodyPr/>
                    <a:lstStyle/>
                    <a:p>
                      <a:pPr>
                        <a:buNone/>
                      </a:pPr>
                      <a:r>
                        <a:rPr lang="en-US" sz="1050"/>
                        <a:t>1</a:t>
                      </a:r>
                    </a:p>
                  </a:txBody>
                  <a:tcPr anchor="ctr">
                    <a:solidFill>
                      <a:srgbClr val="F3800D"/>
                    </a:solidFill>
                  </a:tcPr>
                </a:tc>
                <a:tc>
                  <a:txBody>
                    <a:bodyPr/>
                    <a:lstStyle/>
                    <a:p>
                      <a:pPr>
                        <a:buNone/>
                      </a:pPr>
                      <a:r>
                        <a:rPr lang="en-US" sz="1050"/>
                        <a:t>78</a:t>
                      </a:r>
                    </a:p>
                  </a:txBody>
                  <a:tcPr anchor="ctr">
                    <a:solidFill>
                      <a:srgbClr val="F3800D"/>
                    </a:solidFill>
                  </a:tcPr>
                </a:tc>
                <a:extLst>
                  <a:ext uri="{0D108BD9-81ED-4DB2-BD59-A6C34878D82A}">
                    <a16:rowId xmlns:a16="http://schemas.microsoft.com/office/drawing/2014/main" val="699725"/>
                  </a:ext>
                </a:extLst>
              </a:tr>
            </a:tbl>
          </a:graphicData>
        </a:graphic>
      </p:graphicFrame>
      <p:sp>
        <p:nvSpPr>
          <p:cNvPr id="10" name="TextBox 9">
            <a:extLst>
              <a:ext uri="{FF2B5EF4-FFF2-40B4-BE49-F238E27FC236}">
                <a16:creationId xmlns:a16="http://schemas.microsoft.com/office/drawing/2014/main" id="{9A1E9863-B119-CB1A-74C5-FA672AA1F389}"/>
              </a:ext>
            </a:extLst>
          </p:cNvPr>
          <p:cNvSpPr txBox="1"/>
          <p:nvPr/>
        </p:nvSpPr>
        <p:spPr>
          <a:xfrm>
            <a:off x="192151" y="1449971"/>
            <a:ext cx="12216975" cy="890821"/>
          </a:xfrm>
          <a:prstGeom prst="rect">
            <a:avLst/>
          </a:prstGeom>
          <a:noFill/>
        </p:spPr>
        <p:txBody>
          <a:bodyPr wrap="square">
            <a:spAutoFit/>
          </a:bodyPr>
          <a:lstStyle/>
          <a:p>
            <a:pPr marL="342900" indent="-342900">
              <a:lnSpc>
                <a:spcPct val="200000"/>
              </a:lnSpc>
              <a:buAutoNum type="arabicParenR"/>
            </a:pPr>
            <a:r>
              <a:rPr lang="en-US" sz="1400">
                <a:solidFill>
                  <a:prstClr val="black"/>
                </a:solidFill>
                <a:latin typeface="Avenir Next LT Pro Light"/>
              </a:rPr>
              <a:t>There is a probability distribution D over (x, y) pairs</a:t>
            </a:r>
          </a:p>
          <a:p>
            <a:pPr marL="342900" indent="-342900">
              <a:lnSpc>
                <a:spcPct val="200000"/>
              </a:lnSpc>
              <a:buAutoNum type="arabicParenR"/>
            </a:pPr>
            <a:r>
              <a:rPr lang="en-US" sz="1400">
                <a:solidFill>
                  <a:prstClr val="black"/>
                </a:solidFill>
                <a:latin typeface="Avenir Next LT Pro Light"/>
              </a:rPr>
              <a:t> The training and test data are random samples (x1, y1), . . . ,(</a:t>
            </a:r>
            <a:r>
              <a:rPr lang="en-US" sz="1400" err="1">
                <a:solidFill>
                  <a:prstClr val="black"/>
                </a:solidFill>
                <a:latin typeface="Avenir Next LT Pro Light"/>
              </a:rPr>
              <a:t>xn</a:t>
            </a:r>
            <a:r>
              <a:rPr lang="en-US" sz="1400">
                <a:solidFill>
                  <a:prstClr val="black"/>
                </a:solidFill>
                <a:latin typeface="Avenir Next LT Pro Light"/>
              </a:rPr>
              <a:t>, </a:t>
            </a:r>
            <a:r>
              <a:rPr lang="en-US" sz="1400" err="1">
                <a:solidFill>
                  <a:prstClr val="black"/>
                </a:solidFill>
                <a:latin typeface="Avenir Next LT Pro Light"/>
              </a:rPr>
              <a:t>yn</a:t>
            </a:r>
            <a:r>
              <a:rPr lang="en-US" sz="1400">
                <a:solidFill>
                  <a:prstClr val="black"/>
                </a:solidFill>
                <a:latin typeface="Avenir Next LT Pro Light"/>
              </a:rPr>
              <a:t>),(x, y) </a:t>
            </a:r>
            <a:r>
              <a:rPr lang="en-US" sz="1400" err="1">
                <a:solidFill>
                  <a:prstClr val="black"/>
                </a:solidFill>
                <a:latin typeface="Avenir Next LT Pro Light"/>
              </a:rPr>
              <a:t>i.i.d.</a:t>
            </a:r>
            <a:r>
              <a:rPr lang="en-US" sz="1400">
                <a:solidFill>
                  <a:prstClr val="black"/>
                </a:solidFill>
                <a:latin typeface="Avenir Next LT Pro Light"/>
              </a:rPr>
              <a:t> ∼ D</a:t>
            </a:r>
            <a:endParaRPr lang="en-US" sz="1400" b="1">
              <a:solidFill>
                <a:prstClr val="black"/>
              </a:solidFill>
              <a:latin typeface="Avenir Next LT Pro Light"/>
            </a:endParaRPr>
          </a:p>
        </p:txBody>
      </p:sp>
      <p:sp>
        <p:nvSpPr>
          <p:cNvPr id="65" name="TextBox 64">
            <a:extLst>
              <a:ext uri="{FF2B5EF4-FFF2-40B4-BE49-F238E27FC236}">
                <a16:creationId xmlns:a16="http://schemas.microsoft.com/office/drawing/2014/main" id="{CD443D1B-C6B6-4DA0-7083-A4140BD90A9C}"/>
              </a:ext>
            </a:extLst>
          </p:cNvPr>
          <p:cNvSpPr txBox="1"/>
          <p:nvPr/>
        </p:nvSpPr>
        <p:spPr>
          <a:xfrm>
            <a:off x="315890" y="3087781"/>
            <a:ext cx="6215742" cy="369332"/>
          </a:xfrm>
          <a:prstGeom prst="rect">
            <a:avLst/>
          </a:prstGeom>
          <a:noFill/>
        </p:spPr>
        <p:txBody>
          <a:bodyPr wrap="square">
            <a:spAutoFit/>
          </a:bodyPr>
          <a:lstStyle/>
          <a:p>
            <a:r>
              <a:rPr lang="en-US" err="1">
                <a:solidFill>
                  <a:prstClr val="black"/>
                </a:solidFill>
                <a:latin typeface="Avenir Next LT Pro Light"/>
              </a:rPr>
              <a:t>i.i.d</a:t>
            </a:r>
            <a:r>
              <a:rPr lang="en-US">
                <a:solidFill>
                  <a:prstClr val="black"/>
                </a:solidFill>
                <a:latin typeface="Avenir Next LT Pro Light"/>
              </a:rPr>
              <a:t> = independent and identically distributed</a:t>
            </a:r>
            <a:r>
              <a:rPr lang="en-US" sz="1800">
                <a:solidFill>
                  <a:prstClr val="black"/>
                </a:solidFill>
                <a:latin typeface="Avenir Next LT Pro Light"/>
              </a:rPr>
              <a:t> </a:t>
            </a:r>
            <a:endParaRPr lang="en-US"/>
          </a:p>
        </p:txBody>
      </p:sp>
      <p:cxnSp>
        <p:nvCxnSpPr>
          <p:cNvPr id="67" name="Straight Arrow Connector 66">
            <a:extLst>
              <a:ext uri="{FF2B5EF4-FFF2-40B4-BE49-F238E27FC236}">
                <a16:creationId xmlns:a16="http://schemas.microsoft.com/office/drawing/2014/main" id="{C8016626-BF77-304B-2263-6BDCA55F3894}"/>
              </a:ext>
            </a:extLst>
          </p:cNvPr>
          <p:cNvCxnSpPr>
            <a:cxnSpLocks/>
          </p:cNvCxnSpPr>
          <p:nvPr/>
        </p:nvCxnSpPr>
        <p:spPr>
          <a:xfrm flipV="1">
            <a:off x="5332319" y="2766285"/>
            <a:ext cx="2398627" cy="5045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8" name="Picture 2">
            <a:extLst>
              <a:ext uri="{FF2B5EF4-FFF2-40B4-BE49-F238E27FC236}">
                <a16:creationId xmlns:a16="http://schemas.microsoft.com/office/drawing/2014/main" id="{2AE2C7F5-8799-F42E-1425-399B7BDC01E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246" r="73555"/>
          <a:stretch>
            <a:fillRect/>
          </a:stretch>
        </p:blipFill>
        <p:spPr bwMode="auto">
          <a:xfrm>
            <a:off x="8990888" y="1126175"/>
            <a:ext cx="2461524" cy="1943768"/>
          </a:xfrm>
          <a:prstGeom prst="rect">
            <a:avLst/>
          </a:prstGeom>
          <a:noFill/>
          <a:extLst>
            <a:ext uri="{909E8E84-426E-40DD-AFC4-6F175D3DCCD1}">
              <a14:hiddenFill xmlns:a14="http://schemas.microsoft.com/office/drawing/2010/main">
                <a:solidFill>
                  <a:srgbClr val="FFFFFF"/>
                </a:solidFill>
              </a14:hiddenFill>
            </a:ext>
          </a:extLst>
        </p:spPr>
      </p:pic>
      <p:cxnSp>
        <p:nvCxnSpPr>
          <p:cNvPr id="70" name="Straight Arrow Connector 69">
            <a:extLst>
              <a:ext uri="{FF2B5EF4-FFF2-40B4-BE49-F238E27FC236}">
                <a16:creationId xmlns:a16="http://schemas.microsoft.com/office/drawing/2014/main" id="{4CD03AA4-6933-02BD-BE83-03C8BC57F560}"/>
              </a:ext>
            </a:extLst>
          </p:cNvPr>
          <p:cNvCxnSpPr>
            <a:cxnSpLocks/>
          </p:cNvCxnSpPr>
          <p:nvPr/>
        </p:nvCxnSpPr>
        <p:spPr>
          <a:xfrm>
            <a:off x="5332319" y="3274045"/>
            <a:ext cx="2246227" cy="6384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1DA3BCA5-2358-FC3F-9E7C-5F657D09A7ED}"/>
              </a:ext>
            </a:extLst>
          </p:cNvPr>
          <p:cNvSpPr txBox="1"/>
          <p:nvPr/>
        </p:nvSpPr>
        <p:spPr>
          <a:xfrm>
            <a:off x="8737846" y="3566562"/>
            <a:ext cx="3394461" cy="923330"/>
          </a:xfrm>
          <a:prstGeom prst="rect">
            <a:avLst/>
          </a:prstGeom>
          <a:noFill/>
        </p:spPr>
        <p:txBody>
          <a:bodyPr wrap="square">
            <a:spAutoFit/>
          </a:bodyPr>
          <a:lstStyle/>
          <a:p>
            <a:r>
              <a:rPr lang="en-US">
                <a:solidFill>
                  <a:prstClr val="black"/>
                </a:solidFill>
                <a:latin typeface="Avenir Next LT Pro Light"/>
              </a:rPr>
              <a:t>Each (</a:t>
            </a:r>
            <a:r>
              <a:rPr lang="en-US" err="1">
                <a:solidFill>
                  <a:prstClr val="black"/>
                </a:solidFill>
                <a:latin typeface="Avenir Next LT Pro Light"/>
              </a:rPr>
              <a:t>x,y</a:t>
            </a:r>
            <a:r>
              <a:rPr lang="en-US">
                <a:solidFill>
                  <a:prstClr val="black"/>
                </a:solidFill>
                <a:latin typeface="Avenir Next LT Pro Light"/>
              </a:rPr>
              <a:t>) pair is randomly drawn from a population</a:t>
            </a:r>
          </a:p>
          <a:p>
            <a:endParaRPr lang="en-US"/>
          </a:p>
        </p:txBody>
      </p:sp>
    </p:spTree>
    <p:extLst>
      <p:ext uri="{BB962C8B-B14F-4D97-AF65-F5344CB8AC3E}">
        <p14:creationId xmlns:p14="http://schemas.microsoft.com/office/powerpoint/2010/main" val="2169962270"/>
      </p:ext>
    </p:extLst>
  </p:cSld>
  <p:clrMapOvr>
    <a:masterClrMapping/>
  </p:clrMapOvr>
  <p:transition spd="med">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E4C70A-943A-4A25-97B9-A210BD2D8D70}"/>
              </a:ext>
            </a:extLst>
          </p:cNvPr>
          <p:cNvSpPr txBox="1"/>
          <p:nvPr/>
        </p:nvSpPr>
        <p:spPr>
          <a:xfrm>
            <a:off x="1193802" y="1291815"/>
            <a:ext cx="3742265" cy="2462213"/>
          </a:xfrm>
          <a:prstGeom prst="rect">
            <a:avLst/>
          </a:prstGeom>
          <a:noFill/>
        </p:spPr>
        <p:txBody>
          <a:bodyPr wrap="square" rtlCol="0">
            <a:spAutoFit/>
          </a:bodyPr>
          <a:lstStyle/>
          <a:p>
            <a:r>
              <a:rPr lang="en-US" sz="1400" i="1" dirty="0"/>
              <a:t>Q: Is there sand risk for this well? </a:t>
            </a:r>
          </a:p>
          <a:p>
            <a:r>
              <a:rPr lang="en-US" sz="1400" i="1" dirty="0"/>
              <a:t>A: Yes / No (High / Low)</a:t>
            </a:r>
          </a:p>
          <a:p>
            <a:endParaRPr lang="en-US" sz="1400" i="1" dirty="0"/>
          </a:p>
          <a:p>
            <a:r>
              <a:rPr lang="en-US" sz="1400" i="1" dirty="0"/>
              <a:t>Q: Is this well a good candidate for acidizing?</a:t>
            </a:r>
          </a:p>
          <a:p>
            <a:r>
              <a:rPr lang="en-US" sz="1400" i="1" dirty="0"/>
              <a:t>A: Suitable / Not Suitable</a:t>
            </a:r>
          </a:p>
          <a:p>
            <a:endParaRPr lang="en-US" sz="1400" i="1" dirty="0"/>
          </a:p>
          <a:p>
            <a:r>
              <a:rPr lang="en-US" sz="1400" i="1" dirty="0"/>
              <a:t>Q: Will this ESP fail within 6 months?</a:t>
            </a:r>
          </a:p>
          <a:p>
            <a:r>
              <a:rPr lang="en-US" sz="1400" i="1" dirty="0"/>
              <a:t>A: Fail / No Fail</a:t>
            </a:r>
          </a:p>
          <a:p>
            <a:endParaRPr lang="en-US" sz="1400" i="1" dirty="0"/>
          </a:p>
          <a:p>
            <a:r>
              <a:rPr lang="en-US" sz="1400" i="1" dirty="0"/>
              <a:t>Q: Is this interval productive?</a:t>
            </a:r>
          </a:p>
          <a:p>
            <a:r>
              <a:rPr lang="en-US" sz="1400" i="1" dirty="0"/>
              <a:t>A: Pay / Non-pay</a:t>
            </a:r>
          </a:p>
        </p:txBody>
      </p:sp>
      <p:graphicFrame>
        <p:nvGraphicFramePr>
          <p:cNvPr id="8" name="Table 7">
            <a:extLst>
              <a:ext uri="{FF2B5EF4-FFF2-40B4-BE49-F238E27FC236}">
                <a16:creationId xmlns:a16="http://schemas.microsoft.com/office/drawing/2014/main" id="{71BA20A5-0682-4AD4-8758-7474759473CB}"/>
              </a:ext>
            </a:extLst>
          </p:cNvPr>
          <p:cNvGraphicFramePr>
            <a:graphicFrameLocks noGrp="1"/>
          </p:cNvGraphicFramePr>
          <p:nvPr/>
        </p:nvGraphicFramePr>
        <p:xfrm>
          <a:off x="5587998" y="1863543"/>
          <a:ext cx="5410200" cy="1432560"/>
        </p:xfrm>
        <a:graphic>
          <a:graphicData uri="http://schemas.openxmlformats.org/drawingml/2006/table">
            <a:tbl>
              <a:tblPr/>
              <a:tblGrid>
                <a:gridCol w="1017303">
                  <a:extLst>
                    <a:ext uri="{9D8B030D-6E8A-4147-A177-3AD203B41FA5}">
                      <a16:colId xmlns:a16="http://schemas.microsoft.com/office/drawing/2014/main" val="219700021"/>
                    </a:ext>
                  </a:extLst>
                </a:gridCol>
                <a:gridCol w="2081497">
                  <a:extLst>
                    <a:ext uri="{9D8B030D-6E8A-4147-A177-3AD203B41FA5}">
                      <a16:colId xmlns:a16="http://schemas.microsoft.com/office/drawing/2014/main" val="3149550208"/>
                    </a:ext>
                  </a:extLst>
                </a:gridCol>
                <a:gridCol w="2311400">
                  <a:extLst>
                    <a:ext uri="{9D8B030D-6E8A-4147-A177-3AD203B41FA5}">
                      <a16:colId xmlns:a16="http://schemas.microsoft.com/office/drawing/2014/main" val="2694449045"/>
                    </a:ext>
                  </a:extLst>
                </a:gridCol>
              </a:tblGrid>
              <a:tr h="0">
                <a:tc>
                  <a:txBody>
                    <a:bodyPr/>
                    <a:lstStyle/>
                    <a:p>
                      <a:endParaRPr lang="en-US" sz="1400" b="1" dirty="0"/>
                    </a:p>
                  </a:txBody>
                  <a:tcPr anchor="ctr"/>
                </a:tc>
                <a:tc>
                  <a:txBody>
                    <a:bodyPr/>
                    <a:lstStyle/>
                    <a:p>
                      <a:r>
                        <a:rPr lang="en-US" sz="1400" b="1" dirty="0"/>
                        <a:t>Regression</a:t>
                      </a:r>
                    </a:p>
                  </a:txBody>
                  <a:tcPr anchor="ctr"/>
                </a:tc>
                <a:tc>
                  <a:txBody>
                    <a:bodyPr/>
                    <a:lstStyle/>
                    <a:p>
                      <a:r>
                        <a:rPr lang="en-US" sz="1400" b="1" dirty="0"/>
                        <a:t>Classification</a:t>
                      </a:r>
                    </a:p>
                  </a:txBody>
                  <a:tcPr anchor="ctr"/>
                </a:tc>
                <a:extLst>
                  <a:ext uri="{0D108BD9-81ED-4DB2-BD59-A6C34878D82A}">
                    <a16:rowId xmlns:a16="http://schemas.microsoft.com/office/drawing/2014/main" val="2076993091"/>
                  </a:ext>
                </a:extLst>
              </a:tr>
              <a:tr h="0">
                <a:tc>
                  <a:txBody>
                    <a:bodyPr/>
                    <a:lstStyle/>
                    <a:p>
                      <a:r>
                        <a:rPr lang="en-US" sz="1400" b="1" dirty="0"/>
                        <a:t>Output</a:t>
                      </a:r>
                    </a:p>
                  </a:txBody>
                  <a:tcPr anchor="ctr"/>
                </a:tc>
                <a:tc>
                  <a:txBody>
                    <a:bodyPr/>
                    <a:lstStyle/>
                    <a:p>
                      <a:r>
                        <a:rPr lang="en-US" sz="1400" dirty="0"/>
                        <a:t>Continuous number</a:t>
                      </a:r>
                    </a:p>
                  </a:txBody>
                  <a:tcPr anchor="ctr"/>
                </a:tc>
                <a:tc>
                  <a:txBody>
                    <a:bodyPr/>
                    <a:lstStyle/>
                    <a:p>
                      <a:r>
                        <a:rPr lang="en-US" sz="1400"/>
                        <a:t>Category</a:t>
                      </a:r>
                    </a:p>
                  </a:txBody>
                  <a:tcPr anchor="ctr"/>
                </a:tc>
                <a:extLst>
                  <a:ext uri="{0D108BD9-81ED-4DB2-BD59-A6C34878D82A}">
                    <a16:rowId xmlns:a16="http://schemas.microsoft.com/office/drawing/2014/main" val="1073990536"/>
                  </a:ext>
                </a:extLst>
              </a:tr>
              <a:tr h="0">
                <a:tc>
                  <a:txBody>
                    <a:bodyPr/>
                    <a:lstStyle/>
                    <a:p>
                      <a:r>
                        <a:rPr lang="en-US" sz="1400" b="1" dirty="0"/>
                        <a:t>Example</a:t>
                      </a:r>
                    </a:p>
                  </a:txBody>
                  <a:tcPr anchor="ctr"/>
                </a:tc>
                <a:tc>
                  <a:txBody>
                    <a:bodyPr/>
                    <a:lstStyle/>
                    <a:p>
                      <a:r>
                        <a:rPr lang="en-US" sz="1400"/>
                        <a:t>Predict reservoir pressure</a:t>
                      </a:r>
                    </a:p>
                  </a:txBody>
                  <a:tcPr anchor="ctr"/>
                </a:tc>
                <a:tc>
                  <a:txBody>
                    <a:bodyPr/>
                    <a:lstStyle/>
                    <a:p>
                      <a:r>
                        <a:rPr lang="en-US" sz="1400" dirty="0"/>
                        <a:t>Predict sand risk</a:t>
                      </a:r>
                    </a:p>
                  </a:txBody>
                  <a:tcPr anchor="ctr"/>
                </a:tc>
                <a:extLst>
                  <a:ext uri="{0D108BD9-81ED-4DB2-BD59-A6C34878D82A}">
                    <a16:rowId xmlns:a16="http://schemas.microsoft.com/office/drawing/2014/main" val="1505265453"/>
                  </a:ext>
                </a:extLst>
              </a:tr>
              <a:tr h="0">
                <a:tc>
                  <a:txBody>
                    <a:bodyPr/>
                    <a:lstStyle/>
                    <a:p>
                      <a:r>
                        <a:rPr lang="en-US" sz="1400" b="1" dirty="0"/>
                        <a:t>Output Range</a:t>
                      </a:r>
                    </a:p>
                  </a:txBody>
                  <a:tcPr anchor="ctr"/>
                </a:tc>
                <a:tc>
                  <a:txBody>
                    <a:bodyPr/>
                    <a:lstStyle/>
                    <a:p>
                      <a:r>
                        <a:rPr lang="en-US" sz="1400" dirty="0"/>
                        <a:t>(-∞, +∞)</a:t>
                      </a:r>
                    </a:p>
                  </a:txBody>
                  <a:tcPr anchor="ctr"/>
                </a:tc>
                <a:tc>
                  <a:txBody>
                    <a:bodyPr/>
                    <a:lstStyle/>
                    <a:p>
                      <a:r>
                        <a:rPr lang="en-US" sz="1400" dirty="0"/>
                        <a:t>Limited set (0/1)</a:t>
                      </a:r>
                    </a:p>
                  </a:txBody>
                  <a:tcPr anchor="ctr"/>
                </a:tc>
                <a:extLst>
                  <a:ext uri="{0D108BD9-81ED-4DB2-BD59-A6C34878D82A}">
                    <a16:rowId xmlns:a16="http://schemas.microsoft.com/office/drawing/2014/main" val="2947988755"/>
                  </a:ext>
                </a:extLst>
              </a:tr>
            </a:tbl>
          </a:graphicData>
        </a:graphic>
      </p:graphicFrame>
      <p:pic>
        <p:nvPicPr>
          <p:cNvPr id="1026" name="Picture 2" descr="Engineer - Free social icons">
            <a:extLst>
              <a:ext uri="{FF2B5EF4-FFF2-40B4-BE49-F238E27FC236}">
                <a16:creationId xmlns:a16="http://schemas.microsoft.com/office/drawing/2014/main" id="{88F5FFAA-6788-463D-9633-DC4F952C1F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3949" y="1300282"/>
            <a:ext cx="523220" cy="52322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Engineer - Free social icons">
            <a:extLst>
              <a:ext uri="{FF2B5EF4-FFF2-40B4-BE49-F238E27FC236}">
                <a16:creationId xmlns:a16="http://schemas.microsoft.com/office/drawing/2014/main" id="{8006D073-1EA0-46EE-9D79-D4EED149FC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048" y="1944605"/>
            <a:ext cx="523220" cy="52322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Engineer - Free social icons">
            <a:extLst>
              <a:ext uri="{FF2B5EF4-FFF2-40B4-BE49-F238E27FC236}">
                <a16:creationId xmlns:a16="http://schemas.microsoft.com/office/drawing/2014/main" id="{40A2CAC7-B114-4B01-98C9-89CE90EB8B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3949" y="2544125"/>
            <a:ext cx="523220" cy="52322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Engineer - Free social icons">
            <a:extLst>
              <a:ext uri="{FF2B5EF4-FFF2-40B4-BE49-F238E27FC236}">
                <a16:creationId xmlns:a16="http://schemas.microsoft.com/office/drawing/2014/main" id="{20AB1BCD-E472-4C50-905D-000967E829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3949" y="3188448"/>
            <a:ext cx="523220" cy="52322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664E79D6-F24E-49BC-9286-D8EA26401DEE}"/>
              </a:ext>
            </a:extLst>
          </p:cNvPr>
          <p:cNvPicPr>
            <a:picLocks noChangeAspect="1"/>
          </p:cNvPicPr>
          <p:nvPr/>
        </p:nvPicPr>
        <p:blipFill>
          <a:blip r:embed="rId3"/>
          <a:stretch>
            <a:fillRect/>
          </a:stretch>
        </p:blipFill>
        <p:spPr>
          <a:xfrm>
            <a:off x="369889" y="4047893"/>
            <a:ext cx="3516309" cy="2097696"/>
          </a:xfrm>
          <a:prstGeom prst="rect">
            <a:avLst/>
          </a:prstGeom>
        </p:spPr>
      </p:pic>
      <p:pic>
        <p:nvPicPr>
          <p:cNvPr id="15" name="Picture 14">
            <a:extLst>
              <a:ext uri="{FF2B5EF4-FFF2-40B4-BE49-F238E27FC236}">
                <a16:creationId xmlns:a16="http://schemas.microsoft.com/office/drawing/2014/main" id="{19D6720E-8CFE-4BD1-9EB4-2C064CF330B9}"/>
              </a:ext>
            </a:extLst>
          </p:cNvPr>
          <p:cNvPicPr>
            <a:picLocks noChangeAspect="1"/>
          </p:cNvPicPr>
          <p:nvPr/>
        </p:nvPicPr>
        <p:blipFill>
          <a:blip r:embed="rId4"/>
          <a:stretch>
            <a:fillRect/>
          </a:stretch>
        </p:blipFill>
        <p:spPr>
          <a:xfrm>
            <a:off x="8170104" y="4047893"/>
            <a:ext cx="3516309" cy="2097697"/>
          </a:xfrm>
          <a:prstGeom prst="rect">
            <a:avLst/>
          </a:prstGeom>
        </p:spPr>
      </p:pic>
      <p:pic>
        <p:nvPicPr>
          <p:cNvPr id="18" name="Picture 17">
            <a:extLst>
              <a:ext uri="{FF2B5EF4-FFF2-40B4-BE49-F238E27FC236}">
                <a16:creationId xmlns:a16="http://schemas.microsoft.com/office/drawing/2014/main" id="{9F9A7DAF-D942-4366-AB1E-5A7079110E9B}"/>
              </a:ext>
            </a:extLst>
          </p:cNvPr>
          <p:cNvPicPr>
            <a:picLocks noChangeAspect="1"/>
          </p:cNvPicPr>
          <p:nvPr/>
        </p:nvPicPr>
        <p:blipFill>
          <a:blip r:embed="rId5"/>
          <a:stretch>
            <a:fillRect/>
          </a:stretch>
        </p:blipFill>
        <p:spPr>
          <a:xfrm>
            <a:off x="4337845" y="4047893"/>
            <a:ext cx="3516309" cy="2097697"/>
          </a:xfrm>
          <a:prstGeom prst="rect">
            <a:avLst/>
          </a:prstGeom>
        </p:spPr>
      </p:pic>
      <p:sp>
        <p:nvSpPr>
          <p:cNvPr id="22" name="Title 1">
            <a:extLst>
              <a:ext uri="{FF2B5EF4-FFF2-40B4-BE49-F238E27FC236}">
                <a16:creationId xmlns:a16="http://schemas.microsoft.com/office/drawing/2014/main" id="{EF52B7FB-DC1D-4696-8C7F-572B3C7F9671}"/>
              </a:ext>
            </a:extLst>
          </p:cNvPr>
          <p:cNvSpPr txBox="1">
            <a:spLocks/>
          </p:cNvSpPr>
          <p:nvPr/>
        </p:nvSpPr>
        <p:spPr>
          <a:xfrm>
            <a:off x="127425" y="127645"/>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200" dirty="0">
                <a:solidFill>
                  <a:sysClr val="windowText" lastClr="000000"/>
                </a:solidFill>
                <a:latin typeface="Posterama"/>
              </a:rPr>
              <a:t>Classification</a:t>
            </a:r>
            <a:endParaRPr kumimoji="0" lang="en-US" sz="3200" b="1" i="0" u="none" strike="noStrike" kern="1200" cap="all" spc="0" normalizeH="0" baseline="0" noProof="0" dirty="0">
              <a:ln>
                <a:noFill/>
              </a:ln>
              <a:solidFill>
                <a:sysClr val="windowText" lastClr="000000"/>
              </a:solidFill>
              <a:effectLst/>
              <a:uLnTx/>
              <a:uFillTx/>
              <a:latin typeface="Posterama"/>
              <a:ea typeface="+mj-ea"/>
              <a:cs typeface="+mj-cs"/>
            </a:endParaRPr>
          </a:p>
        </p:txBody>
      </p:sp>
      <p:sp>
        <p:nvSpPr>
          <p:cNvPr id="21" name="Slide Number Placeholder 20">
            <a:extLst>
              <a:ext uri="{FF2B5EF4-FFF2-40B4-BE49-F238E27FC236}">
                <a16:creationId xmlns:a16="http://schemas.microsoft.com/office/drawing/2014/main" id="{B54CCD62-05A4-4FAA-A3BF-F94AC577953F}"/>
              </a:ext>
            </a:extLst>
          </p:cNvPr>
          <p:cNvSpPr>
            <a:spLocks noGrp="1"/>
          </p:cNvSpPr>
          <p:nvPr>
            <p:ph type="sldNum" sz="quarter" idx="12"/>
          </p:nvPr>
        </p:nvSpPr>
        <p:spPr/>
        <p:txBody>
          <a:bodyPr/>
          <a:lstStyle/>
          <a:p>
            <a:fld id="{836600DF-5D53-42A4-B23C-8345E9EFB9A6}" type="slidenum">
              <a:rPr lang="en-US" smtClean="0"/>
              <a:t>6</a:t>
            </a:fld>
            <a:endParaRPr lang="en-US"/>
          </a:p>
        </p:txBody>
      </p:sp>
    </p:spTree>
    <p:extLst>
      <p:ext uri="{BB962C8B-B14F-4D97-AF65-F5344CB8AC3E}">
        <p14:creationId xmlns:p14="http://schemas.microsoft.com/office/powerpoint/2010/main" val="3841804001"/>
      </p:ext>
    </p:extLst>
  </p:cSld>
  <p:clrMapOvr>
    <a:masterClrMapping/>
  </p:clrMapOvr>
  <p:transition>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0F9742A-BAEF-4FA9-A96E-75B34254A7AC}"/>
              </a:ext>
            </a:extLst>
          </p:cNvPr>
          <p:cNvPicPr>
            <a:picLocks noChangeAspect="1"/>
          </p:cNvPicPr>
          <p:nvPr/>
        </p:nvPicPr>
        <p:blipFill>
          <a:blip r:embed="rId2"/>
          <a:stretch>
            <a:fillRect/>
          </a:stretch>
        </p:blipFill>
        <p:spPr>
          <a:xfrm>
            <a:off x="5205826" y="374974"/>
            <a:ext cx="5599519" cy="3340462"/>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2A61B4F-91F3-4403-96DA-107180165F83}"/>
                  </a:ext>
                </a:extLst>
              </p:cNvPr>
              <p:cNvSpPr txBox="1"/>
              <p:nvPr/>
            </p:nvSpPr>
            <p:spPr>
              <a:xfrm>
                <a:off x="220004" y="1352485"/>
                <a:ext cx="1227667"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𝑦</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0</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1</m:t>
                      </m:r>
                      <m:r>
                        <a:rPr lang="en-US" sz="1400" b="0" i="1" smtClean="0">
                          <a:latin typeface="Cambria Math" panose="02040503050406030204" pitchFamily="18" charset="0"/>
                          <a:ea typeface="Cambria Math" panose="02040503050406030204" pitchFamily="18" charset="0"/>
                        </a:rPr>
                        <m:t>}</m:t>
                      </m:r>
                    </m:oMath>
                  </m:oMathPara>
                </a14:m>
                <a:endParaRPr lang="en-US" sz="1400" dirty="0"/>
              </a:p>
            </p:txBody>
          </p:sp>
        </mc:Choice>
        <mc:Fallback xmlns="">
          <p:sp>
            <p:nvSpPr>
              <p:cNvPr id="10" name="TextBox 9">
                <a:extLst>
                  <a:ext uri="{FF2B5EF4-FFF2-40B4-BE49-F238E27FC236}">
                    <a16:creationId xmlns:a16="http://schemas.microsoft.com/office/drawing/2014/main" id="{E2A61B4F-91F3-4403-96DA-107180165F83}"/>
                  </a:ext>
                </a:extLst>
              </p:cNvPr>
              <p:cNvSpPr txBox="1">
                <a:spLocks noRot="1" noChangeAspect="1" noMove="1" noResize="1" noEditPoints="1" noAdjustHandles="1" noChangeArrowheads="1" noChangeShapeType="1" noTextEdit="1"/>
              </p:cNvSpPr>
              <p:nvPr/>
            </p:nvSpPr>
            <p:spPr>
              <a:xfrm>
                <a:off x="220004" y="1352485"/>
                <a:ext cx="1227667" cy="307777"/>
              </a:xfrm>
              <a:prstGeom prst="rect">
                <a:avLst/>
              </a:prstGeom>
              <a:blipFill>
                <a:blip r:embed="rId3"/>
                <a:stretch>
                  <a:fillRect b="-8000"/>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839EA7CF-7047-45D3-B470-851509BBD381}"/>
              </a:ext>
            </a:extLst>
          </p:cNvPr>
          <p:cNvSpPr txBox="1"/>
          <p:nvPr/>
        </p:nvSpPr>
        <p:spPr>
          <a:xfrm>
            <a:off x="396584" y="1688814"/>
            <a:ext cx="3171441" cy="523220"/>
          </a:xfrm>
          <a:prstGeom prst="rect">
            <a:avLst/>
          </a:prstGeom>
          <a:noFill/>
        </p:spPr>
        <p:txBody>
          <a:bodyPr wrap="square">
            <a:spAutoFit/>
          </a:bodyPr>
          <a:lstStyle/>
          <a:p>
            <a:r>
              <a:rPr lang="en-US" sz="1400" dirty="0"/>
              <a:t>0: “Negative Class” (e.g., no sand risk)</a:t>
            </a:r>
            <a:br>
              <a:rPr lang="en-US" sz="1400" dirty="0"/>
            </a:br>
            <a:r>
              <a:rPr lang="en-US" sz="1400" dirty="0"/>
              <a:t>1: “Positive Class” (e.g., sand risk)</a:t>
            </a:r>
          </a:p>
        </p:txBody>
      </p:sp>
      <p:sp>
        <p:nvSpPr>
          <p:cNvPr id="14" name="TextBox 13">
            <a:extLst>
              <a:ext uri="{FF2B5EF4-FFF2-40B4-BE49-F238E27FC236}">
                <a16:creationId xmlns:a16="http://schemas.microsoft.com/office/drawing/2014/main" id="{D8437F84-0185-4E15-9506-47C1FD5E5960}"/>
              </a:ext>
            </a:extLst>
          </p:cNvPr>
          <p:cNvSpPr txBox="1"/>
          <p:nvPr/>
        </p:nvSpPr>
        <p:spPr>
          <a:xfrm>
            <a:off x="396584" y="1030949"/>
            <a:ext cx="1663917" cy="307777"/>
          </a:xfrm>
          <a:prstGeom prst="rect">
            <a:avLst/>
          </a:prstGeom>
          <a:noFill/>
        </p:spPr>
        <p:txBody>
          <a:bodyPr wrap="none" rtlCol="0">
            <a:spAutoFit/>
          </a:bodyPr>
          <a:lstStyle/>
          <a:p>
            <a:r>
              <a:rPr lang="en-US" sz="1400" b="1" dirty="0"/>
              <a:t>Binary classification</a:t>
            </a:r>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1902BB78-2C2B-4B65-8AE4-C91383F7AD02}"/>
                  </a:ext>
                </a:extLst>
              </p:cNvPr>
              <p:cNvSpPr txBox="1"/>
              <p:nvPr/>
            </p:nvSpPr>
            <p:spPr>
              <a:xfrm>
                <a:off x="265604" y="4825255"/>
                <a:ext cx="152400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𝑦</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0</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1</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2</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𝑘</m:t>
                      </m:r>
                      <m:r>
                        <a:rPr lang="en-US" sz="1400" b="0" i="1" smtClean="0">
                          <a:latin typeface="Cambria Math" panose="02040503050406030204" pitchFamily="18" charset="0"/>
                          <a:ea typeface="Cambria Math" panose="02040503050406030204" pitchFamily="18" charset="0"/>
                        </a:rPr>
                        <m:t>}</m:t>
                      </m:r>
                    </m:oMath>
                  </m:oMathPara>
                </a14:m>
                <a:endParaRPr lang="en-US" sz="1400" dirty="0"/>
              </a:p>
            </p:txBody>
          </p:sp>
        </mc:Choice>
        <mc:Fallback>
          <p:sp>
            <p:nvSpPr>
              <p:cNvPr id="17" name="TextBox 16">
                <a:extLst>
                  <a:ext uri="{FF2B5EF4-FFF2-40B4-BE49-F238E27FC236}">
                    <a16:creationId xmlns:a16="http://schemas.microsoft.com/office/drawing/2014/main" id="{1902BB78-2C2B-4B65-8AE4-C91383F7AD02}"/>
                  </a:ext>
                </a:extLst>
              </p:cNvPr>
              <p:cNvSpPr txBox="1">
                <a:spLocks noRot="1" noChangeAspect="1" noMove="1" noResize="1" noEditPoints="1" noAdjustHandles="1" noChangeArrowheads="1" noChangeShapeType="1" noTextEdit="1"/>
              </p:cNvSpPr>
              <p:nvPr/>
            </p:nvSpPr>
            <p:spPr>
              <a:xfrm>
                <a:off x="265604" y="4825255"/>
                <a:ext cx="1524001" cy="307777"/>
              </a:xfrm>
              <a:prstGeom prst="rect">
                <a:avLst/>
              </a:prstGeom>
              <a:blipFill>
                <a:blip r:embed="rId4"/>
                <a:stretch>
                  <a:fillRect b="-8000"/>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2FF1E2D7-C799-45FB-B283-E44842853CC3}"/>
              </a:ext>
            </a:extLst>
          </p:cNvPr>
          <p:cNvSpPr txBox="1"/>
          <p:nvPr/>
        </p:nvSpPr>
        <p:spPr>
          <a:xfrm>
            <a:off x="265604" y="5113388"/>
            <a:ext cx="2062308" cy="1169551"/>
          </a:xfrm>
          <a:prstGeom prst="rect">
            <a:avLst/>
          </a:prstGeom>
          <a:noFill/>
        </p:spPr>
        <p:txBody>
          <a:bodyPr wrap="square">
            <a:spAutoFit/>
          </a:bodyPr>
          <a:lstStyle/>
          <a:p>
            <a:r>
              <a:rPr lang="en-US" sz="1400" dirty="0"/>
              <a:t>Rock type classification:</a:t>
            </a:r>
          </a:p>
          <a:p>
            <a:r>
              <a:rPr lang="en-US" sz="1400" dirty="0"/>
              <a:t>0: sandstone</a:t>
            </a:r>
          </a:p>
          <a:p>
            <a:r>
              <a:rPr lang="en-US" sz="1400" dirty="0"/>
              <a:t>1: limestone</a:t>
            </a:r>
            <a:br>
              <a:rPr lang="en-US" sz="1400" dirty="0"/>
            </a:br>
            <a:r>
              <a:rPr lang="en-US" sz="1400" dirty="0"/>
              <a:t>2: shale</a:t>
            </a:r>
          </a:p>
          <a:p>
            <a:r>
              <a:rPr lang="en-US" sz="1400" dirty="0"/>
              <a:t>3: dolomite</a:t>
            </a:r>
          </a:p>
        </p:txBody>
      </p:sp>
      <p:sp>
        <p:nvSpPr>
          <p:cNvPr id="19" name="TextBox 18">
            <a:extLst>
              <a:ext uri="{FF2B5EF4-FFF2-40B4-BE49-F238E27FC236}">
                <a16:creationId xmlns:a16="http://schemas.microsoft.com/office/drawing/2014/main" id="{3FDAF962-E052-4345-B83E-26B3B8EA1B4F}"/>
              </a:ext>
            </a:extLst>
          </p:cNvPr>
          <p:cNvSpPr txBox="1"/>
          <p:nvPr/>
        </p:nvSpPr>
        <p:spPr>
          <a:xfrm>
            <a:off x="265604" y="4432768"/>
            <a:ext cx="1996572" cy="307777"/>
          </a:xfrm>
          <a:prstGeom prst="rect">
            <a:avLst/>
          </a:prstGeom>
          <a:noFill/>
        </p:spPr>
        <p:txBody>
          <a:bodyPr wrap="none" rtlCol="0">
            <a:spAutoFit/>
          </a:bodyPr>
          <a:lstStyle/>
          <a:p>
            <a:r>
              <a:rPr lang="en-US" sz="1400" b="1" dirty="0"/>
              <a:t>Multi-class classification</a:t>
            </a:r>
          </a:p>
        </p:txBody>
      </p:sp>
      <p:sp>
        <p:nvSpPr>
          <p:cNvPr id="22" name="Arrow: Right 21">
            <a:extLst>
              <a:ext uri="{FF2B5EF4-FFF2-40B4-BE49-F238E27FC236}">
                <a16:creationId xmlns:a16="http://schemas.microsoft.com/office/drawing/2014/main" id="{DDA2D50A-EE75-4A71-9A22-A6622DC895BD}"/>
              </a:ext>
            </a:extLst>
          </p:cNvPr>
          <p:cNvSpPr/>
          <p:nvPr/>
        </p:nvSpPr>
        <p:spPr>
          <a:xfrm>
            <a:off x="3838312" y="2161476"/>
            <a:ext cx="931334" cy="556324"/>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9D3783A8-49C4-4076-BC80-86C5F68C9DCA}"/>
                  </a:ext>
                </a:extLst>
              </p:cNvPr>
              <p:cNvSpPr txBox="1"/>
              <p:nvPr/>
            </p:nvSpPr>
            <p:spPr>
              <a:xfrm>
                <a:off x="5746772" y="4529080"/>
                <a:ext cx="131670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𝜃</m:t>
                          </m:r>
                        </m:e>
                        <m:sup>
                          <m:r>
                            <a:rPr lang="en-US" b="0" i="1" smtClean="0">
                              <a:latin typeface="Cambria Math" panose="02040503050406030204" pitchFamily="18" charset="0"/>
                            </a:rPr>
                            <m:t>𝑇</m:t>
                          </m:r>
                        </m:sup>
                      </m:sSup>
                      <m:r>
                        <a:rPr lang="en-US" b="0" i="1" smtClean="0">
                          <a:latin typeface="Cambria Math" panose="02040503050406030204" pitchFamily="18" charset="0"/>
                        </a:rPr>
                        <m:t>𝑥</m:t>
                      </m:r>
                    </m:oMath>
                  </m:oMathPara>
                </a14:m>
                <a:endParaRPr lang="en-US" dirty="0"/>
              </a:p>
            </p:txBody>
          </p:sp>
        </mc:Choice>
        <mc:Fallback>
          <p:sp>
            <p:nvSpPr>
              <p:cNvPr id="23" name="TextBox 22">
                <a:extLst>
                  <a:ext uri="{FF2B5EF4-FFF2-40B4-BE49-F238E27FC236}">
                    <a16:creationId xmlns:a16="http://schemas.microsoft.com/office/drawing/2014/main" id="{9D3783A8-49C4-4076-BC80-86C5F68C9DCA}"/>
                  </a:ext>
                </a:extLst>
              </p:cNvPr>
              <p:cNvSpPr txBox="1">
                <a:spLocks noRot="1" noChangeAspect="1" noMove="1" noResize="1" noEditPoints="1" noAdjustHandles="1" noChangeArrowheads="1" noChangeShapeType="1" noTextEdit="1"/>
              </p:cNvSpPr>
              <p:nvPr/>
            </p:nvSpPr>
            <p:spPr>
              <a:xfrm>
                <a:off x="5746772" y="4529080"/>
                <a:ext cx="1316707" cy="276999"/>
              </a:xfrm>
              <a:prstGeom prst="rect">
                <a:avLst/>
              </a:prstGeom>
              <a:blipFill>
                <a:blip r:embed="rId5"/>
                <a:stretch>
                  <a:fillRect l="-4167" t="-2222" r="-1852" b="-17778"/>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854501E5-7C92-4907-A917-E701FFFA43F7}"/>
              </a:ext>
            </a:extLst>
          </p:cNvPr>
          <p:cNvSpPr txBox="1"/>
          <p:nvPr/>
        </p:nvSpPr>
        <p:spPr>
          <a:xfrm>
            <a:off x="5678389" y="4085654"/>
            <a:ext cx="1453475" cy="307777"/>
          </a:xfrm>
          <a:prstGeom prst="rect">
            <a:avLst/>
          </a:prstGeom>
          <a:noFill/>
        </p:spPr>
        <p:txBody>
          <a:bodyPr wrap="none" rtlCol="0">
            <a:spAutoFit/>
          </a:bodyPr>
          <a:lstStyle/>
          <a:p>
            <a:r>
              <a:rPr lang="en-US" sz="1400" b="1" dirty="0"/>
              <a:t>Linear regression</a:t>
            </a:r>
          </a:p>
        </p:txBody>
      </p:sp>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E03451DC-0086-4B73-9C64-7CD1EE5F91EB}"/>
                  </a:ext>
                </a:extLst>
              </p:cNvPr>
              <p:cNvSpPr txBox="1"/>
              <p:nvPr/>
            </p:nvSpPr>
            <p:spPr>
              <a:xfrm>
                <a:off x="7808947" y="4310350"/>
                <a:ext cx="2996398" cy="646331"/>
              </a:xfrm>
              <a:prstGeom prst="rect">
                <a:avLst/>
              </a:prstGeom>
              <a:noFill/>
            </p:spPr>
            <p:txBody>
              <a:bodyPr wrap="none" rtlCol="0">
                <a:spAutoFit/>
              </a:bodyPr>
              <a:lstStyle/>
              <a:p>
                <a:pPr marL="285750" indent="-285750">
                  <a:buFont typeface="Arial" panose="020B0604020202020204" pitchFamily="34" charset="0"/>
                  <a:buChar char="•"/>
                </a:pPr>
                <a:r>
                  <a:rPr lang="en-US" dirty="0"/>
                  <a:t>If</a:t>
                </a:r>
                <a:r>
                  <a:rPr lang="en-US" b="0"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0" smtClean="0">
                        <a:latin typeface="Cambria Math" panose="02040503050406030204" pitchFamily="18" charset="0"/>
                      </a:rPr>
                      <m:t>≥</m:t>
                    </m:r>
                    <m:r>
                      <a:rPr lang="en-US" b="0" i="0" smtClean="0">
                        <a:latin typeface="Cambria Math" panose="02040503050406030204" pitchFamily="18" charset="0"/>
                      </a:rPr>
                      <m:t>0</m:t>
                    </m:r>
                    <m:r>
                      <a:rPr lang="en-US" b="0" i="0" smtClean="0">
                        <a:latin typeface="Cambria Math" panose="02040503050406030204" pitchFamily="18" charset="0"/>
                      </a:rPr>
                      <m:t>.</m:t>
                    </m:r>
                    <m:r>
                      <a:rPr lang="en-US" b="0" i="0" smtClean="0">
                        <a:latin typeface="Cambria Math" panose="02040503050406030204" pitchFamily="18" charset="0"/>
                      </a:rPr>
                      <m:t>5</m:t>
                    </m:r>
                  </m:oMath>
                </a14:m>
                <a:r>
                  <a:rPr lang="en-US" dirty="0"/>
                  <a:t>, predict y=1</a:t>
                </a:r>
              </a:p>
              <a:p>
                <a:pPr marL="285750" indent="-285750">
                  <a:buFont typeface="Arial" panose="020B0604020202020204" pitchFamily="34" charset="0"/>
                  <a:buChar char="•"/>
                </a:pPr>
                <a:r>
                  <a:rPr lang="en-US" dirty="0"/>
                  <a:t>If</a:t>
                </a:r>
                <a:r>
                  <a:rPr lang="en-US" b="0"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0" smtClean="0">
                        <a:latin typeface="Cambria Math" panose="02040503050406030204" pitchFamily="18" charset="0"/>
                      </a:rPr>
                      <m:t>&lt;</m:t>
                    </m:r>
                    <m:r>
                      <a:rPr lang="en-US" b="0" i="0" smtClean="0">
                        <a:latin typeface="Cambria Math" panose="02040503050406030204" pitchFamily="18" charset="0"/>
                      </a:rPr>
                      <m:t>0</m:t>
                    </m:r>
                    <m:r>
                      <a:rPr lang="en-US" b="0" i="0" smtClean="0">
                        <a:latin typeface="Cambria Math" panose="02040503050406030204" pitchFamily="18" charset="0"/>
                      </a:rPr>
                      <m:t>.</m:t>
                    </m:r>
                    <m:r>
                      <a:rPr lang="en-US" b="0" i="0" smtClean="0">
                        <a:latin typeface="Cambria Math" panose="02040503050406030204" pitchFamily="18" charset="0"/>
                      </a:rPr>
                      <m:t>5</m:t>
                    </m:r>
                  </m:oMath>
                </a14:m>
                <a:r>
                  <a:rPr lang="en-US" dirty="0"/>
                  <a:t>, predict y=0</a:t>
                </a:r>
              </a:p>
            </p:txBody>
          </p:sp>
        </mc:Choice>
        <mc:Fallback>
          <p:sp>
            <p:nvSpPr>
              <p:cNvPr id="25" name="TextBox 24">
                <a:extLst>
                  <a:ext uri="{FF2B5EF4-FFF2-40B4-BE49-F238E27FC236}">
                    <a16:creationId xmlns:a16="http://schemas.microsoft.com/office/drawing/2014/main" id="{E03451DC-0086-4B73-9C64-7CD1EE5F91EB}"/>
                  </a:ext>
                </a:extLst>
              </p:cNvPr>
              <p:cNvSpPr txBox="1">
                <a:spLocks noRot="1" noChangeAspect="1" noMove="1" noResize="1" noEditPoints="1" noAdjustHandles="1" noChangeArrowheads="1" noChangeShapeType="1" noTextEdit="1"/>
              </p:cNvSpPr>
              <p:nvPr/>
            </p:nvSpPr>
            <p:spPr>
              <a:xfrm>
                <a:off x="7808947" y="4310350"/>
                <a:ext cx="2996398" cy="646331"/>
              </a:xfrm>
              <a:prstGeom prst="rect">
                <a:avLst/>
              </a:prstGeom>
              <a:blipFill>
                <a:blip r:embed="rId6"/>
                <a:stretch>
                  <a:fillRect l="-1423" t="-4717" r="-610" b="-1415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3088FE36-73FC-4393-9B88-66EC56312E1B}"/>
                  </a:ext>
                </a:extLst>
              </p:cNvPr>
              <p:cNvSpPr txBox="1"/>
              <p:nvPr/>
            </p:nvSpPr>
            <p:spPr>
              <a:xfrm>
                <a:off x="5678389" y="5351052"/>
                <a:ext cx="3177024" cy="738664"/>
              </a:xfrm>
              <a:prstGeom prst="rect">
                <a:avLst/>
              </a:prstGeom>
              <a:noFill/>
            </p:spPr>
            <p:txBody>
              <a:bodyPr wrap="none" rtlCol="0">
                <a:spAutoFit/>
              </a:bodyPr>
              <a:lstStyle/>
              <a:p>
                <a:r>
                  <a:rPr lang="en-US" sz="1400" b="0" dirty="0">
                    <a:latin typeface="Cambria Math" panose="02040503050406030204" pitchFamily="18" charset="0"/>
                  </a:rPr>
                  <a:t>Also output of linear regression can be:</a:t>
                </a:r>
              </a:p>
              <a:p>
                <a:pPr marL="285750" indent="-285750">
                  <a:buFont typeface="Arial" panose="020B0604020202020204" pitchFamily="34" charset="0"/>
                  <a:buChar char="•"/>
                </a:pP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h</m:t>
                        </m:r>
                      </m:e>
                      <m:sub>
                        <m:r>
                          <a:rPr lang="en-US" sz="1400" b="0" i="1" smtClean="0">
                            <a:latin typeface="Cambria Math" panose="02040503050406030204" pitchFamily="18" charset="0"/>
                          </a:rPr>
                          <m:t>𝜃</m:t>
                        </m:r>
                      </m:sub>
                    </m:sSub>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𝑥</m:t>
                        </m:r>
                      </m:e>
                    </m:d>
                    <m:r>
                      <a:rPr lang="en-US" sz="1400" b="0" i="0" smtClean="0">
                        <a:latin typeface="Cambria Math" panose="02040503050406030204" pitchFamily="18" charset="0"/>
                      </a:rPr>
                      <m:t>&gt;</m:t>
                    </m:r>
                    <m:r>
                      <a:rPr lang="en-US" sz="1400" b="0" i="0" smtClean="0">
                        <a:latin typeface="Cambria Math" panose="02040503050406030204" pitchFamily="18" charset="0"/>
                      </a:rPr>
                      <m:t>1</m:t>
                    </m:r>
                  </m:oMath>
                </a14:m>
                <a:endParaRPr lang="en-US" sz="1400" dirty="0"/>
              </a:p>
              <a:p>
                <a:pPr marL="285750" indent="-285750">
                  <a:buFont typeface="Arial" panose="020B0604020202020204" pitchFamily="34" charset="0"/>
                  <a:buChar char="•"/>
                </a:pP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h</m:t>
                        </m:r>
                      </m:e>
                      <m:sub>
                        <m:r>
                          <a:rPr lang="en-US" sz="1400" b="0" i="1" smtClean="0">
                            <a:latin typeface="Cambria Math" panose="02040503050406030204" pitchFamily="18" charset="0"/>
                          </a:rPr>
                          <m:t>𝜃</m:t>
                        </m:r>
                      </m:sub>
                    </m:sSub>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𝑥</m:t>
                        </m:r>
                      </m:e>
                    </m:d>
                    <m:r>
                      <a:rPr lang="en-US" sz="1400" b="0" i="0" smtClean="0">
                        <a:latin typeface="Cambria Math" panose="02040503050406030204" pitchFamily="18" charset="0"/>
                      </a:rPr>
                      <m:t>&lt;</m:t>
                    </m:r>
                    <m:r>
                      <a:rPr lang="en-US" sz="1400" b="0" i="0" smtClean="0">
                        <a:latin typeface="Cambria Math" panose="02040503050406030204" pitchFamily="18" charset="0"/>
                      </a:rPr>
                      <m:t>0</m:t>
                    </m:r>
                  </m:oMath>
                </a14:m>
                <a:endParaRPr lang="en-US" sz="1400" b="0" dirty="0"/>
              </a:p>
            </p:txBody>
          </p:sp>
        </mc:Choice>
        <mc:Fallback>
          <p:sp>
            <p:nvSpPr>
              <p:cNvPr id="26" name="TextBox 25">
                <a:extLst>
                  <a:ext uri="{FF2B5EF4-FFF2-40B4-BE49-F238E27FC236}">
                    <a16:creationId xmlns:a16="http://schemas.microsoft.com/office/drawing/2014/main" id="{3088FE36-73FC-4393-9B88-66EC56312E1B}"/>
                  </a:ext>
                </a:extLst>
              </p:cNvPr>
              <p:cNvSpPr txBox="1">
                <a:spLocks noRot="1" noChangeAspect="1" noMove="1" noResize="1" noEditPoints="1" noAdjustHandles="1" noChangeArrowheads="1" noChangeShapeType="1" noTextEdit="1"/>
              </p:cNvSpPr>
              <p:nvPr/>
            </p:nvSpPr>
            <p:spPr>
              <a:xfrm>
                <a:off x="5678389" y="5351052"/>
                <a:ext cx="3177024" cy="738664"/>
              </a:xfrm>
              <a:prstGeom prst="rect">
                <a:avLst/>
              </a:prstGeom>
              <a:blipFill>
                <a:blip r:embed="rId7"/>
                <a:stretch>
                  <a:fillRect l="-575" t="-2479" b="-4959"/>
                </a:stretch>
              </a:blipFill>
            </p:spPr>
            <p:txBody>
              <a:bodyPr/>
              <a:lstStyle/>
              <a:p>
                <a:r>
                  <a:rPr lang="en-US">
                    <a:noFill/>
                  </a:rPr>
                  <a:t> </a:t>
                </a:r>
              </a:p>
            </p:txBody>
          </p:sp>
        </mc:Fallback>
      </mc:AlternateContent>
      <p:sp>
        <p:nvSpPr>
          <p:cNvPr id="29" name="Title 1">
            <a:extLst>
              <a:ext uri="{FF2B5EF4-FFF2-40B4-BE49-F238E27FC236}">
                <a16:creationId xmlns:a16="http://schemas.microsoft.com/office/drawing/2014/main" id="{BC645160-F3F8-4CA7-A4D6-049E50826EE7}"/>
              </a:ext>
            </a:extLst>
          </p:cNvPr>
          <p:cNvSpPr txBox="1">
            <a:spLocks/>
          </p:cNvSpPr>
          <p:nvPr/>
        </p:nvSpPr>
        <p:spPr>
          <a:xfrm>
            <a:off x="127425" y="127645"/>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200" dirty="0">
                <a:solidFill>
                  <a:sysClr val="windowText" lastClr="000000"/>
                </a:solidFill>
                <a:latin typeface="Posterama"/>
              </a:rPr>
              <a:t>Classification</a:t>
            </a:r>
            <a:endParaRPr kumimoji="0" lang="en-US" sz="3200" b="1" i="0" u="none" strike="noStrike" kern="1200" cap="all" spc="0" normalizeH="0" baseline="0" noProof="0" dirty="0">
              <a:ln>
                <a:noFill/>
              </a:ln>
              <a:solidFill>
                <a:sysClr val="windowText" lastClr="000000"/>
              </a:solidFill>
              <a:effectLst/>
              <a:uLnTx/>
              <a:uFillTx/>
              <a:latin typeface="Posterama"/>
              <a:ea typeface="+mj-ea"/>
              <a:cs typeface="+mj-cs"/>
            </a:endParaRPr>
          </a:p>
        </p:txBody>
      </p:sp>
      <p:graphicFrame>
        <p:nvGraphicFramePr>
          <p:cNvPr id="31" name="Table 30">
            <a:extLst>
              <a:ext uri="{FF2B5EF4-FFF2-40B4-BE49-F238E27FC236}">
                <a16:creationId xmlns:a16="http://schemas.microsoft.com/office/drawing/2014/main" id="{651DE171-3E26-4CE7-8D84-54DEA29E0FDB}"/>
              </a:ext>
            </a:extLst>
          </p:cNvPr>
          <p:cNvGraphicFramePr>
            <a:graphicFrameLocks noGrp="1"/>
          </p:cNvGraphicFramePr>
          <p:nvPr/>
        </p:nvGraphicFramePr>
        <p:xfrm>
          <a:off x="755296" y="2362281"/>
          <a:ext cx="2120259" cy="1920240"/>
        </p:xfrm>
        <a:graphic>
          <a:graphicData uri="http://schemas.openxmlformats.org/drawingml/2006/table">
            <a:tbl>
              <a:tblPr>
                <a:tableStyleId>{69CF1AB2-1976-4502-BF36-3FF5EA218861}</a:tableStyleId>
              </a:tblPr>
              <a:tblGrid>
                <a:gridCol w="983742">
                  <a:extLst>
                    <a:ext uri="{9D8B030D-6E8A-4147-A177-3AD203B41FA5}">
                      <a16:colId xmlns:a16="http://schemas.microsoft.com/office/drawing/2014/main" val="2073464926"/>
                    </a:ext>
                  </a:extLst>
                </a:gridCol>
                <a:gridCol w="1136517">
                  <a:extLst>
                    <a:ext uri="{9D8B030D-6E8A-4147-A177-3AD203B41FA5}">
                      <a16:colId xmlns:a16="http://schemas.microsoft.com/office/drawing/2014/main" val="1927400309"/>
                    </a:ext>
                  </a:extLst>
                </a:gridCol>
              </a:tblGrid>
              <a:tr h="213007">
                <a:tc>
                  <a:txBody>
                    <a:bodyPr/>
                    <a:lstStyle/>
                    <a:p>
                      <a:pPr>
                        <a:buNone/>
                      </a:pPr>
                      <a:r>
                        <a:rPr lang="en-US" sz="1200" b="1" dirty="0"/>
                        <a:t>Water cut %</a:t>
                      </a:r>
                    </a:p>
                  </a:txBody>
                  <a:tcPr anchor="ctr"/>
                </a:tc>
                <a:tc>
                  <a:txBody>
                    <a:bodyPr/>
                    <a:lstStyle/>
                    <a:p>
                      <a:pPr>
                        <a:buNone/>
                      </a:pPr>
                      <a:r>
                        <a:rPr lang="en-US" sz="1200" b="1" dirty="0"/>
                        <a:t>Sand risk </a:t>
                      </a:r>
                    </a:p>
                  </a:txBody>
                  <a:tcPr anchor="ctr"/>
                </a:tc>
                <a:extLst>
                  <a:ext uri="{0D108BD9-81ED-4DB2-BD59-A6C34878D82A}">
                    <a16:rowId xmlns:a16="http://schemas.microsoft.com/office/drawing/2014/main" val="1751549957"/>
                  </a:ext>
                </a:extLst>
              </a:tr>
              <a:tr h="213007">
                <a:tc>
                  <a:txBody>
                    <a:bodyPr/>
                    <a:lstStyle/>
                    <a:p>
                      <a:pPr>
                        <a:buNone/>
                      </a:pPr>
                      <a:r>
                        <a:rPr lang="en-US" sz="1200" dirty="0"/>
                        <a:t>10</a:t>
                      </a:r>
                    </a:p>
                  </a:txBody>
                  <a:tcPr anchor="ctr"/>
                </a:tc>
                <a:tc>
                  <a:txBody>
                    <a:bodyPr/>
                    <a:lstStyle/>
                    <a:p>
                      <a:pPr>
                        <a:buNone/>
                      </a:pPr>
                      <a:r>
                        <a:rPr lang="en-US" sz="1200" dirty="0"/>
                        <a:t>No (0)</a:t>
                      </a:r>
                    </a:p>
                  </a:txBody>
                  <a:tcPr anchor="ctr"/>
                </a:tc>
                <a:extLst>
                  <a:ext uri="{0D108BD9-81ED-4DB2-BD59-A6C34878D82A}">
                    <a16:rowId xmlns:a16="http://schemas.microsoft.com/office/drawing/2014/main" val="3964969277"/>
                  </a:ext>
                </a:extLst>
              </a:tr>
              <a:tr h="213007">
                <a:tc>
                  <a:txBody>
                    <a:bodyPr/>
                    <a:lstStyle/>
                    <a:p>
                      <a:pPr>
                        <a:buNone/>
                      </a:pPr>
                      <a:r>
                        <a:rPr lang="en-US" sz="1200" dirty="0"/>
                        <a:t>25</a:t>
                      </a:r>
                    </a:p>
                  </a:txBody>
                  <a:tcPr anchor="ctr"/>
                </a:tc>
                <a:tc>
                  <a:txBody>
                    <a:bodyPr/>
                    <a:lstStyle/>
                    <a:p>
                      <a:pPr>
                        <a:buNone/>
                      </a:pPr>
                      <a:r>
                        <a:rPr lang="en-US" sz="1200" dirty="0"/>
                        <a:t>No (0)</a:t>
                      </a:r>
                    </a:p>
                  </a:txBody>
                  <a:tcPr anchor="ctr"/>
                </a:tc>
                <a:extLst>
                  <a:ext uri="{0D108BD9-81ED-4DB2-BD59-A6C34878D82A}">
                    <a16:rowId xmlns:a16="http://schemas.microsoft.com/office/drawing/2014/main" val="1145722908"/>
                  </a:ext>
                </a:extLst>
              </a:tr>
              <a:tr h="213007">
                <a:tc>
                  <a:txBody>
                    <a:bodyPr/>
                    <a:lstStyle/>
                    <a:p>
                      <a:pPr>
                        <a:buNone/>
                      </a:pPr>
                      <a:r>
                        <a:rPr lang="en-US" sz="1200" dirty="0"/>
                        <a:t>30</a:t>
                      </a:r>
                    </a:p>
                  </a:txBody>
                  <a:tcPr anchor="ctr"/>
                </a:tc>
                <a:tc>
                  <a:txBody>
                    <a:bodyPr/>
                    <a:lstStyle/>
                    <a:p>
                      <a:pPr>
                        <a:buNone/>
                      </a:pPr>
                      <a:r>
                        <a:rPr lang="en-US" sz="1200" dirty="0"/>
                        <a:t>No (0)</a:t>
                      </a:r>
                    </a:p>
                  </a:txBody>
                  <a:tcPr anchor="ctr"/>
                </a:tc>
                <a:extLst>
                  <a:ext uri="{0D108BD9-81ED-4DB2-BD59-A6C34878D82A}">
                    <a16:rowId xmlns:a16="http://schemas.microsoft.com/office/drawing/2014/main" val="2328352834"/>
                  </a:ext>
                </a:extLst>
              </a:tr>
              <a:tr h="213007">
                <a:tc>
                  <a:txBody>
                    <a:bodyPr/>
                    <a:lstStyle/>
                    <a:p>
                      <a:pPr>
                        <a:buNone/>
                      </a:pPr>
                      <a:r>
                        <a:rPr lang="en-US" sz="1200" dirty="0"/>
                        <a:t>45</a:t>
                      </a:r>
                    </a:p>
                  </a:txBody>
                  <a:tcPr anchor="ctr"/>
                </a:tc>
                <a:tc>
                  <a:txBody>
                    <a:bodyPr/>
                    <a:lstStyle/>
                    <a:p>
                      <a:pPr>
                        <a:buNone/>
                      </a:pPr>
                      <a:r>
                        <a:rPr lang="en-US" sz="1200" dirty="0"/>
                        <a:t>Yes (1)</a:t>
                      </a:r>
                    </a:p>
                  </a:txBody>
                  <a:tcPr anchor="ctr"/>
                </a:tc>
                <a:extLst>
                  <a:ext uri="{0D108BD9-81ED-4DB2-BD59-A6C34878D82A}">
                    <a16:rowId xmlns:a16="http://schemas.microsoft.com/office/drawing/2014/main" val="3456304390"/>
                  </a:ext>
                </a:extLst>
              </a:tr>
              <a:tr h="213007">
                <a:tc>
                  <a:txBody>
                    <a:bodyPr/>
                    <a:lstStyle/>
                    <a:p>
                      <a:pPr>
                        <a:buNone/>
                      </a:pPr>
                      <a:r>
                        <a:rPr lang="en-US" sz="1200" dirty="0"/>
                        <a:t>70</a:t>
                      </a:r>
                    </a:p>
                  </a:txBody>
                  <a:tcPr anchor="ctr"/>
                </a:tc>
                <a:tc>
                  <a:txBody>
                    <a:bodyPr/>
                    <a:lstStyle/>
                    <a:p>
                      <a:pPr>
                        <a:buNone/>
                      </a:pPr>
                      <a:r>
                        <a:rPr lang="en-US" sz="1200" dirty="0"/>
                        <a:t>Yes (1)</a:t>
                      </a:r>
                    </a:p>
                  </a:txBody>
                  <a:tcPr anchor="ctr"/>
                </a:tc>
                <a:extLst>
                  <a:ext uri="{0D108BD9-81ED-4DB2-BD59-A6C34878D82A}">
                    <a16:rowId xmlns:a16="http://schemas.microsoft.com/office/drawing/2014/main" val="3637055917"/>
                  </a:ext>
                </a:extLst>
              </a:tr>
              <a:tr h="213007">
                <a:tc>
                  <a:txBody>
                    <a:bodyPr/>
                    <a:lstStyle/>
                    <a:p>
                      <a:pPr>
                        <a:buNone/>
                      </a:pPr>
                      <a:r>
                        <a:rPr lang="en-US" sz="1200" dirty="0"/>
                        <a:t>75</a:t>
                      </a:r>
                    </a:p>
                  </a:txBody>
                  <a:tcPr anchor="ctr"/>
                </a:tc>
                <a:tc>
                  <a:txBody>
                    <a:bodyPr/>
                    <a:lstStyle/>
                    <a:p>
                      <a:pPr>
                        <a:buNone/>
                      </a:pPr>
                      <a:r>
                        <a:rPr lang="en-US" sz="1200" dirty="0"/>
                        <a:t>Yes (1)</a:t>
                      </a:r>
                    </a:p>
                  </a:txBody>
                  <a:tcPr anchor="ctr"/>
                </a:tc>
                <a:extLst>
                  <a:ext uri="{0D108BD9-81ED-4DB2-BD59-A6C34878D82A}">
                    <a16:rowId xmlns:a16="http://schemas.microsoft.com/office/drawing/2014/main" val="2802259782"/>
                  </a:ext>
                </a:extLst>
              </a:tr>
            </a:tbl>
          </a:graphicData>
        </a:graphic>
      </p:graphicFrame>
      <p:sp>
        <p:nvSpPr>
          <p:cNvPr id="32" name="Slide Number Placeholder 31">
            <a:extLst>
              <a:ext uri="{FF2B5EF4-FFF2-40B4-BE49-F238E27FC236}">
                <a16:creationId xmlns:a16="http://schemas.microsoft.com/office/drawing/2014/main" id="{623F9098-9F19-4DF1-80C3-E60E7DF6FE29}"/>
              </a:ext>
            </a:extLst>
          </p:cNvPr>
          <p:cNvSpPr>
            <a:spLocks noGrp="1"/>
          </p:cNvSpPr>
          <p:nvPr>
            <p:ph type="sldNum" sz="quarter" idx="12"/>
          </p:nvPr>
        </p:nvSpPr>
        <p:spPr/>
        <p:txBody>
          <a:bodyPr/>
          <a:lstStyle/>
          <a:p>
            <a:fld id="{836600DF-5D53-42A4-B23C-8345E9EFB9A6}" type="slidenum">
              <a:rPr lang="en-US" smtClean="0"/>
              <a:t>7</a:t>
            </a:fld>
            <a:endParaRPr lang="en-US"/>
          </a:p>
        </p:txBody>
      </p:sp>
    </p:spTree>
    <p:extLst>
      <p:ext uri="{BB962C8B-B14F-4D97-AF65-F5344CB8AC3E}">
        <p14:creationId xmlns:p14="http://schemas.microsoft.com/office/powerpoint/2010/main" val="1257391602"/>
      </p:ext>
    </p:extLst>
  </p:cSld>
  <p:clrMapOvr>
    <a:masterClrMapping/>
  </p:clrMapOvr>
  <p:transition>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3877371-B107-4816-840A-2D10F5D4A5DD}"/>
                  </a:ext>
                </a:extLst>
              </p:cNvPr>
              <p:cNvSpPr txBox="1"/>
              <p:nvPr/>
            </p:nvSpPr>
            <p:spPr>
              <a:xfrm>
                <a:off x="1040749" y="2328026"/>
                <a:ext cx="131670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𝜃</m:t>
                          </m:r>
                        </m:e>
                        <m:sup>
                          <m:r>
                            <a:rPr lang="en-US" b="0" i="1" smtClean="0">
                              <a:latin typeface="Cambria Math" panose="02040503050406030204" pitchFamily="18" charset="0"/>
                            </a:rPr>
                            <m:t>𝑇</m:t>
                          </m:r>
                        </m:sup>
                      </m:sSup>
                      <m:r>
                        <a:rPr lang="en-US" b="0" i="1" smtClean="0">
                          <a:latin typeface="Cambria Math" panose="02040503050406030204" pitchFamily="18" charset="0"/>
                        </a:rPr>
                        <m:t>𝑥</m:t>
                      </m:r>
                    </m:oMath>
                  </m:oMathPara>
                </a14:m>
                <a:endParaRPr lang="en-US" dirty="0"/>
              </a:p>
            </p:txBody>
          </p:sp>
        </mc:Choice>
        <mc:Fallback xmlns="">
          <p:sp>
            <p:nvSpPr>
              <p:cNvPr id="4" name="TextBox 3">
                <a:extLst>
                  <a:ext uri="{FF2B5EF4-FFF2-40B4-BE49-F238E27FC236}">
                    <a16:creationId xmlns:a16="http://schemas.microsoft.com/office/drawing/2014/main" id="{33877371-B107-4816-840A-2D10F5D4A5DD}"/>
                  </a:ext>
                </a:extLst>
              </p:cNvPr>
              <p:cNvSpPr txBox="1">
                <a:spLocks noRot="1" noChangeAspect="1" noMove="1" noResize="1" noEditPoints="1" noAdjustHandles="1" noChangeArrowheads="1" noChangeShapeType="1" noTextEdit="1"/>
              </p:cNvSpPr>
              <p:nvPr/>
            </p:nvSpPr>
            <p:spPr>
              <a:xfrm>
                <a:off x="1040749" y="2328026"/>
                <a:ext cx="1316707" cy="276999"/>
              </a:xfrm>
              <a:prstGeom prst="rect">
                <a:avLst/>
              </a:prstGeom>
              <a:blipFill>
                <a:blip r:embed="rId2"/>
                <a:stretch>
                  <a:fillRect l="-4167" t="-4444" r="-185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C35EAE3-92E5-4E4C-BC64-ABDED59E1B51}"/>
                  </a:ext>
                </a:extLst>
              </p:cNvPr>
              <p:cNvSpPr txBox="1"/>
              <p:nvPr/>
            </p:nvSpPr>
            <p:spPr>
              <a:xfrm>
                <a:off x="3436816" y="2328025"/>
                <a:ext cx="165410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𝑔</m:t>
                          </m:r>
                          <m:r>
                            <a:rPr lang="en-US" b="0" i="1" smtClean="0">
                              <a:latin typeface="Cambria Math" panose="02040503050406030204" pitchFamily="18" charset="0"/>
                            </a:rPr>
                            <m:t>(</m:t>
                          </m:r>
                          <m:r>
                            <a:rPr lang="en-US" b="0" i="1" smtClean="0">
                              <a:latin typeface="Cambria Math" panose="02040503050406030204" pitchFamily="18" charset="0"/>
                            </a:rPr>
                            <m:t>𝜃</m:t>
                          </m:r>
                        </m:e>
                        <m:sup>
                          <m:r>
                            <a:rPr lang="en-US" b="0" i="1" smtClean="0">
                              <a:latin typeface="Cambria Math" panose="02040503050406030204" pitchFamily="18" charset="0"/>
                            </a:rPr>
                            <m:t>𝑇</m:t>
                          </m:r>
                        </m:sup>
                      </m:sSup>
                      <m:r>
                        <a:rPr lang="en-US" b="0" i="1" smtClean="0">
                          <a:latin typeface="Cambria Math" panose="02040503050406030204" pitchFamily="18" charset="0"/>
                        </a:rPr>
                        <m:t>𝑥</m:t>
                      </m:r>
                      <m:r>
                        <a:rPr lang="en-US" b="0" i="1" smtClean="0">
                          <a:latin typeface="Cambria Math" panose="02040503050406030204" pitchFamily="18" charset="0"/>
                        </a:rPr>
                        <m:t>)</m:t>
                      </m:r>
                    </m:oMath>
                  </m:oMathPara>
                </a14:m>
                <a:endParaRPr lang="en-US" dirty="0"/>
              </a:p>
            </p:txBody>
          </p:sp>
        </mc:Choice>
        <mc:Fallback xmlns="">
          <p:sp>
            <p:nvSpPr>
              <p:cNvPr id="5" name="TextBox 4">
                <a:extLst>
                  <a:ext uri="{FF2B5EF4-FFF2-40B4-BE49-F238E27FC236}">
                    <a16:creationId xmlns:a16="http://schemas.microsoft.com/office/drawing/2014/main" id="{DC35EAE3-92E5-4E4C-BC64-ABDED59E1B51}"/>
                  </a:ext>
                </a:extLst>
              </p:cNvPr>
              <p:cNvSpPr txBox="1">
                <a:spLocks noRot="1" noChangeAspect="1" noMove="1" noResize="1" noEditPoints="1" noAdjustHandles="1" noChangeArrowheads="1" noChangeShapeType="1" noTextEdit="1"/>
              </p:cNvSpPr>
              <p:nvPr/>
            </p:nvSpPr>
            <p:spPr>
              <a:xfrm>
                <a:off x="3436816" y="2328025"/>
                <a:ext cx="1654107" cy="276999"/>
              </a:xfrm>
              <a:prstGeom prst="rect">
                <a:avLst/>
              </a:prstGeom>
              <a:blipFill>
                <a:blip r:embed="rId3"/>
                <a:stretch>
                  <a:fillRect l="-3321" t="-4444" r="-4797" b="-35556"/>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350C8526-D6E6-46AC-AF0B-9EBE909A23E3}"/>
              </a:ext>
            </a:extLst>
          </p:cNvPr>
          <p:cNvSpPr txBox="1"/>
          <p:nvPr/>
        </p:nvSpPr>
        <p:spPr>
          <a:xfrm>
            <a:off x="929381" y="1990864"/>
            <a:ext cx="1453475" cy="307777"/>
          </a:xfrm>
          <a:prstGeom prst="rect">
            <a:avLst/>
          </a:prstGeom>
          <a:noFill/>
        </p:spPr>
        <p:txBody>
          <a:bodyPr wrap="none" rtlCol="0">
            <a:spAutoFit/>
          </a:bodyPr>
          <a:lstStyle/>
          <a:p>
            <a:r>
              <a:rPr lang="en-US" sz="1400" b="1" dirty="0"/>
              <a:t>Linear regression</a:t>
            </a:r>
          </a:p>
        </p:txBody>
      </p:sp>
      <p:sp>
        <p:nvSpPr>
          <p:cNvPr id="7" name="TextBox 6">
            <a:extLst>
              <a:ext uri="{FF2B5EF4-FFF2-40B4-BE49-F238E27FC236}">
                <a16:creationId xmlns:a16="http://schemas.microsoft.com/office/drawing/2014/main" id="{E4F03422-9CFD-444E-BA81-0E3587BD431E}"/>
              </a:ext>
            </a:extLst>
          </p:cNvPr>
          <p:cNvSpPr txBox="1"/>
          <p:nvPr/>
        </p:nvSpPr>
        <p:spPr>
          <a:xfrm>
            <a:off x="3537131" y="1990863"/>
            <a:ext cx="1549270" cy="307777"/>
          </a:xfrm>
          <a:prstGeom prst="rect">
            <a:avLst/>
          </a:prstGeom>
          <a:noFill/>
        </p:spPr>
        <p:txBody>
          <a:bodyPr wrap="none" rtlCol="0">
            <a:spAutoFit/>
          </a:bodyPr>
          <a:lstStyle/>
          <a:p>
            <a:r>
              <a:rPr lang="en-US" sz="1400" b="1" dirty="0"/>
              <a:t>Logistic regression</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F2F3E24-1D05-4C2D-AA7D-34271976F8BF}"/>
                  </a:ext>
                </a:extLst>
              </p:cNvPr>
              <p:cNvSpPr txBox="1"/>
              <p:nvPr/>
            </p:nvSpPr>
            <p:spPr>
              <a:xfrm>
                <a:off x="1893835" y="1342774"/>
                <a:ext cx="2006600" cy="369332"/>
              </a:xfrm>
              <a:prstGeom prst="rect">
                <a:avLst/>
              </a:prstGeom>
              <a:noFill/>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1</m:t>
                      </m:r>
                    </m:oMath>
                  </m:oMathPara>
                </a14:m>
                <a:endParaRPr lang="en-US" dirty="0"/>
              </a:p>
            </p:txBody>
          </p:sp>
        </mc:Choice>
        <mc:Fallback xmlns="">
          <p:sp>
            <p:nvSpPr>
              <p:cNvPr id="9" name="TextBox 8">
                <a:extLst>
                  <a:ext uri="{FF2B5EF4-FFF2-40B4-BE49-F238E27FC236}">
                    <a16:creationId xmlns:a16="http://schemas.microsoft.com/office/drawing/2014/main" id="{DF2F3E24-1D05-4C2D-AA7D-34271976F8BF}"/>
                  </a:ext>
                </a:extLst>
              </p:cNvPr>
              <p:cNvSpPr txBox="1">
                <a:spLocks noRot="1" noChangeAspect="1" noMove="1" noResize="1" noEditPoints="1" noAdjustHandles="1" noChangeArrowheads="1" noChangeShapeType="1" noTextEdit="1"/>
              </p:cNvSpPr>
              <p:nvPr/>
            </p:nvSpPr>
            <p:spPr>
              <a:xfrm>
                <a:off x="1893835" y="1342774"/>
                <a:ext cx="2006600" cy="369332"/>
              </a:xfrm>
              <a:prstGeom prst="rect">
                <a:avLst/>
              </a:prstGeom>
              <a:blipFill>
                <a:blip r:embed="rId4"/>
                <a:stretch>
                  <a:fillRect/>
                </a:stretch>
              </a:blipFill>
              <a:ln>
                <a:solidFill>
                  <a:schemeClr val="tx1"/>
                </a:solidFill>
              </a:ln>
            </p:spPr>
            <p:txBody>
              <a:bodyPr/>
              <a:lstStyle/>
              <a:p>
                <a:r>
                  <a:rPr lang="en-US">
                    <a:noFill/>
                  </a:rPr>
                  <a:t> </a:t>
                </a:r>
              </a:p>
            </p:txBody>
          </p:sp>
        </mc:Fallback>
      </mc:AlternateContent>
      <p:sp>
        <p:nvSpPr>
          <p:cNvPr id="10" name="Arrow: Right 9">
            <a:extLst>
              <a:ext uri="{FF2B5EF4-FFF2-40B4-BE49-F238E27FC236}">
                <a16:creationId xmlns:a16="http://schemas.microsoft.com/office/drawing/2014/main" id="{C28632D6-092C-4399-B2A8-20E768BE9517}"/>
              </a:ext>
            </a:extLst>
          </p:cNvPr>
          <p:cNvSpPr/>
          <p:nvPr/>
        </p:nvSpPr>
        <p:spPr>
          <a:xfrm>
            <a:off x="2653346" y="2404300"/>
            <a:ext cx="487579" cy="200724"/>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399A645-C5C8-496E-94BD-0BE9B7D3F0F5}"/>
                  </a:ext>
                </a:extLst>
              </p:cNvPr>
              <p:cNvSpPr txBox="1"/>
              <p:nvPr/>
            </p:nvSpPr>
            <p:spPr>
              <a:xfrm>
                <a:off x="3482823" y="3020578"/>
                <a:ext cx="1562094" cy="5250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az-Latn-AZ" b="0" i="1" smtClean="0">
                          <a:latin typeface="Cambria Math" panose="02040503050406030204" pitchFamily="18" charset="0"/>
                        </a:rPr>
                        <m:t>𝑔</m:t>
                      </m:r>
                      <m:d>
                        <m:dPr>
                          <m:ctrlPr>
                            <a:rPr lang="az-Latn-AZ" b="0" i="1" smtClean="0">
                              <a:latin typeface="Cambria Math" panose="02040503050406030204" pitchFamily="18" charset="0"/>
                            </a:rPr>
                          </m:ctrlPr>
                        </m:dPr>
                        <m:e>
                          <m:r>
                            <a:rPr lang="az-Latn-AZ" b="0" i="1" smtClean="0">
                              <a:latin typeface="Cambria Math" panose="02040503050406030204" pitchFamily="18" charset="0"/>
                            </a:rPr>
                            <m:t>𝑧</m:t>
                          </m:r>
                        </m:e>
                      </m:d>
                      <m:r>
                        <a:rPr lang="az-Latn-AZ" b="0" i="1" smtClean="0">
                          <a:latin typeface="Cambria Math" panose="02040503050406030204" pitchFamily="18" charset="0"/>
                        </a:rPr>
                        <m:t>=</m:t>
                      </m:r>
                      <m:f>
                        <m:fPr>
                          <m:ctrlPr>
                            <a:rPr lang="en-US" b="0" i="1" smtClean="0">
                              <a:latin typeface="Cambria Math" panose="02040503050406030204" pitchFamily="18" charset="0"/>
                            </a:rPr>
                          </m:ctrlPr>
                        </m:fPr>
                        <m:num>
                          <m:r>
                            <a:rPr lang="az-Latn-AZ"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𝑧</m:t>
                              </m:r>
                            </m:sup>
                          </m:sSup>
                        </m:den>
                      </m:f>
                    </m:oMath>
                  </m:oMathPara>
                </a14:m>
                <a:endParaRPr lang="en-US" dirty="0"/>
              </a:p>
            </p:txBody>
          </p:sp>
        </mc:Choice>
        <mc:Fallback xmlns="">
          <p:sp>
            <p:nvSpPr>
              <p:cNvPr id="13" name="TextBox 12">
                <a:extLst>
                  <a:ext uri="{FF2B5EF4-FFF2-40B4-BE49-F238E27FC236}">
                    <a16:creationId xmlns:a16="http://schemas.microsoft.com/office/drawing/2014/main" id="{0399A645-C5C8-496E-94BD-0BE9B7D3F0F5}"/>
                  </a:ext>
                </a:extLst>
              </p:cNvPr>
              <p:cNvSpPr txBox="1">
                <a:spLocks noRot="1" noChangeAspect="1" noMove="1" noResize="1" noEditPoints="1" noAdjustHandles="1" noChangeArrowheads="1" noChangeShapeType="1" noTextEdit="1"/>
              </p:cNvSpPr>
              <p:nvPr/>
            </p:nvSpPr>
            <p:spPr>
              <a:xfrm>
                <a:off x="3482823" y="3020578"/>
                <a:ext cx="1562094" cy="525016"/>
              </a:xfrm>
              <a:prstGeom prst="rect">
                <a:avLst/>
              </a:prstGeom>
              <a:blipFill>
                <a:blip r:embed="rId5"/>
                <a:stretch>
                  <a:fillRect/>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BCF80B50-23D6-4E01-92D8-DD58BA414744}"/>
              </a:ext>
            </a:extLst>
          </p:cNvPr>
          <p:cNvSpPr txBox="1"/>
          <p:nvPr/>
        </p:nvSpPr>
        <p:spPr>
          <a:xfrm>
            <a:off x="1042428" y="3154071"/>
            <a:ext cx="2157578" cy="307777"/>
          </a:xfrm>
          <a:prstGeom prst="rect">
            <a:avLst/>
          </a:prstGeom>
          <a:noFill/>
        </p:spPr>
        <p:txBody>
          <a:bodyPr wrap="none" rtlCol="0">
            <a:spAutoFit/>
          </a:bodyPr>
          <a:lstStyle/>
          <a:p>
            <a:r>
              <a:rPr lang="az-Latn-AZ" sz="1400" dirty="0"/>
              <a:t>Sigmoid </a:t>
            </a:r>
            <a:r>
              <a:rPr lang="en-US" sz="1400" dirty="0"/>
              <a:t>/ Logistic function:</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55B6781-6B1D-4D0B-912C-C3CFBFCAE621}"/>
                  </a:ext>
                </a:extLst>
              </p:cNvPr>
              <p:cNvSpPr txBox="1"/>
              <p:nvPr/>
            </p:nvSpPr>
            <p:spPr>
              <a:xfrm>
                <a:off x="2080418" y="3699363"/>
                <a:ext cx="1905715" cy="5536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az-Latn-AZ" b="0" i="1" smtClean="0">
                              <a:latin typeface="Cambria Math" panose="02040503050406030204" pitchFamily="18" charset="0"/>
                            </a:rPr>
                          </m:ctrlPr>
                        </m:sSubPr>
                        <m:e>
                          <m:r>
                            <a:rPr lang="az-Latn-AZ" b="0" i="1" smtClean="0">
                              <a:latin typeface="Cambria Math" panose="02040503050406030204" pitchFamily="18" charset="0"/>
                            </a:rPr>
                            <m:t>h</m:t>
                          </m:r>
                        </m:e>
                        <m:sub>
                          <m:r>
                            <a:rPr lang="az-Latn-AZ" b="0" i="1" smtClean="0">
                              <a:latin typeface="Cambria Math" panose="02040503050406030204" pitchFamily="18" charset="0"/>
                            </a:rPr>
                            <m:t>𝜃</m:t>
                          </m:r>
                        </m:sub>
                      </m:sSub>
                      <m:d>
                        <m:dPr>
                          <m:ctrlPr>
                            <a:rPr lang="az-Latn-AZ" b="0" i="1" smtClean="0">
                              <a:latin typeface="Cambria Math" panose="02040503050406030204" pitchFamily="18" charset="0"/>
                            </a:rPr>
                          </m:ctrlPr>
                        </m:dPr>
                        <m:e>
                          <m:r>
                            <a:rPr lang="az-Latn-AZ" b="0" i="1" smtClean="0">
                              <a:latin typeface="Cambria Math" panose="02040503050406030204" pitchFamily="18" charset="0"/>
                            </a:rPr>
                            <m:t>𝑥</m:t>
                          </m:r>
                        </m:e>
                      </m:d>
                      <m:r>
                        <a:rPr lang="az-Latn-AZ" b="0" i="1" smtClean="0">
                          <a:latin typeface="Cambria Math" panose="02040503050406030204" pitchFamily="18" charset="0"/>
                        </a:rPr>
                        <m:t>=</m:t>
                      </m:r>
                      <m:f>
                        <m:fPr>
                          <m:ctrlPr>
                            <a:rPr lang="en-US" b="0" i="1" smtClean="0">
                              <a:latin typeface="Cambria Math" panose="02040503050406030204" pitchFamily="18" charset="0"/>
                            </a:rPr>
                          </m:ctrlPr>
                        </m:fPr>
                        <m:num>
                          <m:r>
                            <a:rPr lang="az-Latn-AZ"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az-Latn-AZ" b="0" i="1" smtClean="0">
                                      <a:latin typeface="Cambria Math" panose="02040503050406030204" pitchFamily="18" charset="0"/>
                                    </a:rPr>
                                    <m:t>𝜃</m:t>
                                  </m:r>
                                </m:e>
                                <m:sup>
                                  <m:r>
                                    <a:rPr lang="en-US" b="0" i="1" smtClean="0">
                                      <a:latin typeface="Cambria Math" panose="02040503050406030204" pitchFamily="18" charset="0"/>
                                    </a:rPr>
                                    <m:t>𝑇</m:t>
                                  </m:r>
                                </m:sup>
                              </m:sSup>
                              <m:r>
                                <a:rPr lang="en-US" b="0" i="1" smtClean="0">
                                  <a:latin typeface="Cambria Math" panose="02040503050406030204" pitchFamily="18" charset="0"/>
                                </a:rPr>
                                <m:t>𝑥</m:t>
                              </m:r>
                            </m:sup>
                          </m:sSup>
                        </m:den>
                      </m:f>
                    </m:oMath>
                  </m:oMathPara>
                </a14:m>
                <a:endParaRPr lang="en-US" dirty="0"/>
              </a:p>
            </p:txBody>
          </p:sp>
        </mc:Choice>
        <mc:Fallback xmlns="">
          <p:sp>
            <p:nvSpPr>
              <p:cNvPr id="15" name="TextBox 14">
                <a:extLst>
                  <a:ext uri="{FF2B5EF4-FFF2-40B4-BE49-F238E27FC236}">
                    <a16:creationId xmlns:a16="http://schemas.microsoft.com/office/drawing/2014/main" id="{055B6781-6B1D-4D0B-912C-C3CFBFCAE621}"/>
                  </a:ext>
                </a:extLst>
              </p:cNvPr>
              <p:cNvSpPr txBox="1">
                <a:spLocks noRot="1" noChangeAspect="1" noMove="1" noResize="1" noEditPoints="1" noAdjustHandles="1" noChangeArrowheads="1" noChangeShapeType="1" noTextEdit="1"/>
              </p:cNvSpPr>
              <p:nvPr/>
            </p:nvSpPr>
            <p:spPr>
              <a:xfrm>
                <a:off x="2080418" y="3699363"/>
                <a:ext cx="1905715" cy="553613"/>
              </a:xfrm>
              <a:prstGeom prst="rect">
                <a:avLst/>
              </a:prstGeom>
              <a:blipFill>
                <a:blip r:embed="rId6"/>
                <a:stretch>
                  <a:fillRect/>
                </a:stretch>
              </a:blipFill>
            </p:spPr>
            <p:txBody>
              <a:bodyPr/>
              <a:lstStyle/>
              <a:p>
                <a:r>
                  <a:rPr lang="en-US">
                    <a:noFill/>
                  </a:rPr>
                  <a:t> </a:t>
                </a:r>
              </a:p>
            </p:txBody>
          </p:sp>
        </mc:Fallback>
      </mc:AlternateContent>
      <p:pic>
        <p:nvPicPr>
          <p:cNvPr id="2052" name="Picture 4" descr="Sigmoid function - Wikipedia">
            <a:extLst>
              <a:ext uri="{FF2B5EF4-FFF2-40B4-BE49-F238E27FC236}">
                <a16:creationId xmlns:a16="http://schemas.microsoft.com/office/drawing/2014/main" id="{3ACF2C1D-FD55-481B-B512-AC9512244CB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10926"/>
          <a:stretch/>
        </p:blipFill>
        <p:spPr bwMode="auto">
          <a:xfrm>
            <a:off x="6170283" y="1140094"/>
            <a:ext cx="4777600" cy="283923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24D6F2C-EA8A-4D2C-B457-D579520A859D}"/>
                  </a:ext>
                </a:extLst>
              </p:cNvPr>
              <p:cNvSpPr txBox="1"/>
              <p:nvPr/>
            </p:nvSpPr>
            <p:spPr>
              <a:xfrm>
                <a:off x="513327" y="4695047"/>
                <a:ext cx="5138138" cy="769441"/>
              </a:xfrm>
              <a:prstGeom prst="rect">
                <a:avLst/>
              </a:prstGeom>
              <a:noFill/>
            </p:spPr>
            <p:txBody>
              <a:bodyPr wrap="none" rtlCol="0">
                <a:spAutoFit/>
              </a:bodyPr>
              <a:lstStyle/>
              <a:p>
                <a:r>
                  <a:rPr lang="en-US" sz="1600" b="1" dirty="0"/>
                  <a:t>Interpretation of </a:t>
                </a:r>
                <a14:m>
                  <m:oMath xmlns:m="http://schemas.openxmlformats.org/officeDocument/2006/math">
                    <m:sSub>
                      <m:sSubPr>
                        <m:ctrlPr>
                          <a:rPr lang="az-Latn-AZ" sz="1600" b="1" i="1" smtClean="0">
                            <a:latin typeface="Cambria Math" panose="02040503050406030204" pitchFamily="18" charset="0"/>
                          </a:rPr>
                        </m:ctrlPr>
                      </m:sSubPr>
                      <m:e>
                        <m:r>
                          <a:rPr lang="az-Latn-AZ" sz="1600" b="1" i="1" smtClean="0">
                            <a:latin typeface="Cambria Math" panose="02040503050406030204" pitchFamily="18" charset="0"/>
                          </a:rPr>
                          <m:t>𝒉</m:t>
                        </m:r>
                      </m:e>
                      <m:sub>
                        <m:r>
                          <a:rPr lang="az-Latn-AZ" sz="1600" b="1" i="1" smtClean="0">
                            <a:latin typeface="Cambria Math" panose="02040503050406030204" pitchFamily="18" charset="0"/>
                          </a:rPr>
                          <m:t>𝜽</m:t>
                        </m:r>
                      </m:sub>
                    </m:sSub>
                    <m:d>
                      <m:dPr>
                        <m:ctrlPr>
                          <a:rPr lang="az-Latn-AZ" sz="1600" b="1" i="1" smtClean="0">
                            <a:latin typeface="Cambria Math" panose="02040503050406030204" pitchFamily="18" charset="0"/>
                          </a:rPr>
                        </m:ctrlPr>
                      </m:dPr>
                      <m:e>
                        <m:r>
                          <a:rPr lang="az-Latn-AZ" sz="1600" b="1" i="1" smtClean="0">
                            <a:latin typeface="Cambria Math" panose="02040503050406030204" pitchFamily="18" charset="0"/>
                          </a:rPr>
                          <m:t>𝒙</m:t>
                        </m:r>
                      </m:e>
                    </m:d>
                  </m:oMath>
                </a14:m>
                <a:endParaRPr lang="en-US" sz="1400" b="1" dirty="0"/>
              </a:p>
              <a:p>
                <a:pPr marL="285750" indent="-285750">
                  <a:buFont typeface="Arial" panose="020B0604020202020204" pitchFamily="34" charset="0"/>
                  <a:buChar char="•"/>
                </a:pPr>
                <a:r>
                  <a:rPr lang="en-US" sz="1400" dirty="0"/>
                  <a:t>estimated probability of y=1, given x</a:t>
                </a:r>
              </a:p>
              <a:p>
                <a:pPr marL="285750" indent="-285750">
                  <a:buFont typeface="Arial" panose="020B0604020202020204" pitchFamily="34" charset="0"/>
                  <a:buChar char="•"/>
                </a:pPr>
                <a:r>
                  <a:rPr lang="en-US" sz="1400" dirty="0"/>
                  <a:t>If </a:t>
                </a:r>
                <a14:m>
                  <m:oMath xmlns:m="http://schemas.openxmlformats.org/officeDocument/2006/math">
                    <m:sSub>
                      <m:sSubPr>
                        <m:ctrlPr>
                          <a:rPr lang="az-Latn-AZ" sz="1400" i="1" smtClean="0">
                            <a:latin typeface="Cambria Math" panose="02040503050406030204" pitchFamily="18" charset="0"/>
                          </a:rPr>
                        </m:ctrlPr>
                      </m:sSubPr>
                      <m:e>
                        <m:r>
                          <a:rPr lang="az-Latn-AZ" sz="1400" b="0" i="1" smtClean="0">
                            <a:latin typeface="Cambria Math" panose="02040503050406030204" pitchFamily="18" charset="0"/>
                          </a:rPr>
                          <m:t>h</m:t>
                        </m:r>
                      </m:e>
                      <m:sub>
                        <m:r>
                          <a:rPr lang="az-Latn-AZ" sz="1400" b="0" i="1" smtClean="0">
                            <a:latin typeface="Cambria Math" panose="02040503050406030204" pitchFamily="18" charset="0"/>
                          </a:rPr>
                          <m:t>𝜃</m:t>
                        </m:r>
                      </m:sub>
                    </m:sSub>
                    <m:d>
                      <m:dPr>
                        <m:ctrlPr>
                          <a:rPr lang="az-Latn-AZ" sz="1400" i="1" smtClean="0">
                            <a:latin typeface="Cambria Math" panose="02040503050406030204" pitchFamily="18" charset="0"/>
                          </a:rPr>
                        </m:ctrlPr>
                      </m:dPr>
                      <m:e>
                        <m:r>
                          <a:rPr lang="az-Latn-AZ" sz="1400" b="0" i="1" smtClean="0">
                            <a:latin typeface="Cambria Math" panose="02040503050406030204" pitchFamily="18" charset="0"/>
                          </a:rPr>
                          <m:t>𝑥</m:t>
                        </m:r>
                      </m:e>
                    </m:d>
                    <m:r>
                      <a:rPr lang="en-US" sz="1400" b="0" i="1" smtClean="0">
                        <a:latin typeface="Cambria Math" panose="02040503050406030204" pitchFamily="18" charset="0"/>
                      </a:rPr>
                      <m:t>=</m:t>
                    </m:r>
                    <m:r>
                      <a:rPr lang="en-US" sz="1400" b="0" i="1" smtClean="0">
                        <a:latin typeface="Cambria Math" panose="02040503050406030204" pitchFamily="18" charset="0"/>
                      </a:rPr>
                      <m:t>0</m:t>
                    </m:r>
                    <m:r>
                      <a:rPr lang="en-US" sz="1400" b="0" i="1" smtClean="0">
                        <a:latin typeface="Cambria Math" panose="02040503050406030204" pitchFamily="18" charset="0"/>
                      </a:rPr>
                      <m:t>.</m:t>
                    </m:r>
                    <m:r>
                      <a:rPr lang="en-US" sz="1400" b="0" i="1" smtClean="0">
                        <a:latin typeface="Cambria Math" panose="02040503050406030204" pitchFamily="18" charset="0"/>
                      </a:rPr>
                      <m:t>8</m:t>
                    </m:r>
                  </m:oMath>
                </a14:m>
                <a:r>
                  <a:rPr lang="en-US" sz="1400" dirty="0"/>
                  <a:t> - there is 80% chance that the well has sand risk  </a:t>
                </a:r>
              </a:p>
            </p:txBody>
          </p:sp>
        </mc:Choice>
        <mc:Fallback xmlns="">
          <p:sp>
            <p:nvSpPr>
              <p:cNvPr id="18" name="TextBox 17">
                <a:extLst>
                  <a:ext uri="{FF2B5EF4-FFF2-40B4-BE49-F238E27FC236}">
                    <a16:creationId xmlns:a16="http://schemas.microsoft.com/office/drawing/2014/main" id="{E24D6F2C-EA8A-4D2C-B457-D579520A859D}"/>
                  </a:ext>
                </a:extLst>
              </p:cNvPr>
              <p:cNvSpPr txBox="1">
                <a:spLocks noRot="1" noChangeAspect="1" noMove="1" noResize="1" noEditPoints="1" noAdjustHandles="1" noChangeArrowheads="1" noChangeShapeType="1" noTextEdit="1"/>
              </p:cNvSpPr>
              <p:nvPr/>
            </p:nvSpPr>
            <p:spPr>
              <a:xfrm>
                <a:off x="513327" y="4695047"/>
                <a:ext cx="5138138" cy="769441"/>
              </a:xfrm>
              <a:prstGeom prst="rect">
                <a:avLst/>
              </a:prstGeom>
              <a:blipFill>
                <a:blip r:embed="rId8"/>
                <a:stretch>
                  <a:fillRect l="-593" t="-2381" b="-7937"/>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89F99595-A241-4316-9734-9153DE8C81BE}"/>
              </a:ext>
            </a:extLst>
          </p:cNvPr>
          <p:cNvSpPr txBox="1"/>
          <p:nvPr/>
        </p:nvSpPr>
        <p:spPr>
          <a:xfrm>
            <a:off x="301660" y="5709372"/>
            <a:ext cx="1956451" cy="523220"/>
          </a:xfrm>
          <a:prstGeom prst="rect">
            <a:avLst/>
          </a:prstGeom>
          <a:noFill/>
        </p:spPr>
        <p:txBody>
          <a:bodyPr wrap="square">
            <a:spAutoFit/>
          </a:bodyPr>
          <a:lstStyle/>
          <a:p>
            <a:r>
              <a:rPr lang="en-US" sz="1400" i="1" dirty="0"/>
              <a:t>0: there is no sand risk</a:t>
            </a:r>
            <a:br>
              <a:rPr lang="en-US" sz="1400" i="1" dirty="0"/>
            </a:br>
            <a:r>
              <a:rPr lang="en-US" sz="1400" i="1" dirty="0"/>
              <a:t>1: there is sand risk</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76CC427-7368-426E-B0BD-0D544D280051}"/>
                  </a:ext>
                </a:extLst>
              </p:cNvPr>
              <p:cNvSpPr txBox="1"/>
              <p:nvPr/>
            </p:nvSpPr>
            <p:spPr>
              <a:xfrm>
                <a:off x="3369083" y="5684837"/>
                <a:ext cx="1956451" cy="307777"/>
              </a:xfrm>
              <a:prstGeom prst="rect">
                <a:avLst/>
              </a:prstGeom>
              <a:noFill/>
            </p:spPr>
            <p:txBody>
              <a:bodyPr wrap="square">
                <a:spAutoFit/>
              </a:bodyPr>
              <a:lstStyle/>
              <a:p>
                <a14:m>
                  <m:oMath xmlns:m="http://schemas.openxmlformats.org/officeDocument/2006/math">
                    <m:sSub>
                      <m:sSubPr>
                        <m:ctrlPr>
                          <a:rPr lang="az-Latn-AZ" sz="1400" i="1" smtClean="0">
                            <a:latin typeface="Cambria Math" panose="02040503050406030204" pitchFamily="18" charset="0"/>
                          </a:rPr>
                        </m:ctrlPr>
                      </m:sSubPr>
                      <m:e>
                        <m:r>
                          <a:rPr lang="az-Latn-AZ" sz="1400" b="0" i="1" smtClean="0">
                            <a:latin typeface="Cambria Math" panose="02040503050406030204" pitchFamily="18" charset="0"/>
                          </a:rPr>
                          <m:t>h</m:t>
                        </m:r>
                      </m:e>
                      <m:sub>
                        <m:r>
                          <a:rPr lang="az-Latn-AZ" sz="1400" b="0" i="1" smtClean="0">
                            <a:latin typeface="Cambria Math" panose="02040503050406030204" pitchFamily="18" charset="0"/>
                          </a:rPr>
                          <m:t>𝜃</m:t>
                        </m:r>
                      </m:sub>
                    </m:sSub>
                    <m:d>
                      <m:dPr>
                        <m:ctrlPr>
                          <a:rPr lang="az-Latn-AZ" sz="1400" i="1" smtClean="0">
                            <a:latin typeface="Cambria Math" panose="02040503050406030204" pitchFamily="18" charset="0"/>
                          </a:rPr>
                        </m:ctrlPr>
                      </m:dPr>
                      <m:e>
                        <m:r>
                          <a:rPr lang="az-Latn-AZ" sz="1400" b="0" i="1" smtClean="0">
                            <a:latin typeface="Cambria Math" panose="02040503050406030204" pitchFamily="18" charset="0"/>
                          </a:rPr>
                          <m:t>𝑥</m:t>
                        </m:r>
                      </m:e>
                    </m:d>
                    <m:r>
                      <a:rPr lang="en-US" sz="1400" b="0" i="1" smtClean="0">
                        <a:latin typeface="Cambria Math" panose="02040503050406030204" pitchFamily="18" charset="0"/>
                      </a:rPr>
                      <m:t>=</m:t>
                    </m:r>
                    <m:r>
                      <a:rPr lang="en-US" sz="1400" b="0" i="1" smtClean="0">
                        <a:latin typeface="Cambria Math" panose="02040503050406030204" pitchFamily="18" charset="0"/>
                      </a:rPr>
                      <m:t>𝑝</m:t>
                    </m:r>
                    <m:r>
                      <a:rPr lang="en-US" sz="1400" b="0" i="1" smtClean="0">
                        <a:latin typeface="Cambria Math" panose="02040503050406030204" pitchFamily="18" charset="0"/>
                      </a:rPr>
                      <m:t>(</m:t>
                    </m:r>
                    <m:r>
                      <a:rPr lang="en-US" sz="1400" b="0" i="1" smtClean="0">
                        <a:latin typeface="Cambria Math" panose="02040503050406030204" pitchFamily="18" charset="0"/>
                      </a:rPr>
                      <m:t>𝑦</m:t>
                    </m:r>
                    <m:r>
                      <a:rPr lang="en-US" sz="1400" b="0" i="1" smtClean="0">
                        <a:latin typeface="Cambria Math" panose="02040503050406030204" pitchFamily="18" charset="0"/>
                      </a:rPr>
                      <m:t>=</m:t>
                    </m:r>
                    <m:r>
                      <a:rPr lang="en-US" sz="1400" b="0" i="1" smtClean="0">
                        <a:latin typeface="Cambria Math" panose="02040503050406030204" pitchFamily="18" charset="0"/>
                      </a:rPr>
                      <m:t>1</m:t>
                    </m:r>
                    <m:r>
                      <a:rPr lang="en-US" sz="1400" b="0" i="1" smtClean="0">
                        <a:latin typeface="Cambria Math" panose="02040503050406030204" pitchFamily="18" charset="0"/>
                      </a:rPr>
                      <m:t>|</m:t>
                    </m:r>
                    <m:r>
                      <a:rPr lang="en-US" sz="1400" b="0" i="1" smtClean="0">
                        <a:latin typeface="Cambria Math" panose="02040503050406030204" pitchFamily="18" charset="0"/>
                      </a:rPr>
                      <m:t>𝑥</m:t>
                    </m:r>
                    <m:r>
                      <a:rPr lang="en-US" sz="1400" b="0" i="1" smtClean="0">
                        <a:latin typeface="Cambria Math" panose="02040503050406030204" pitchFamily="18" charset="0"/>
                      </a:rPr>
                      <m:t>;</m:t>
                    </m:r>
                    <m:r>
                      <a:rPr lang="en-US" sz="1400" b="0" i="1" smtClean="0">
                        <a:latin typeface="Cambria Math" panose="02040503050406030204" pitchFamily="18" charset="0"/>
                      </a:rPr>
                      <m:t>𝜃</m:t>
                    </m:r>
                    <m:r>
                      <a:rPr lang="en-US" sz="1400" b="0" i="1" smtClean="0">
                        <a:latin typeface="Cambria Math" panose="02040503050406030204" pitchFamily="18" charset="0"/>
                      </a:rPr>
                      <m:t>)</m:t>
                    </m:r>
                  </m:oMath>
                </a14:m>
                <a:r>
                  <a:rPr lang="en-US" sz="1400" dirty="0"/>
                  <a:t> </a:t>
                </a:r>
              </a:p>
            </p:txBody>
          </p:sp>
        </mc:Choice>
        <mc:Fallback xmlns="">
          <p:sp>
            <p:nvSpPr>
              <p:cNvPr id="27" name="TextBox 26">
                <a:extLst>
                  <a:ext uri="{FF2B5EF4-FFF2-40B4-BE49-F238E27FC236}">
                    <a16:creationId xmlns:a16="http://schemas.microsoft.com/office/drawing/2014/main" id="{C76CC427-7368-426E-B0BD-0D544D280051}"/>
                  </a:ext>
                </a:extLst>
              </p:cNvPr>
              <p:cNvSpPr txBox="1">
                <a:spLocks noRot="1" noChangeAspect="1" noMove="1" noResize="1" noEditPoints="1" noAdjustHandles="1" noChangeArrowheads="1" noChangeShapeType="1" noTextEdit="1"/>
              </p:cNvSpPr>
              <p:nvPr/>
            </p:nvSpPr>
            <p:spPr>
              <a:xfrm>
                <a:off x="3369083" y="5684837"/>
                <a:ext cx="1956451" cy="307777"/>
              </a:xfrm>
              <a:prstGeom prst="rect">
                <a:avLst/>
              </a:prstGeom>
              <a:blipFill>
                <a:blip r:embed="rId9"/>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D22BC99A-0F27-4D09-96EB-F4EB4CDE59AB}"/>
                  </a:ext>
                </a:extLst>
              </p:cNvPr>
              <p:cNvSpPr txBox="1"/>
              <p:nvPr/>
            </p:nvSpPr>
            <p:spPr>
              <a:xfrm>
                <a:off x="7112000" y="5207783"/>
                <a:ext cx="3581400" cy="954107"/>
              </a:xfrm>
              <a:prstGeom prst="rect">
                <a:avLst/>
              </a:prstGeom>
              <a:noFill/>
            </p:spPr>
            <p:txBody>
              <a:bodyPr wrap="square">
                <a:spAutoFit/>
              </a:bodyPr>
              <a:lstStyle/>
              <a:p>
                <a14:m>
                  <m:oMath xmlns:m="http://schemas.openxmlformats.org/officeDocument/2006/math">
                    <m:r>
                      <a:rPr lang="en-US" sz="1400" b="0" i="1" smtClean="0">
                        <a:latin typeface="Cambria Math" panose="02040503050406030204" pitchFamily="18" charset="0"/>
                      </a:rPr>
                      <m:t>𝑝</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𝑦</m:t>
                        </m:r>
                        <m:r>
                          <a:rPr lang="en-US" sz="1400" b="0" i="1" smtClean="0">
                            <a:latin typeface="Cambria Math" panose="02040503050406030204" pitchFamily="18" charset="0"/>
                          </a:rPr>
                          <m:t>=</m:t>
                        </m:r>
                        <m:r>
                          <a:rPr lang="en-US" sz="1400" b="0" i="1" smtClean="0">
                            <a:latin typeface="Cambria Math" panose="02040503050406030204" pitchFamily="18" charset="0"/>
                          </a:rPr>
                          <m:t>0</m:t>
                        </m:r>
                      </m:e>
                      <m:e>
                        <m:r>
                          <a:rPr lang="en-US" sz="1400" b="0" i="1" smtClean="0">
                            <a:latin typeface="Cambria Math" panose="02040503050406030204" pitchFamily="18" charset="0"/>
                          </a:rPr>
                          <m:t>𝑥</m:t>
                        </m:r>
                        <m:r>
                          <a:rPr lang="en-US" sz="1400" b="0" i="1" smtClean="0">
                            <a:latin typeface="Cambria Math" panose="02040503050406030204" pitchFamily="18" charset="0"/>
                          </a:rPr>
                          <m:t>;</m:t>
                        </m:r>
                        <m:r>
                          <a:rPr lang="en-US" sz="1400" b="0" i="1" smtClean="0">
                            <a:latin typeface="Cambria Math" panose="02040503050406030204" pitchFamily="18" charset="0"/>
                          </a:rPr>
                          <m:t>𝜃</m:t>
                        </m:r>
                      </m:e>
                    </m:d>
                    <m:r>
                      <a:rPr lang="az-Latn-AZ" sz="1400" b="0" i="1" smtClean="0">
                        <a:latin typeface="Cambria Math" panose="02040503050406030204" pitchFamily="18" charset="0"/>
                      </a:rPr>
                      <m:t>+</m:t>
                    </m:r>
                    <m:r>
                      <a:rPr lang="en-US" sz="1400" b="0" i="1" smtClean="0">
                        <a:latin typeface="Cambria Math" panose="02040503050406030204" pitchFamily="18" charset="0"/>
                      </a:rPr>
                      <m:t>𝑝</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𝑦</m:t>
                        </m:r>
                        <m:r>
                          <a:rPr lang="en-US" sz="1400" b="0" i="1" smtClean="0">
                            <a:latin typeface="Cambria Math" panose="02040503050406030204" pitchFamily="18" charset="0"/>
                          </a:rPr>
                          <m:t>=</m:t>
                        </m:r>
                        <m:r>
                          <a:rPr lang="en-US" sz="1400" b="0" i="1" smtClean="0">
                            <a:latin typeface="Cambria Math" panose="02040503050406030204" pitchFamily="18" charset="0"/>
                          </a:rPr>
                          <m:t>1</m:t>
                        </m:r>
                      </m:e>
                      <m:e>
                        <m:r>
                          <a:rPr lang="en-US" sz="1400" b="0" i="1" smtClean="0">
                            <a:latin typeface="Cambria Math" panose="02040503050406030204" pitchFamily="18" charset="0"/>
                          </a:rPr>
                          <m:t>𝑥</m:t>
                        </m:r>
                        <m:r>
                          <a:rPr lang="en-US" sz="1400" b="0" i="1" smtClean="0">
                            <a:latin typeface="Cambria Math" panose="02040503050406030204" pitchFamily="18" charset="0"/>
                          </a:rPr>
                          <m:t>;</m:t>
                        </m:r>
                        <m:r>
                          <a:rPr lang="en-US" sz="1400" b="0" i="1" smtClean="0">
                            <a:latin typeface="Cambria Math" panose="02040503050406030204" pitchFamily="18" charset="0"/>
                          </a:rPr>
                          <m:t>𝜃</m:t>
                        </m:r>
                      </m:e>
                    </m:d>
                    <m:r>
                      <a:rPr lang="az-Latn-AZ" sz="1400" b="0" i="1" smtClean="0">
                        <a:latin typeface="Cambria Math" panose="02040503050406030204" pitchFamily="18" charset="0"/>
                      </a:rPr>
                      <m:t>=</m:t>
                    </m:r>
                    <m:r>
                      <a:rPr lang="az-Latn-AZ" sz="1400" b="0" i="1" smtClean="0">
                        <a:latin typeface="Cambria Math" panose="02040503050406030204" pitchFamily="18" charset="0"/>
                      </a:rPr>
                      <m:t>1</m:t>
                    </m:r>
                  </m:oMath>
                </a14:m>
                <a:r>
                  <a:rPr lang="az-Latn-AZ" sz="1400" dirty="0"/>
                  <a:t> </a:t>
                </a:r>
              </a:p>
              <a:p>
                <a:r>
                  <a:rPr lang="az-Latn-AZ" sz="1400" dirty="0"/>
                  <a:t> </a:t>
                </a:r>
              </a:p>
              <a:p>
                <a14:m>
                  <m:oMath xmlns:m="http://schemas.openxmlformats.org/officeDocument/2006/math">
                    <m:r>
                      <a:rPr lang="en-US" sz="1400" b="0" i="1" smtClean="0">
                        <a:latin typeface="Cambria Math" panose="02040503050406030204" pitchFamily="18" charset="0"/>
                      </a:rPr>
                      <m:t>𝑝</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𝑦</m:t>
                        </m:r>
                        <m:r>
                          <a:rPr lang="en-US" sz="1400" b="0" i="1" smtClean="0">
                            <a:latin typeface="Cambria Math" panose="02040503050406030204" pitchFamily="18" charset="0"/>
                          </a:rPr>
                          <m:t>=</m:t>
                        </m:r>
                        <m:r>
                          <a:rPr lang="en-US" sz="1400" b="0" i="1" smtClean="0">
                            <a:latin typeface="Cambria Math" panose="02040503050406030204" pitchFamily="18" charset="0"/>
                          </a:rPr>
                          <m:t>0</m:t>
                        </m:r>
                      </m:e>
                      <m:e>
                        <m:r>
                          <a:rPr lang="en-US" sz="1400" b="0" i="1" smtClean="0">
                            <a:latin typeface="Cambria Math" panose="02040503050406030204" pitchFamily="18" charset="0"/>
                          </a:rPr>
                          <m:t>𝑥</m:t>
                        </m:r>
                        <m:r>
                          <a:rPr lang="en-US" sz="1400" b="0" i="1" smtClean="0">
                            <a:latin typeface="Cambria Math" panose="02040503050406030204" pitchFamily="18" charset="0"/>
                          </a:rPr>
                          <m:t>;</m:t>
                        </m:r>
                        <m:r>
                          <a:rPr lang="en-US" sz="1400" b="0" i="1" smtClean="0">
                            <a:latin typeface="Cambria Math" panose="02040503050406030204" pitchFamily="18" charset="0"/>
                          </a:rPr>
                          <m:t>𝜃</m:t>
                        </m:r>
                      </m:e>
                    </m:d>
                    <m:r>
                      <a:rPr lang="az-Latn-AZ" sz="1400" b="0" i="1" smtClean="0">
                        <a:latin typeface="Cambria Math" panose="02040503050406030204" pitchFamily="18" charset="0"/>
                      </a:rPr>
                      <m:t>=</m:t>
                    </m:r>
                    <m:r>
                      <a:rPr lang="az-Latn-AZ" sz="1400" b="0" i="1" smtClean="0">
                        <a:latin typeface="Cambria Math" panose="02040503050406030204" pitchFamily="18" charset="0"/>
                      </a:rPr>
                      <m:t>1</m:t>
                    </m:r>
                    <m:r>
                      <a:rPr lang="az-Latn-AZ" sz="1400" b="0" i="1" smtClean="0">
                        <a:latin typeface="Cambria Math" panose="02040503050406030204" pitchFamily="18" charset="0"/>
                      </a:rPr>
                      <m:t>−</m:t>
                    </m:r>
                    <m:r>
                      <a:rPr lang="en-US" sz="1400" b="0" i="1" smtClean="0">
                        <a:latin typeface="Cambria Math" panose="02040503050406030204" pitchFamily="18" charset="0"/>
                      </a:rPr>
                      <m:t>𝑝</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𝑦</m:t>
                        </m:r>
                        <m:r>
                          <a:rPr lang="en-US" sz="1400" b="0" i="1" smtClean="0">
                            <a:latin typeface="Cambria Math" panose="02040503050406030204" pitchFamily="18" charset="0"/>
                          </a:rPr>
                          <m:t>=</m:t>
                        </m:r>
                        <m:r>
                          <a:rPr lang="en-US" sz="1400" b="0" i="1" smtClean="0">
                            <a:latin typeface="Cambria Math" panose="02040503050406030204" pitchFamily="18" charset="0"/>
                          </a:rPr>
                          <m:t>1</m:t>
                        </m:r>
                      </m:e>
                      <m:e>
                        <m:r>
                          <a:rPr lang="en-US" sz="1400" b="0" i="1" smtClean="0">
                            <a:latin typeface="Cambria Math" panose="02040503050406030204" pitchFamily="18" charset="0"/>
                          </a:rPr>
                          <m:t>𝑥</m:t>
                        </m:r>
                        <m:r>
                          <a:rPr lang="en-US" sz="1400" b="0" i="1" smtClean="0">
                            <a:latin typeface="Cambria Math" panose="02040503050406030204" pitchFamily="18" charset="0"/>
                          </a:rPr>
                          <m:t>;</m:t>
                        </m:r>
                        <m:r>
                          <a:rPr lang="en-US" sz="1400" b="0" i="1" smtClean="0">
                            <a:latin typeface="Cambria Math" panose="02040503050406030204" pitchFamily="18" charset="0"/>
                          </a:rPr>
                          <m:t>𝜃</m:t>
                        </m:r>
                      </m:e>
                    </m:d>
                  </m:oMath>
                </a14:m>
                <a:r>
                  <a:rPr lang="az-Latn-AZ" sz="1400" b="0" dirty="0"/>
                  <a:t> </a:t>
                </a:r>
                <a14:m>
                  <m:oMath xmlns:m="http://schemas.openxmlformats.org/officeDocument/2006/math">
                    <m:r>
                      <a:rPr lang="en-US" sz="1400" b="0" i="1" smtClean="0">
                        <a:latin typeface="Cambria Math" panose="02040503050406030204" pitchFamily="18" charset="0"/>
                      </a:rPr>
                      <m:t>𝑝</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𝑦</m:t>
                        </m:r>
                        <m:r>
                          <a:rPr lang="en-US" sz="1400" b="0" i="1" smtClean="0">
                            <a:latin typeface="Cambria Math" panose="02040503050406030204" pitchFamily="18" charset="0"/>
                          </a:rPr>
                          <m:t>=</m:t>
                        </m:r>
                        <m:r>
                          <a:rPr lang="en-US" sz="1400" b="0" i="1" smtClean="0">
                            <a:latin typeface="Cambria Math" panose="02040503050406030204" pitchFamily="18" charset="0"/>
                          </a:rPr>
                          <m:t>0</m:t>
                        </m:r>
                      </m:e>
                      <m:e>
                        <m:r>
                          <a:rPr lang="en-US" sz="1400" b="0" i="1" smtClean="0">
                            <a:latin typeface="Cambria Math" panose="02040503050406030204" pitchFamily="18" charset="0"/>
                          </a:rPr>
                          <m:t>𝑥</m:t>
                        </m:r>
                        <m:r>
                          <a:rPr lang="en-US" sz="1400" b="0" i="1" smtClean="0">
                            <a:latin typeface="Cambria Math" panose="02040503050406030204" pitchFamily="18" charset="0"/>
                          </a:rPr>
                          <m:t>;</m:t>
                        </m:r>
                        <m:r>
                          <a:rPr lang="en-US" sz="1400" b="0" i="1" smtClean="0">
                            <a:latin typeface="Cambria Math" panose="02040503050406030204" pitchFamily="18" charset="0"/>
                          </a:rPr>
                          <m:t>𝜃</m:t>
                        </m:r>
                      </m:e>
                    </m:d>
                    <m:r>
                      <a:rPr lang="az-Latn-AZ" sz="1400" b="0" i="1" smtClean="0">
                        <a:latin typeface="Cambria Math" panose="02040503050406030204" pitchFamily="18" charset="0"/>
                      </a:rPr>
                      <m:t>=</m:t>
                    </m:r>
                    <m:r>
                      <a:rPr lang="az-Latn-AZ" sz="1400" b="0" i="1" smtClean="0">
                        <a:latin typeface="Cambria Math" panose="02040503050406030204" pitchFamily="18" charset="0"/>
                      </a:rPr>
                      <m:t>1</m:t>
                    </m:r>
                    <m:r>
                      <a:rPr lang="az-Latn-AZ" sz="1400" b="0" i="1" smtClean="0">
                        <a:latin typeface="Cambria Math" panose="02040503050406030204" pitchFamily="18" charset="0"/>
                      </a:rPr>
                      <m:t> −</m:t>
                    </m:r>
                    <m:sSub>
                      <m:sSubPr>
                        <m:ctrlPr>
                          <a:rPr lang="az-Latn-AZ" sz="1400" b="0" i="1" smtClean="0">
                            <a:latin typeface="Cambria Math" panose="02040503050406030204" pitchFamily="18" charset="0"/>
                          </a:rPr>
                        </m:ctrlPr>
                      </m:sSubPr>
                      <m:e>
                        <m:r>
                          <a:rPr lang="az-Latn-AZ" sz="1400" b="0" i="1" smtClean="0">
                            <a:latin typeface="Cambria Math" panose="02040503050406030204" pitchFamily="18" charset="0"/>
                          </a:rPr>
                          <m:t>h</m:t>
                        </m:r>
                      </m:e>
                      <m:sub>
                        <m:r>
                          <a:rPr lang="az-Latn-AZ" sz="1400" b="0" i="1" smtClean="0">
                            <a:latin typeface="Cambria Math" panose="02040503050406030204" pitchFamily="18" charset="0"/>
                          </a:rPr>
                          <m:t>𝜃</m:t>
                        </m:r>
                      </m:sub>
                    </m:sSub>
                    <m:r>
                      <a:rPr lang="az-Latn-AZ" sz="1400" b="0" i="1" smtClean="0">
                        <a:latin typeface="Cambria Math" panose="02040503050406030204" pitchFamily="18" charset="0"/>
                      </a:rPr>
                      <m:t>(</m:t>
                    </m:r>
                    <m:r>
                      <a:rPr lang="az-Latn-AZ" sz="1400" b="0" i="1" smtClean="0">
                        <a:latin typeface="Cambria Math" panose="02040503050406030204" pitchFamily="18" charset="0"/>
                      </a:rPr>
                      <m:t>𝑥</m:t>
                    </m:r>
                    <m:r>
                      <a:rPr lang="az-Latn-AZ" sz="1400" b="0" i="1" smtClean="0">
                        <a:latin typeface="Cambria Math" panose="02040503050406030204" pitchFamily="18" charset="0"/>
                      </a:rPr>
                      <m:t>)</m:t>
                    </m:r>
                  </m:oMath>
                </a14:m>
                <a:endParaRPr lang="en-US" sz="1400" dirty="0"/>
              </a:p>
            </p:txBody>
          </p:sp>
        </mc:Choice>
        <mc:Fallback xmlns="">
          <p:sp>
            <p:nvSpPr>
              <p:cNvPr id="28" name="TextBox 27">
                <a:extLst>
                  <a:ext uri="{FF2B5EF4-FFF2-40B4-BE49-F238E27FC236}">
                    <a16:creationId xmlns:a16="http://schemas.microsoft.com/office/drawing/2014/main" id="{D22BC99A-0F27-4D09-96EB-F4EB4CDE59AB}"/>
                  </a:ext>
                </a:extLst>
              </p:cNvPr>
              <p:cNvSpPr txBox="1">
                <a:spLocks noRot="1" noChangeAspect="1" noMove="1" noResize="1" noEditPoints="1" noAdjustHandles="1" noChangeArrowheads="1" noChangeShapeType="1" noTextEdit="1"/>
              </p:cNvSpPr>
              <p:nvPr/>
            </p:nvSpPr>
            <p:spPr>
              <a:xfrm>
                <a:off x="7112000" y="5207783"/>
                <a:ext cx="3581400" cy="954107"/>
              </a:xfrm>
              <a:prstGeom prst="rect">
                <a:avLst/>
              </a:prstGeom>
              <a:blipFill>
                <a:blip r:embed="rId10"/>
                <a:stretch>
                  <a:fillRect b="-1274"/>
                </a:stretch>
              </a:blipFill>
            </p:spPr>
            <p:txBody>
              <a:bodyPr/>
              <a:lstStyle/>
              <a:p>
                <a:r>
                  <a:rPr lang="en-US">
                    <a:noFill/>
                  </a:rPr>
                  <a:t> </a:t>
                </a:r>
              </a:p>
            </p:txBody>
          </p:sp>
        </mc:Fallback>
      </mc:AlternateContent>
      <p:sp>
        <p:nvSpPr>
          <p:cNvPr id="26" name="TextBox 25">
            <a:extLst>
              <a:ext uri="{FF2B5EF4-FFF2-40B4-BE49-F238E27FC236}">
                <a16:creationId xmlns:a16="http://schemas.microsoft.com/office/drawing/2014/main" id="{3039915C-242A-45AE-A9BF-A8B615E3722C}"/>
              </a:ext>
            </a:extLst>
          </p:cNvPr>
          <p:cNvSpPr txBox="1"/>
          <p:nvPr/>
        </p:nvSpPr>
        <p:spPr>
          <a:xfrm>
            <a:off x="10723714" y="3699363"/>
            <a:ext cx="276038" cy="369332"/>
          </a:xfrm>
          <a:prstGeom prst="rect">
            <a:avLst/>
          </a:prstGeom>
          <a:noFill/>
        </p:spPr>
        <p:txBody>
          <a:bodyPr wrap="none" rtlCol="0">
            <a:spAutoFit/>
          </a:bodyPr>
          <a:lstStyle/>
          <a:p>
            <a:r>
              <a:rPr lang="az-Latn-AZ" dirty="0"/>
              <a:t>z</a:t>
            </a:r>
            <a:endParaRPr lang="en-US" dirty="0"/>
          </a:p>
        </p:txBody>
      </p:sp>
      <p:sp>
        <p:nvSpPr>
          <p:cNvPr id="31" name="TextBox 30">
            <a:extLst>
              <a:ext uri="{FF2B5EF4-FFF2-40B4-BE49-F238E27FC236}">
                <a16:creationId xmlns:a16="http://schemas.microsoft.com/office/drawing/2014/main" id="{4A50FED0-0927-42C7-9650-1CAA3C90DAFC}"/>
              </a:ext>
            </a:extLst>
          </p:cNvPr>
          <p:cNvSpPr txBox="1"/>
          <p:nvPr/>
        </p:nvSpPr>
        <p:spPr>
          <a:xfrm>
            <a:off x="10749788" y="1158108"/>
            <a:ext cx="526106" cy="369332"/>
          </a:xfrm>
          <a:prstGeom prst="rect">
            <a:avLst/>
          </a:prstGeom>
          <a:noFill/>
        </p:spPr>
        <p:txBody>
          <a:bodyPr wrap="none" rtlCol="0">
            <a:spAutoFit/>
          </a:bodyPr>
          <a:lstStyle/>
          <a:p>
            <a:r>
              <a:rPr lang="az-Latn-AZ" dirty="0"/>
              <a:t>g(z)</a:t>
            </a:r>
            <a:endParaRPr lang="en-US" dirty="0"/>
          </a:p>
        </p:txBody>
      </p:sp>
      <p:sp>
        <p:nvSpPr>
          <p:cNvPr id="34" name="Title 1">
            <a:extLst>
              <a:ext uri="{FF2B5EF4-FFF2-40B4-BE49-F238E27FC236}">
                <a16:creationId xmlns:a16="http://schemas.microsoft.com/office/drawing/2014/main" id="{80C373CE-791E-4482-A4D8-236C86AA33A1}"/>
              </a:ext>
            </a:extLst>
          </p:cNvPr>
          <p:cNvSpPr txBox="1">
            <a:spLocks/>
          </p:cNvSpPr>
          <p:nvPr/>
        </p:nvSpPr>
        <p:spPr>
          <a:xfrm>
            <a:off x="127424" y="127645"/>
            <a:ext cx="8508575"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200" dirty="0">
                <a:solidFill>
                  <a:sysClr val="windowText" lastClr="000000"/>
                </a:solidFill>
                <a:latin typeface="Posterama"/>
              </a:rPr>
              <a:t>Hypothesis for logistic regression</a:t>
            </a:r>
            <a:endParaRPr kumimoji="0" lang="en-US" sz="3200" b="1" i="0" u="none" strike="noStrike" kern="1200" cap="all" spc="0" normalizeH="0" baseline="0" noProof="0" dirty="0">
              <a:ln>
                <a:noFill/>
              </a:ln>
              <a:solidFill>
                <a:sysClr val="windowText" lastClr="000000"/>
              </a:solidFill>
              <a:effectLst/>
              <a:uLnTx/>
              <a:uFillTx/>
              <a:latin typeface="Posterama"/>
              <a:ea typeface="+mj-ea"/>
              <a:cs typeface="+mj-cs"/>
            </a:endParaRPr>
          </a:p>
        </p:txBody>
      </p:sp>
      <p:sp>
        <p:nvSpPr>
          <p:cNvPr id="33" name="Slide Number Placeholder 32">
            <a:extLst>
              <a:ext uri="{FF2B5EF4-FFF2-40B4-BE49-F238E27FC236}">
                <a16:creationId xmlns:a16="http://schemas.microsoft.com/office/drawing/2014/main" id="{E6615343-AA64-4CB6-AAA8-9A58F5622CD9}"/>
              </a:ext>
            </a:extLst>
          </p:cNvPr>
          <p:cNvSpPr>
            <a:spLocks noGrp="1"/>
          </p:cNvSpPr>
          <p:nvPr>
            <p:ph type="sldNum" sz="quarter" idx="12"/>
          </p:nvPr>
        </p:nvSpPr>
        <p:spPr/>
        <p:txBody>
          <a:bodyPr/>
          <a:lstStyle/>
          <a:p>
            <a:fld id="{836600DF-5D53-42A4-B23C-8345E9EFB9A6}" type="slidenum">
              <a:rPr lang="en-US" smtClean="0"/>
              <a:t>8</a:t>
            </a:fld>
            <a:endParaRPr lang="en-US"/>
          </a:p>
        </p:txBody>
      </p:sp>
    </p:spTree>
    <p:extLst>
      <p:ext uri="{BB962C8B-B14F-4D97-AF65-F5344CB8AC3E}">
        <p14:creationId xmlns:p14="http://schemas.microsoft.com/office/powerpoint/2010/main" val="3331685325"/>
      </p:ext>
    </p:extLst>
  </p:cSld>
  <p:clrMapOvr>
    <a:masterClrMapping/>
  </p:clrMapOvr>
  <p:transition>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30DD055-87A4-4848-ACFB-66B7537EC795}"/>
                  </a:ext>
                </a:extLst>
              </p:cNvPr>
              <p:cNvSpPr txBox="1"/>
              <p:nvPr/>
            </p:nvSpPr>
            <p:spPr>
              <a:xfrm>
                <a:off x="1328813" y="3699363"/>
                <a:ext cx="2996398" cy="1200329"/>
              </a:xfrm>
              <a:prstGeom prst="rect">
                <a:avLst/>
              </a:prstGeom>
              <a:noFill/>
            </p:spPr>
            <p:txBody>
              <a:bodyPr wrap="none" rtlCol="0">
                <a:spAutoFit/>
              </a:bodyPr>
              <a:lstStyle/>
              <a:p>
                <a:pPr marL="285750" indent="-285750">
                  <a:buFont typeface="Arial" panose="020B0604020202020204" pitchFamily="34" charset="0"/>
                  <a:buChar char="•"/>
                </a:pPr>
                <a:r>
                  <a:rPr lang="en-US" dirty="0"/>
                  <a:t>If</a:t>
                </a:r>
                <a:r>
                  <a:rPr lang="en-US" b="0"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0" smtClean="0">
                        <a:latin typeface="Cambria Math" panose="02040503050406030204" pitchFamily="18" charset="0"/>
                      </a:rPr>
                      <m:t>≥</m:t>
                    </m:r>
                    <m:r>
                      <a:rPr lang="en-US" b="0" i="0" smtClean="0">
                        <a:latin typeface="Cambria Math" panose="02040503050406030204" pitchFamily="18" charset="0"/>
                      </a:rPr>
                      <m:t>0</m:t>
                    </m:r>
                    <m:r>
                      <a:rPr lang="en-US" b="0" i="0" smtClean="0">
                        <a:latin typeface="Cambria Math" panose="02040503050406030204" pitchFamily="18" charset="0"/>
                      </a:rPr>
                      <m:t>.</m:t>
                    </m:r>
                    <m:r>
                      <a:rPr lang="en-US" b="0" i="0" smtClean="0">
                        <a:latin typeface="Cambria Math" panose="02040503050406030204" pitchFamily="18" charset="0"/>
                      </a:rPr>
                      <m:t>5</m:t>
                    </m:r>
                  </m:oMath>
                </a14:m>
                <a:r>
                  <a:rPr lang="en-US" dirty="0"/>
                  <a:t>, predict y=1</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If</a:t>
                </a:r>
                <a:r>
                  <a:rPr lang="en-US" b="0"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0" smtClean="0">
                        <a:latin typeface="Cambria Math" panose="02040503050406030204" pitchFamily="18" charset="0"/>
                      </a:rPr>
                      <m:t>&lt;</m:t>
                    </m:r>
                    <m:r>
                      <a:rPr lang="en-US" b="0" i="0" smtClean="0">
                        <a:latin typeface="Cambria Math" panose="02040503050406030204" pitchFamily="18" charset="0"/>
                      </a:rPr>
                      <m:t>0</m:t>
                    </m:r>
                    <m:r>
                      <a:rPr lang="en-US" b="0" i="0" smtClean="0">
                        <a:latin typeface="Cambria Math" panose="02040503050406030204" pitchFamily="18" charset="0"/>
                      </a:rPr>
                      <m:t>.</m:t>
                    </m:r>
                    <m:r>
                      <a:rPr lang="en-US" b="0" i="0" smtClean="0">
                        <a:latin typeface="Cambria Math" panose="02040503050406030204" pitchFamily="18" charset="0"/>
                      </a:rPr>
                      <m:t>5</m:t>
                    </m:r>
                  </m:oMath>
                </a14:m>
                <a:r>
                  <a:rPr lang="en-US" dirty="0"/>
                  <a:t>, predict y=0</a:t>
                </a:r>
              </a:p>
            </p:txBody>
          </p:sp>
        </mc:Choice>
        <mc:Fallback xmlns="">
          <p:sp>
            <p:nvSpPr>
              <p:cNvPr id="4" name="TextBox 3">
                <a:extLst>
                  <a:ext uri="{FF2B5EF4-FFF2-40B4-BE49-F238E27FC236}">
                    <a16:creationId xmlns:a16="http://schemas.microsoft.com/office/drawing/2014/main" id="{930DD055-87A4-4848-ACFB-66B7537EC795}"/>
                  </a:ext>
                </a:extLst>
              </p:cNvPr>
              <p:cNvSpPr txBox="1">
                <a:spLocks noRot="1" noChangeAspect="1" noMove="1" noResize="1" noEditPoints="1" noAdjustHandles="1" noChangeArrowheads="1" noChangeShapeType="1" noTextEdit="1"/>
              </p:cNvSpPr>
              <p:nvPr/>
            </p:nvSpPr>
            <p:spPr>
              <a:xfrm>
                <a:off x="1328813" y="3699363"/>
                <a:ext cx="2996398" cy="1200329"/>
              </a:xfrm>
              <a:prstGeom prst="rect">
                <a:avLst/>
              </a:prstGeom>
              <a:blipFill>
                <a:blip r:embed="rId2"/>
                <a:stretch>
                  <a:fillRect l="-1423" t="-3046" r="-610" b="-71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D5D84AC-F612-4F2C-8DFC-A855297C869C}"/>
                  </a:ext>
                </a:extLst>
              </p:cNvPr>
              <p:cNvSpPr txBox="1"/>
              <p:nvPr/>
            </p:nvSpPr>
            <p:spPr>
              <a:xfrm>
                <a:off x="1393439" y="1936111"/>
                <a:ext cx="165410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𝑔</m:t>
                          </m:r>
                          <m:r>
                            <a:rPr lang="en-US" b="0" i="1" smtClean="0">
                              <a:latin typeface="Cambria Math" panose="02040503050406030204" pitchFamily="18" charset="0"/>
                            </a:rPr>
                            <m:t>(</m:t>
                          </m:r>
                          <m:r>
                            <a:rPr lang="en-US" b="0" i="1" smtClean="0">
                              <a:latin typeface="Cambria Math" panose="02040503050406030204" pitchFamily="18" charset="0"/>
                            </a:rPr>
                            <m:t>𝜃</m:t>
                          </m:r>
                        </m:e>
                        <m:sup>
                          <m:r>
                            <a:rPr lang="en-US" b="0" i="1" smtClean="0">
                              <a:latin typeface="Cambria Math" panose="02040503050406030204" pitchFamily="18" charset="0"/>
                            </a:rPr>
                            <m:t>𝑇</m:t>
                          </m:r>
                        </m:sup>
                      </m:sSup>
                      <m:r>
                        <a:rPr lang="en-US" b="0" i="1" smtClean="0">
                          <a:latin typeface="Cambria Math" panose="02040503050406030204" pitchFamily="18" charset="0"/>
                        </a:rPr>
                        <m:t>𝑥</m:t>
                      </m:r>
                      <m:r>
                        <a:rPr lang="en-US" b="0" i="1" smtClean="0">
                          <a:latin typeface="Cambria Math" panose="02040503050406030204" pitchFamily="18" charset="0"/>
                        </a:rPr>
                        <m:t>)</m:t>
                      </m:r>
                    </m:oMath>
                  </m:oMathPara>
                </a14:m>
                <a:endParaRPr lang="en-US" dirty="0"/>
              </a:p>
            </p:txBody>
          </p:sp>
        </mc:Choice>
        <mc:Fallback xmlns="">
          <p:sp>
            <p:nvSpPr>
              <p:cNvPr id="5" name="TextBox 4">
                <a:extLst>
                  <a:ext uri="{FF2B5EF4-FFF2-40B4-BE49-F238E27FC236}">
                    <a16:creationId xmlns:a16="http://schemas.microsoft.com/office/drawing/2014/main" id="{5D5D84AC-F612-4F2C-8DFC-A855297C869C}"/>
                  </a:ext>
                </a:extLst>
              </p:cNvPr>
              <p:cNvSpPr txBox="1">
                <a:spLocks noRot="1" noChangeAspect="1" noMove="1" noResize="1" noEditPoints="1" noAdjustHandles="1" noChangeArrowheads="1" noChangeShapeType="1" noTextEdit="1"/>
              </p:cNvSpPr>
              <p:nvPr/>
            </p:nvSpPr>
            <p:spPr>
              <a:xfrm>
                <a:off x="1393439" y="1936111"/>
                <a:ext cx="1654107" cy="276999"/>
              </a:xfrm>
              <a:prstGeom prst="rect">
                <a:avLst/>
              </a:prstGeom>
              <a:blipFill>
                <a:blip r:embed="rId3"/>
                <a:stretch>
                  <a:fillRect l="-3321" t="-4444" r="-4797"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5EBC690-49F6-45E4-91E4-E70C6435472F}"/>
                  </a:ext>
                </a:extLst>
              </p:cNvPr>
              <p:cNvSpPr txBox="1"/>
              <p:nvPr/>
            </p:nvSpPr>
            <p:spPr>
              <a:xfrm>
                <a:off x="1441124" y="2643853"/>
                <a:ext cx="1562094" cy="5250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az-Latn-AZ" b="0" i="1" smtClean="0">
                          <a:latin typeface="Cambria Math" panose="02040503050406030204" pitchFamily="18" charset="0"/>
                        </a:rPr>
                        <m:t>𝑔</m:t>
                      </m:r>
                      <m:d>
                        <m:dPr>
                          <m:ctrlPr>
                            <a:rPr lang="az-Latn-AZ" b="0" i="1" smtClean="0">
                              <a:latin typeface="Cambria Math" panose="02040503050406030204" pitchFamily="18" charset="0"/>
                            </a:rPr>
                          </m:ctrlPr>
                        </m:dPr>
                        <m:e>
                          <m:r>
                            <a:rPr lang="az-Latn-AZ" b="0" i="1" smtClean="0">
                              <a:latin typeface="Cambria Math" panose="02040503050406030204" pitchFamily="18" charset="0"/>
                            </a:rPr>
                            <m:t>𝑧</m:t>
                          </m:r>
                        </m:e>
                      </m:d>
                      <m:r>
                        <a:rPr lang="az-Latn-AZ" b="0" i="1" smtClean="0">
                          <a:latin typeface="Cambria Math" panose="02040503050406030204" pitchFamily="18" charset="0"/>
                        </a:rPr>
                        <m:t>=</m:t>
                      </m:r>
                      <m:f>
                        <m:fPr>
                          <m:ctrlPr>
                            <a:rPr lang="en-US" b="0" i="1" smtClean="0">
                              <a:latin typeface="Cambria Math" panose="02040503050406030204" pitchFamily="18" charset="0"/>
                            </a:rPr>
                          </m:ctrlPr>
                        </m:fPr>
                        <m:num>
                          <m:r>
                            <a:rPr lang="az-Latn-AZ"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𝑧</m:t>
                              </m:r>
                            </m:sup>
                          </m:sSup>
                        </m:den>
                      </m:f>
                    </m:oMath>
                  </m:oMathPara>
                </a14:m>
                <a:endParaRPr lang="en-US" dirty="0"/>
              </a:p>
            </p:txBody>
          </p:sp>
        </mc:Choice>
        <mc:Fallback xmlns="">
          <p:sp>
            <p:nvSpPr>
              <p:cNvPr id="6" name="TextBox 5">
                <a:extLst>
                  <a:ext uri="{FF2B5EF4-FFF2-40B4-BE49-F238E27FC236}">
                    <a16:creationId xmlns:a16="http://schemas.microsoft.com/office/drawing/2014/main" id="{95EBC690-49F6-45E4-91E4-E70C6435472F}"/>
                  </a:ext>
                </a:extLst>
              </p:cNvPr>
              <p:cNvSpPr txBox="1">
                <a:spLocks noRot="1" noChangeAspect="1" noMove="1" noResize="1" noEditPoints="1" noAdjustHandles="1" noChangeArrowheads="1" noChangeShapeType="1" noTextEdit="1"/>
              </p:cNvSpPr>
              <p:nvPr/>
            </p:nvSpPr>
            <p:spPr>
              <a:xfrm>
                <a:off x="1441124" y="2643853"/>
                <a:ext cx="1562094" cy="525016"/>
              </a:xfrm>
              <a:prstGeom prst="rect">
                <a:avLst/>
              </a:prstGeom>
              <a:blipFill>
                <a:blip r:embed="rId4"/>
                <a:stretch>
                  <a:fillRect/>
                </a:stretch>
              </a:blipFill>
            </p:spPr>
            <p:txBody>
              <a:bodyPr/>
              <a:lstStyle/>
              <a:p>
                <a:r>
                  <a:rPr lang="en-US">
                    <a:noFill/>
                  </a:rPr>
                  <a:t> </a:t>
                </a:r>
              </a:p>
            </p:txBody>
          </p:sp>
        </mc:Fallback>
      </mc:AlternateContent>
      <p:pic>
        <p:nvPicPr>
          <p:cNvPr id="7" name="Picture 4" descr="Sigmoid function - Wikipedia">
            <a:extLst>
              <a:ext uri="{FF2B5EF4-FFF2-40B4-BE49-F238E27FC236}">
                <a16:creationId xmlns:a16="http://schemas.microsoft.com/office/drawing/2014/main" id="{E6135BC5-8C1A-41D1-8654-B98FAE2D1CD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0926"/>
          <a:stretch/>
        </p:blipFill>
        <p:spPr bwMode="auto">
          <a:xfrm>
            <a:off x="5757576" y="1637119"/>
            <a:ext cx="4777600" cy="283923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FD96B51-C2A4-43F1-997F-FE6FFDC1ED04}"/>
              </a:ext>
            </a:extLst>
          </p:cNvPr>
          <p:cNvSpPr txBox="1"/>
          <p:nvPr/>
        </p:nvSpPr>
        <p:spPr>
          <a:xfrm>
            <a:off x="10311007" y="4196388"/>
            <a:ext cx="276038" cy="369332"/>
          </a:xfrm>
          <a:prstGeom prst="rect">
            <a:avLst/>
          </a:prstGeom>
          <a:noFill/>
        </p:spPr>
        <p:txBody>
          <a:bodyPr wrap="none" rtlCol="0">
            <a:spAutoFit/>
          </a:bodyPr>
          <a:lstStyle/>
          <a:p>
            <a:r>
              <a:rPr lang="az-Latn-AZ" dirty="0"/>
              <a:t>z</a:t>
            </a:r>
            <a:endParaRPr lang="en-US" dirty="0"/>
          </a:p>
        </p:txBody>
      </p:sp>
      <p:sp>
        <p:nvSpPr>
          <p:cNvPr id="9" name="TextBox 8">
            <a:extLst>
              <a:ext uri="{FF2B5EF4-FFF2-40B4-BE49-F238E27FC236}">
                <a16:creationId xmlns:a16="http://schemas.microsoft.com/office/drawing/2014/main" id="{2C5A12D5-D6F3-48DF-9CB7-E222E759B224}"/>
              </a:ext>
            </a:extLst>
          </p:cNvPr>
          <p:cNvSpPr txBox="1"/>
          <p:nvPr/>
        </p:nvSpPr>
        <p:spPr>
          <a:xfrm>
            <a:off x="10337081" y="1655133"/>
            <a:ext cx="526106" cy="369332"/>
          </a:xfrm>
          <a:prstGeom prst="rect">
            <a:avLst/>
          </a:prstGeom>
          <a:noFill/>
        </p:spPr>
        <p:txBody>
          <a:bodyPr wrap="none" rtlCol="0">
            <a:spAutoFit/>
          </a:bodyPr>
          <a:lstStyle/>
          <a:p>
            <a:r>
              <a:rPr lang="az-Latn-AZ" dirty="0"/>
              <a:t>g(z)</a:t>
            </a:r>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14EB565-710D-4168-AD64-313C63533FE6}"/>
                  </a:ext>
                </a:extLst>
              </p:cNvPr>
              <p:cNvSpPr txBox="1"/>
              <p:nvPr/>
            </p:nvSpPr>
            <p:spPr>
              <a:xfrm>
                <a:off x="6990676" y="4715026"/>
                <a:ext cx="2536484" cy="369332"/>
              </a:xfrm>
              <a:prstGeom prst="rect">
                <a:avLst/>
              </a:prstGeom>
              <a:noFill/>
            </p:spPr>
            <p:txBody>
              <a:bodyPr wrap="square">
                <a:spAutoFit/>
              </a:bodyPr>
              <a:lstStyle/>
              <a:p>
                <a14:m>
                  <m:oMath xmlns:m="http://schemas.openxmlformats.org/officeDocument/2006/math">
                    <m:r>
                      <a:rPr lang="az-Latn-AZ" b="0" i="1" smtClean="0">
                        <a:latin typeface="Cambria Math" panose="02040503050406030204" pitchFamily="18" charset="0"/>
                      </a:rPr>
                      <m:t>𝑔</m:t>
                    </m:r>
                    <m:d>
                      <m:dPr>
                        <m:ctrlPr>
                          <a:rPr lang="az-Latn-AZ" b="0" i="1" smtClean="0">
                            <a:latin typeface="Cambria Math" panose="02040503050406030204" pitchFamily="18" charset="0"/>
                          </a:rPr>
                        </m:ctrlPr>
                      </m:dPr>
                      <m:e>
                        <m:r>
                          <a:rPr lang="az-Latn-AZ" b="0" i="1" smtClean="0">
                            <a:latin typeface="Cambria Math" panose="02040503050406030204" pitchFamily="18" charset="0"/>
                          </a:rPr>
                          <m:t>𝑧</m:t>
                        </m:r>
                      </m:e>
                    </m:d>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5</m:t>
                    </m:r>
                  </m:oMath>
                </a14:m>
                <a:r>
                  <a:rPr lang="en-US" dirty="0"/>
                  <a:t> when </a:t>
                </a:r>
                <a14:m>
                  <m:oMath xmlns:m="http://schemas.openxmlformats.org/officeDocument/2006/math">
                    <m:r>
                      <m:rPr>
                        <m:sty m:val="p"/>
                      </m:rPr>
                      <a:rPr lang="en-US" b="0" i="0" smtClean="0">
                        <a:latin typeface="Cambria Math" panose="02040503050406030204" pitchFamily="18" charset="0"/>
                      </a:rPr>
                      <m:t>z</m:t>
                    </m:r>
                    <m:r>
                      <a:rPr lang="en-US" b="0" i="1" smtClean="0">
                        <a:latin typeface="Cambria Math" panose="02040503050406030204" pitchFamily="18" charset="0"/>
                      </a:rPr>
                      <m:t>≥</m:t>
                    </m:r>
                    <m:r>
                      <a:rPr lang="en-US" b="0" i="1" smtClean="0">
                        <a:latin typeface="Cambria Math" panose="02040503050406030204" pitchFamily="18" charset="0"/>
                      </a:rPr>
                      <m:t>0</m:t>
                    </m:r>
                  </m:oMath>
                </a14:m>
                <a:endParaRPr lang="en-US" dirty="0"/>
              </a:p>
            </p:txBody>
          </p:sp>
        </mc:Choice>
        <mc:Fallback xmlns="">
          <p:sp>
            <p:nvSpPr>
              <p:cNvPr id="11" name="TextBox 10">
                <a:extLst>
                  <a:ext uri="{FF2B5EF4-FFF2-40B4-BE49-F238E27FC236}">
                    <a16:creationId xmlns:a16="http://schemas.microsoft.com/office/drawing/2014/main" id="{D14EB565-710D-4168-AD64-313C63533FE6}"/>
                  </a:ext>
                </a:extLst>
              </p:cNvPr>
              <p:cNvSpPr txBox="1">
                <a:spLocks noRot="1" noChangeAspect="1" noMove="1" noResize="1" noEditPoints="1" noAdjustHandles="1" noChangeArrowheads="1" noChangeShapeType="1" noTextEdit="1"/>
              </p:cNvSpPr>
              <p:nvPr/>
            </p:nvSpPr>
            <p:spPr>
              <a:xfrm>
                <a:off x="6990676" y="4715026"/>
                <a:ext cx="2536484" cy="369332"/>
              </a:xfrm>
              <a:prstGeom prst="rect">
                <a:avLst/>
              </a:prstGeom>
              <a:blipFill>
                <a:blip r:embed="rId6"/>
                <a:stretch>
                  <a:fillRect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C9E96EA-0C37-4148-AF66-C62AB66EEC3F}"/>
                  </a:ext>
                </a:extLst>
              </p:cNvPr>
              <p:cNvSpPr txBox="1"/>
              <p:nvPr/>
            </p:nvSpPr>
            <p:spPr>
              <a:xfrm>
                <a:off x="7687418" y="5244214"/>
                <a:ext cx="1143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𝜃</m:t>
                          </m:r>
                        </m:e>
                        <m:sup>
                          <m:r>
                            <a:rPr lang="en-US" b="0" i="1" smtClean="0">
                              <a:latin typeface="Cambria Math" panose="02040503050406030204" pitchFamily="18" charset="0"/>
                            </a:rPr>
                            <m:t>𝑇</m:t>
                          </m:r>
                        </m:sup>
                      </m:sSup>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0</m:t>
                      </m:r>
                    </m:oMath>
                  </m:oMathPara>
                </a14:m>
                <a:endParaRPr lang="en-US" dirty="0"/>
              </a:p>
            </p:txBody>
          </p:sp>
        </mc:Choice>
        <mc:Fallback xmlns="">
          <p:sp>
            <p:nvSpPr>
              <p:cNvPr id="13" name="TextBox 12">
                <a:extLst>
                  <a:ext uri="{FF2B5EF4-FFF2-40B4-BE49-F238E27FC236}">
                    <a16:creationId xmlns:a16="http://schemas.microsoft.com/office/drawing/2014/main" id="{5C9E96EA-0C37-4148-AF66-C62AB66EEC3F}"/>
                  </a:ext>
                </a:extLst>
              </p:cNvPr>
              <p:cNvSpPr txBox="1">
                <a:spLocks noRot="1" noChangeAspect="1" noMove="1" noResize="1" noEditPoints="1" noAdjustHandles="1" noChangeArrowheads="1" noChangeShapeType="1" noTextEdit="1"/>
              </p:cNvSpPr>
              <p:nvPr/>
            </p:nvSpPr>
            <p:spPr>
              <a:xfrm>
                <a:off x="7687418" y="5244214"/>
                <a:ext cx="1143000" cy="369332"/>
              </a:xfrm>
              <a:prstGeom prst="rect">
                <a:avLst/>
              </a:prstGeom>
              <a:blipFill>
                <a:blip r:embed="rId7"/>
                <a:stretch>
                  <a:fillRect/>
                </a:stretch>
              </a:blipFill>
            </p:spPr>
            <p:txBody>
              <a:bodyPr/>
              <a:lstStyle/>
              <a:p>
                <a:r>
                  <a:rPr lang="en-US">
                    <a:noFill/>
                  </a:rPr>
                  <a:t> </a:t>
                </a:r>
              </a:p>
            </p:txBody>
          </p:sp>
        </mc:Fallback>
      </mc:AlternateContent>
      <p:sp>
        <p:nvSpPr>
          <p:cNvPr id="18" name="Title 1">
            <a:extLst>
              <a:ext uri="{FF2B5EF4-FFF2-40B4-BE49-F238E27FC236}">
                <a16:creationId xmlns:a16="http://schemas.microsoft.com/office/drawing/2014/main" id="{188017E5-2C6B-4891-9B8B-2E643C59EADB}"/>
              </a:ext>
            </a:extLst>
          </p:cNvPr>
          <p:cNvSpPr txBox="1">
            <a:spLocks/>
          </p:cNvSpPr>
          <p:nvPr/>
        </p:nvSpPr>
        <p:spPr>
          <a:xfrm>
            <a:off x="127425" y="127645"/>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all" spc="0" normalizeH="0" baseline="0" noProof="0" dirty="0">
                <a:ln>
                  <a:noFill/>
                </a:ln>
                <a:solidFill>
                  <a:sysClr val="windowText" lastClr="000000"/>
                </a:solidFill>
                <a:effectLst/>
                <a:uLnTx/>
                <a:uFillTx/>
                <a:latin typeface="Posterama"/>
                <a:ea typeface="+mj-ea"/>
                <a:cs typeface="+mj-cs"/>
              </a:rPr>
              <a:t>Decision boundary</a:t>
            </a:r>
          </a:p>
        </p:txBody>
      </p:sp>
      <p:sp>
        <p:nvSpPr>
          <p:cNvPr id="19" name="Slide Number Placeholder 18">
            <a:extLst>
              <a:ext uri="{FF2B5EF4-FFF2-40B4-BE49-F238E27FC236}">
                <a16:creationId xmlns:a16="http://schemas.microsoft.com/office/drawing/2014/main" id="{B6BB5D93-968D-4BCF-AB99-F6CE50906D57}"/>
              </a:ext>
            </a:extLst>
          </p:cNvPr>
          <p:cNvSpPr>
            <a:spLocks noGrp="1"/>
          </p:cNvSpPr>
          <p:nvPr>
            <p:ph type="sldNum" sz="quarter" idx="12"/>
          </p:nvPr>
        </p:nvSpPr>
        <p:spPr/>
        <p:txBody>
          <a:bodyPr/>
          <a:lstStyle/>
          <a:p>
            <a:fld id="{836600DF-5D53-42A4-B23C-8345E9EFB9A6}" type="slidenum">
              <a:rPr lang="en-US" smtClean="0"/>
              <a:t>9</a:t>
            </a:fld>
            <a:endParaRPr lang="en-US"/>
          </a:p>
        </p:txBody>
      </p:sp>
    </p:spTree>
    <p:extLst>
      <p:ext uri="{BB962C8B-B14F-4D97-AF65-F5344CB8AC3E}">
        <p14:creationId xmlns:p14="http://schemas.microsoft.com/office/powerpoint/2010/main" val="154660452"/>
      </p:ext>
    </p:extLst>
  </p:cSld>
  <p:clrMapOvr>
    <a:masterClrMapping/>
  </p:clrMapOvr>
  <p:transition>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6E531C3-E01D-4441-A109-CA780F7DDFCE}"/>
                  </a:ext>
                </a:extLst>
              </p:cNvPr>
              <p:cNvSpPr txBox="1"/>
              <p:nvPr/>
            </p:nvSpPr>
            <p:spPr>
              <a:xfrm>
                <a:off x="5675261" y="1761655"/>
                <a:ext cx="328506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h</m:t>
                          </m:r>
                        </m:e>
                        <m:sub>
                          <m:r>
                            <a:rPr lang="en-US" sz="1800" b="0" i="1" smtClean="0">
                              <a:latin typeface="Cambria Math" panose="02040503050406030204" pitchFamily="18" charset="0"/>
                            </a:rPr>
                            <m:t>𝜃</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r>
                        <a:rPr lang="en-US" sz="1800" b="0" i="1" smtClean="0">
                          <a:latin typeface="Cambria Math" panose="02040503050406030204" pitchFamily="18" charset="0"/>
                        </a:rPr>
                        <m:t>=</m:t>
                      </m:r>
                      <m:r>
                        <a:rPr lang="en-US" sz="1800" b="0" i="1" smtClean="0">
                          <a:latin typeface="Cambria Math" panose="02040503050406030204" pitchFamily="18" charset="0"/>
                        </a:rPr>
                        <m:t>𝑔</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𝜃</m:t>
                          </m:r>
                        </m:e>
                        <m:sub>
                          <m:r>
                            <a:rPr lang="en-US" sz="1800" b="0" i="1" smtClean="0">
                              <a:latin typeface="Cambria Math" panose="02040503050406030204" pitchFamily="18" charset="0"/>
                            </a:rPr>
                            <m:t>0</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𝜃</m:t>
                          </m:r>
                        </m:e>
                        <m:sub>
                          <m:r>
                            <a:rPr lang="en-US" sz="1800" b="0" i="1" smtClean="0">
                              <a:latin typeface="Cambria Math" panose="02040503050406030204" pitchFamily="18" charset="0"/>
                            </a:rPr>
                            <m:t>1</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56E531C3-E01D-4441-A109-CA780F7DDFCE}"/>
                  </a:ext>
                </a:extLst>
              </p:cNvPr>
              <p:cNvSpPr txBox="1">
                <a:spLocks noRot="1" noChangeAspect="1" noMove="1" noResize="1" noEditPoints="1" noAdjustHandles="1" noChangeArrowheads="1" noChangeShapeType="1" noTextEdit="1"/>
              </p:cNvSpPr>
              <p:nvPr/>
            </p:nvSpPr>
            <p:spPr>
              <a:xfrm>
                <a:off x="5675261" y="1761655"/>
                <a:ext cx="3285067" cy="369332"/>
              </a:xfrm>
              <a:prstGeom prst="rect">
                <a:avLst/>
              </a:prstGeom>
              <a:blipFill>
                <a:blip r:embed="rId2"/>
                <a:stretch>
                  <a:fillRect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1703A78F-2BCA-490B-A6F9-128D3752E4E5}"/>
                  </a:ext>
                </a:extLst>
              </p:cNvPr>
              <p:cNvSpPr txBox="1"/>
              <p:nvPr/>
            </p:nvSpPr>
            <p:spPr>
              <a:xfrm>
                <a:off x="5776862" y="2430455"/>
                <a:ext cx="2277534" cy="307777"/>
              </a:xfrm>
              <a:prstGeom prst="rect">
                <a:avLst/>
              </a:prstGeom>
              <a:noFill/>
            </p:spPr>
            <p:txBody>
              <a:bodyPr wrap="square">
                <a:spAutoFit/>
              </a:bodyPr>
              <a:lstStyle/>
              <a:p>
                <a:r>
                  <a:rPr lang="en-US" sz="1400" dirty="0"/>
                  <a:t>predict y=1 when </a:t>
                </a:r>
                <a14:m>
                  <m:oMath xmlns:m="http://schemas.openxmlformats.org/officeDocument/2006/math">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𝜃</m:t>
                        </m:r>
                      </m:e>
                      <m:sup>
                        <m:r>
                          <a:rPr lang="en-US" sz="1400" b="0" i="1" smtClean="0">
                            <a:latin typeface="Cambria Math" panose="02040503050406030204" pitchFamily="18" charset="0"/>
                          </a:rPr>
                          <m:t>𝑇</m:t>
                        </m:r>
                      </m:sup>
                    </m:sSup>
                    <m:r>
                      <a:rPr lang="en-US" sz="1400" b="0" i="1" smtClean="0">
                        <a:latin typeface="Cambria Math" panose="02040503050406030204" pitchFamily="18" charset="0"/>
                      </a:rPr>
                      <m:t>𝑥</m:t>
                    </m:r>
                    <m:r>
                      <a:rPr lang="en-US" sz="1400" b="0" i="1" smtClean="0">
                        <a:latin typeface="Cambria Math" panose="02040503050406030204" pitchFamily="18" charset="0"/>
                      </a:rPr>
                      <m:t>≥</m:t>
                    </m:r>
                    <m:r>
                      <a:rPr lang="en-US" sz="1400" b="0" i="1" smtClean="0">
                        <a:latin typeface="Cambria Math" panose="02040503050406030204" pitchFamily="18" charset="0"/>
                      </a:rPr>
                      <m:t>0</m:t>
                    </m:r>
                  </m:oMath>
                </a14:m>
                <a:endParaRPr lang="en-US" sz="1400" dirty="0"/>
              </a:p>
            </p:txBody>
          </p:sp>
        </mc:Choice>
        <mc:Fallback xmlns="">
          <p:sp>
            <p:nvSpPr>
              <p:cNvPr id="39" name="TextBox 38">
                <a:extLst>
                  <a:ext uri="{FF2B5EF4-FFF2-40B4-BE49-F238E27FC236}">
                    <a16:creationId xmlns:a16="http://schemas.microsoft.com/office/drawing/2014/main" id="{1703A78F-2BCA-490B-A6F9-128D3752E4E5}"/>
                  </a:ext>
                </a:extLst>
              </p:cNvPr>
              <p:cNvSpPr txBox="1">
                <a:spLocks noRot="1" noChangeAspect="1" noMove="1" noResize="1" noEditPoints="1" noAdjustHandles="1" noChangeArrowheads="1" noChangeShapeType="1" noTextEdit="1"/>
              </p:cNvSpPr>
              <p:nvPr/>
            </p:nvSpPr>
            <p:spPr>
              <a:xfrm>
                <a:off x="5776862" y="2430455"/>
                <a:ext cx="2277534" cy="307777"/>
              </a:xfrm>
              <a:prstGeom prst="rect">
                <a:avLst/>
              </a:prstGeom>
              <a:blipFill>
                <a:blip r:embed="rId3"/>
                <a:stretch>
                  <a:fillRect l="-804" t="-2000" b="-2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04E2DDB9-25F8-4E13-BBA3-2B3DCA1754DF}"/>
                  </a:ext>
                </a:extLst>
              </p:cNvPr>
              <p:cNvSpPr txBox="1"/>
              <p:nvPr/>
            </p:nvSpPr>
            <p:spPr>
              <a:xfrm>
                <a:off x="5776863" y="2951777"/>
                <a:ext cx="2277533" cy="923330"/>
              </a:xfrm>
              <a:prstGeom prst="rect">
                <a:avLst/>
              </a:prstGeom>
              <a:noFill/>
            </p:spPr>
            <p:txBody>
              <a:bodyPr wrap="square">
                <a:spAutoFit/>
              </a:bodyPr>
              <a:lstStyle/>
              <a:p>
                <a14:m>
                  <m:oMath xmlns:m="http://schemas.openxmlformats.org/officeDocument/2006/math">
                    <m:r>
                      <a:rPr lang="en-US" sz="1800" b="0" i="1" smtClean="0">
                        <a:latin typeface="Cambria Math" panose="02040503050406030204" pitchFamily="18" charset="0"/>
                      </a:rPr>
                      <m:t>−</m:t>
                    </m:r>
                    <m:r>
                      <a:rPr lang="en-US" sz="1800" b="0" i="1" smtClean="0">
                        <a:latin typeface="Cambria Math" panose="02040503050406030204" pitchFamily="18" charset="0"/>
                      </a:rPr>
                      <m:t>4</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0</m:t>
                    </m:r>
                  </m:oMath>
                </a14:m>
                <a:r>
                  <a:rPr lang="en-US" b="0" dirty="0"/>
                  <a:t> </a:t>
                </a:r>
              </a:p>
              <a:p>
                <a:endParaRPr lang="en-US" b="0" dirty="0"/>
              </a:p>
              <a:p>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4</m:t>
                    </m:r>
                  </m:oMath>
                </a14:m>
                <a:r>
                  <a:rPr lang="en-US" b="0" dirty="0"/>
                  <a:t> </a:t>
                </a:r>
              </a:p>
            </p:txBody>
          </p:sp>
        </mc:Choice>
        <mc:Fallback xmlns="">
          <p:sp>
            <p:nvSpPr>
              <p:cNvPr id="43" name="TextBox 42">
                <a:extLst>
                  <a:ext uri="{FF2B5EF4-FFF2-40B4-BE49-F238E27FC236}">
                    <a16:creationId xmlns:a16="http://schemas.microsoft.com/office/drawing/2014/main" id="{04E2DDB9-25F8-4E13-BBA3-2B3DCA1754DF}"/>
                  </a:ext>
                </a:extLst>
              </p:cNvPr>
              <p:cNvSpPr txBox="1">
                <a:spLocks noRot="1" noChangeAspect="1" noMove="1" noResize="1" noEditPoints="1" noAdjustHandles="1" noChangeArrowheads="1" noChangeShapeType="1" noTextEdit="1"/>
              </p:cNvSpPr>
              <p:nvPr/>
            </p:nvSpPr>
            <p:spPr>
              <a:xfrm>
                <a:off x="5776863" y="2951777"/>
                <a:ext cx="2277533" cy="923330"/>
              </a:xfrm>
              <a:prstGeom prst="rect">
                <a:avLst/>
              </a:prstGeom>
              <a:blipFill>
                <a:blip r:embed="rId4"/>
                <a:stretch>
                  <a:fillRect/>
                </a:stretch>
              </a:blipFill>
            </p:spPr>
            <p:txBody>
              <a:bodyPr/>
              <a:lstStyle/>
              <a:p>
                <a:r>
                  <a:rPr lang="en-US">
                    <a:noFill/>
                  </a:rPr>
                  <a:t> </a:t>
                </a:r>
              </a:p>
            </p:txBody>
          </p:sp>
        </mc:Fallback>
      </mc:AlternateContent>
      <p:grpSp>
        <p:nvGrpSpPr>
          <p:cNvPr id="101" name="Group 100">
            <a:extLst>
              <a:ext uri="{FF2B5EF4-FFF2-40B4-BE49-F238E27FC236}">
                <a16:creationId xmlns:a16="http://schemas.microsoft.com/office/drawing/2014/main" id="{CE034BF4-CADB-4C9F-868B-4363E5B007D0}"/>
              </a:ext>
            </a:extLst>
          </p:cNvPr>
          <p:cNvGrpSpPr/>
          <p:nvPr/>
        </p:nvGrpSpPr>
        <p:grpSpPr>
          <a:xfrm>
            <a:off x="379891" y="1615020"/>
            <a:ext cx="4967068" cy="3962605"/>
            <a:chOff x="329091" y="1081620"/>
            <a:chExt cx="4967068" cy="3962605"/>
          </a:xfrm>
        </p:grpSpPr>
        <p:pic>
          <p:nvPicPr>
            <p:cNvPr id="47" name="Picture 46">
              <a:extLst>
                <a:ext uri="{FF2B5EF4-FFF2-40B4-BE49-F238E27FC236}">
                  <a16:creationId xmlns:a16="http://schemas.microsoft.com/office/drawing/2014/main" id="{CECCEEFD-8FF7-45E1-A057-F3F8019B599D}"/>
                </a:ext>
              </a:extLst>
            </p:cNvPr>
            <p:cNvPicPr>
              <a:picLocks noChangeAspect="1"/>
            </p:cNvPicPr>
            <p:nvPr/>
          </p:nvPicPr>
          <p:blipFill>
            <a:blip r:embed="rId5"/>
            <a:stretch>
              <a:fillRect/>
            </a:stretch>
          </p:blipFill>
          <p:spPr>
            <a:xfrm>
              <a:off x="329091" y="1081620"/>
              <a:ext cx="4967068" cy="3962605"/>
            </a:xfrm>
            <a:prstGeom prst="rect">
              <a:avLst/>
            </a:prstGeom>
          </p:spPr>
        </p:pic>
        <p:sp>
          <p:nvSpPr>
            <p:cNvPr id="15" name="Rectangle 14">
              <a:extLst>
                <a:ext uri="{FF2B5EF4-FFF2-40B4-BE49-F238E27FC236}">
                  <a16:creationId xmlns:a16="http://schemas.microsoft.com/office/drawing/2014/main" id="{7C5FF3BB-7C01-480E-930C-079B482C2EB2}"/>
                </a:ext>
              </a:extLst>
            </p:cNvPr>
            <p:cNvSpPr/>
            <p:nvPr/>
          </p:nvSpPr>
          <p:spPr>
            <a:xfrm>
              <a:off x="1432557" y="2340028"/>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2CF01AB1-11EC-4E2A-BCF7-E927B78DCEA2}"/>
                </a:ext>
              </a:extLst>
            </p:cNvPr>
            <p:cNvSpPr/>
            <p:nvPr/>
          </p:nvSpPr>
          <p:spPr>
            <a:xfrm>
              <a:off x="1109133" y="3903133"/>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2B58C20-383F-4FD1-B9BE-43281E3E7686}"/>
                </a:ext>
              </a:extLst>
            </p:cNvPr>
            <p:cNvSpPr/>
            <p:nvPr/>
          </p:nvSpPr>
          <p:spPr>
            <a:xfrm>
              <a:off x="1664545" y="4086013"/>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18164D4F-41B7-45B7-B377-C37DFD492E33}"/>
                </a:ext>
              </a:extLst>
            </p:cNvPr>
            <p:cNvSpPr/>
            <p:nvPr/>
          </p:nvSpPr>
          <p:spPr>
            <a:xfrm>
              <a:off x="1432557" y="3429000"/>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5B40A3A-2457-4723-92C9-BE53F92B6B95}"/>
                </a:ext>
              </a:extLst>
            </p:cNvPr>
            <p:cNvSpPr/>
            <p:nvPr/>
          </p:nvSpPr>
          <p:spPr>
            <a:xfrm>
              <a:off x="2165773" y="3889586"/>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C3AD0BD-90C0-402E-A8FD-7D51A64A1A4F}"/>
                </a:ext>
              </a:extLst>
            </p:cNvPr>
            <p:cNvSpPr/>
            <p:nvPr/>
          </p:nvSpPr>
          <p:spPr>
            <a:xfrm>
              <a:off x="2629745" y="4177453"/>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DA4701DB-064F-48C5-A75E-DBF4ABFB4A5B}"/>
                </a:ext>
              </a:extLst>
            </p:cNvPr>
            <p:cNvSpPr/>
            <p:nvPr/>
          </p:nvSpPr>
          <p:spPr>
            <a:xfrm>
              <a:off x="1823714" y="3520440"/>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293497F1-4312-4BAC-A27D-B6F43EFF285C}"/>
                </a:ext>
              </a:extLst>
            </p:cNvPr>
            <p:cNvSpPr/>
            <p:nvPr/>
          </p:nvSpPr>
          <p:spPr>
            <a:xfrm>
              <a:off x="1082038" y="2971483"/>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48F1D12-B8C5-4D3E-9702-F9DFABD54225}"/>
                </a:ext>
              </a:extLst>
            </p:cNvPr>
            <p:cNvSpPr/>
            <p:nvPr/>
          </p:nvSpPr>
          <p:spPr>
            <a:xfrm>
              <a:off x="1844037" y="2700787"/>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96DF0BE-5C6A-498D-B2A6-B56A0738462E}"/>
                </a:ext>
              </a:extLst>
            </p:cNvPr>
            <p:cNvSpPr/>
            <p:nvPr/>
          </p:nvSpPr>
          <p:spPr>
            <a:xfrm>
              <a:off x="2411305" y="2114814"/>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2639B29-3E10-4CFE-BE08-E3651859FDAA}"/>
                </a:ext>
              </a:extLst>
            </p:cNvPr>
            <p:cNvSpPr/>
            <p:nvPr/>
          </p:nvSpPr>
          <p:spPr>
            <a:xfrm>
              <a:off x="2401143" y="3189923"/>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A248A72-7B54-4294-9019-438C2DB7A132}"/>
                </a:ext>
              </a:extLst>
            </p:cNvPr>
            <p:cNvSpPr/>
            <p:nvPr/>
          </p:nvSpPr>
          <p:spPr>
            <a:xfrm>
              <a:off x="3317239" y="3691150"/>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EC88D7C-8979-460C-A75E-CC0465400A00}"/>
                </a:ext>
              </a:extLst>
            </p:cNvPr>
            <p:cNvSpPr/>
            <p:nvPr/>
          </p:nvSpPr>
          <p:spPr>
            <a:xfrm>
              <a:off x="3931916" y="3818466"/>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D01DA01-FB76-41A4-A662-0C5A2DE06730}"/>
                </a:ext>
              </a:extLst>
            </p:cNvPr>
            <p:cNvSpPr/>
            <p:nvPr/>
          </p:nvSpPr>
          <p:spPr>
            <a:xfrm>
              <a:off x="3931916" y="2793762"/>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360B2DF-C0F6-47C7-90E7-A52F53C8BA83}"/>
                </a:ext>
              </a:extLst>
            </p:cNvPr>
            <p:cNvSpPr/>
            <p:nvPr/>
          </p:nvSpPr>
          <p:spPr>
            <a:xfrm>
              <a:off x="3116104" y="1867269"/>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12A97D83-DF2B-4442-B622-DBD3122B1651}"/>
                </a:ext>
              </a:extLst>
            </p:cNvPr>
            <p:cNvGrpSpPr/>
            <p:nvPr/>
          </p:nvGrpSpPr>
          <p:grpSpPr>
            <a:xfrm>
              <a:off x="3864221" y="1378709"/>
              <a:ext cx="1292011" cy="634465"/>
              <a:chOff x="734906" y="5197683"/>
              <a:chExt cx="1292011" cy="634465"/>
            </a:xfrm>
          </p:grpSpPr>
          <p:sp>
            <p:nvSpPr>
              <p:cNvPr id="30" name="Oval 29">
                <a:extLst>
                  <a:ext uri="{FF2B5EF4-FFF2-40B4-BE49-F238E27FC236}">
                    <a16:creationId xmlns:a16="http://schemas.microsoft.com/office/drawing/2014/main" id="{0E57AB55-FFE8-4889-9EF2-55458456FA43}"/>
                  </a:ext>
                </a:extLst>
              </p:cNvPr>
              <p:cNvSpPr/>
              <p:nvPr/>
            </p:nvSpPr>
            <p:spPr>
              <a:xfrm>
                <a:off x="746760" y="5249016"/>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CC2CF62-D7D9-49CC-8119-2EDCCC1FE59E}"/>
                  </a:ext>
                </a:extLst>
              </p:cNvPr>
              <p:cNvSpPr/>
              <p:nvPr/>
            </p:nvSpPr>
            <p:spPr>
              <a:xfrm>
                <a:off x="734906" y="5578708"/>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63E70A1E-FF3D-4ADD-9690-3CC227FD3892}"/>
                  </a:ext>
                </a:extLst>
              </p:cNvPr>
              <p:cNvSpPr txBox="1"/>
              <p:nvPr/>
            </p:nvSpPr>
            <p:spPr>
              <a:xfrm>
                <a:off x="932442" y="5524371"/>
                <a:ext cx="838691" cy="307777"/>
              </a:xfrm>
              <a:prstGeom prst="rect">
                <a:avLst/>
              </a:prstGeom>
              <a:noFill/>
            </p:spPr>
            <p:txBody>
              <a:bodyPr wrap="none" rtlCol="0">
                <a:spAutoFit/>
              </a:bodyPr>
              <a:lstStyle/>
              <a:p>
                <a:r>
                  <a:rPr lang="en-US" sz="1400" dirty="0"/>
                  <a:t>Sand risk</a:t>
                </a:r>
              </a:p>
            </p:txBody>
          </p:sp>
          <p:sp>
            <p:nvSpPr>
              <p:cNvPr id="33" name="TextBox 32">
                <a:extLst>
                  <a:ext uri="{FF2B5EF4-FFF2-40B4-BE49-F238E27FC236}">
                    <a16:creationId xmlns:a16="http://schemas.microsoft.com/office/drawing/2014/main" id="{1A91A4BF-5277-418F-96B2-1219BF3735DD}"/>
                  </a:ext>
                </a:extLst>
              </p:cNvPr>
              <p:cNvSpPr txBox="1"/>
              <p:nvPr/>
            </p:nvSpPr>
            <p:spPr>
              <a:xfrm>
                <a:off x="949378" y="5197683"/>
                <a:ext cx="1077539" cy="307777"/>
              </a:xfrm>
              <a:prstGeom prst="rect">
                <a:avLst/>
              </a:prstGeom>
              <a:noFill/>
            </p:spPr>
            <p:txBody>
              <a:bodyPr wrap="none" rtlCol="0">
                <a:spAutoFit/>
              </a:bodyPr>
              <a:lstStyle/>
              <a:p>
                <a:r>
                  <a:rPr lang="en-US" sz="1400" dirty="0"/>
                  <a:t>No sand risk</a:t>
                </a:r>
              </a:p>
            </p:txBody>
          </p:sp>
        </p:grpSp>
        <p:sp>
          <p:nvSpPr>
            <p:cNvPr id="48" name="Rectangle 47">
              <a:extLst>
                <a:ext uri="{FF2B5EF4-FFF2-40B4-BE49-F238E27FC236}">
                  <a16:creationId xmlns:a16="http://schemas.microsoft.com/office/drawing/2014/main" id="{B33F3C64-7DB6-4271-A0EC-B725415F0437}"/>
                </a:ext>
              </a:extLst>
            </p:cNvPr>
            <p:cNvSpPr/>
            <p:nvPr/>
          </p:nvSpPr>
          <p:spPr>
            <a:xfrm>
              <a:off x="3078477" y="2880042"/>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6B951946-EBC7-4A54-82D9-E78D27229D82}"/>
                </a:ext>
              </a:extLst>
            </p:cNvPr>
            <p:cNvSpPr/>
            <p:nvPr/>
          </p:nvSpPr>
          <p:spPr>
            <a:xfrm>
              <a:off x="1305267" y="4459820"/>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280A2F7A-06E1-4F8C-9F8C-E281CEA3B61C}"/>
                </a:ext>
              </a:extLst>
            </p:cNvPr>
            <p:cNvSpPr/>
            <p:nvPr/>
          </p:nvSpPr>
          <p:spPr>
            <a:xfrm>
              <a:off x="785997" y="3429000"/>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8378FA15-A537-4466-9885-BBE3DB8E55FA}"/>
                </a:ext>
              </a:extLst>
            </p:cNvPr>
            <p:cNvSpPr/>
            <p:nvPr/>
          </p:nvSpPr>
          <p:spPr>
            <a:xfrm>
              <a:off x="1715244" y="1775829"/>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6A423EF0-0A81-4E5A-9D61-9F9FDC5D4B7D}"/>
                </a:ext>
              </a:extLst>
            </p:cNvPr>
            <p:cNvSpPr/>
            <p:nvPr/>
          </p:nvSpPr>
          <p:spPr>
            <a:xfrm>
              <a:off x="2543383" y="2606596"/>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24E1290-D9B1-49BE-9A7A-0F54ED633FEB}"/>
                </a:ext>
              </a:extLst>
            </p:cNvPr>
            <p:cNvSpPr/>
            <p:nvPr/>
          </p:nvSpPr>
          <p:spPr>
            <a:xfrm>
              <a:off x="3958876" y="3205691"/>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1A71EC66-D9D2-461C-B74F-1485CD2ABEDA}"/>
                </a:ext>
              </a:extLst>
            </p:cNvPr>
            <p:cNvSpPr/>
            <p:nvPr/>
          </p:nvSpPr>
          <p:spPr>
            <a:xfrm>
              <a:off x="2072638" y="4375465"/>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78D706FA-AD1C-4F61-AE84-9AC20A592BBD}"/>
                </a:ext>
              </a:extLst>
            </p:cNvPr>
            <p:cNvSpPr/>
            <p:nvPr/>
          </p:nvSpPr>
          <p:spPr>
            <a:xfrm>
              <a:off x="3364358" y="2297694"/>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7" name="Picture 56">
            <a:extLst>
              <a:ext uri="{FF2B5EF4-FFF2-40B4-BE49-F238E27FC236}">
                <a16:creationId xmlns:a16="http://schemas.microsoft.com/office/drawing/2014/main" id="{013D8957-023F-4F29-85CE-5B1E569392C7}"/>
              </a:ext>
            </a:extLst>
          </p:cNvPr>
          <p:cNvPicPr>
            <a:picLocks noChangeAspect="1"/>
          </p:cNvPicPr>
          <p:nvPr/>
        </p:nvPicPr>
        <p:blipFill>
          <a:blip r:embed="rId6"/>
          <a:stretch>
            <a:fillRect/>
          </a:stretch>
        </p:blipFill>
        <p:spPr>
          <a:xfrm>
            <a:off x="9233285" y="1499634"/>
            <a:ext cx="1009791" cy="885949"/>
          </a:xfrm>
          <a:prstGeom prst="rect">
            <a:avLst/>
          </a:prstGeom>
        </p:spPr>
      </p:pic>
      <p:sp>
        <p:nvSpPr>
          <p:cNvPr id="98" name="TextBox 97">
            <a:extLst>
              <a:ext uri="{FF2B5EF4-FFF2-40B4-BE49-F238E27FC236}">
                <a16:creationId xmlns:a16="http://schemas.microsoft.com/office/drawing/2014/main" id="{3085638F-A656-4DCC-98D0-9C74D07F6387}"/>
              </a:ext>
            </a:extLst>
          </p:cNvPr>
          <p:cNvSpPr txBox="1"/>
          <p:nvPr/>
        </p:nvSpPr>
        <p:spPr>
          <a:xfrm>
            <a:off x="3098800" y="3777734"/>
            <a:ext cx="6096000" cy="307777"/>
          </a:xfrm>
          <a:prstGeom prst="rect">
            <a:avLst/>
          </a:prstGeom>
          <a:noFill/>
        </p:spPr>
        <p:txBody>
          <a:bodyPr wrap="square">
            <a:spAutoFit/>
          </a:bodyPr>
          <a:lstStyle/>
          <a:p>
            <a:endParaRPr lang="en-US" sz="1400" b="0" dirty="0"/>
          </a:p>
        </p:txBody>
      </p:sp>
      <p:sp>
        <p:nvSpPr>
          <p:cNvPr id="104" name="Title 1">
            <a:extLst>
              <a:ext uri="{FF2B5EF4-FFF2-40B4-BE49-F238E27FC236}">
                <a16:creationId xmlns:a16="http://schemas.microsoft.com/office/drawing/2014/main" id="{0397F262-1C13-44CB-9EBF-039C765C052F}"/>
              </a:ext>
            </a:extLst>
          </p:cNvPr>
          <p:cNvSpPr txBox="1">
            <a:spLocks/>
          </p:cNvSpPr>
          <p:nvPr/>
        </p:nvSpPr>
        <p:spPr>
          <a:xfrm>
            <a:off x="127425" y="127645"/>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all" spc="0" normalizeH="0" baseline="0" noProof="0" dirty="0">
                <a:ln>
                  <a:noFill/>
                </a:ln>
                <a:solidFill>
                  <a:sysClr val="windowText" lastClr="000000"/>
                </a:solidFill>
                <a:effectLst/>
                <a:uLnTx/>
                <a:uFillTx/>
                <a:latin typeface="Posterama"/>
                <a:ea typeface="+mj-ea"/>
                <a:cs typeface="+mj-cs"/>
              </a:rPr>
              <a:t>Decision boundary</a:t>
            </a:r>
          </a:p>
        </p:txBody>
      </p:sp>
      <p:sp>
        <p:nvSpPr>
          <p:cNvPr id="105" name="TextBox 104">
            <a:extLst>
              <a:ext uri="{FF2B5EF4-FFF2-40B4-BE49-F238E27FC236}">
                <a16:creationId xmlns:a16="http://schemas.microsoft.com/office/drawing/2014/main" id="{A88C26A7-81B8-42EB-8117-EF11E2FE6545}"/>
              </a:ext>
            </a:extLst>
          </p:cNvPr>
          <p:cNvSpPr txBox="1"/>
          <p:nvPr/>
        </p:nvSpPr>
        <p:spPr>
          <a:xfrm>
            <a:off x="7064385" y="6094336"/>
            <a:ext cx="3178691" cy="307777"/>
          </a:xfrm>
          <a:prstGeom prst="rect">
            <a:avLst/>
          </a:prstGeom>
          <a:noFill/>
        </p:spPr>
        <p:txBody>
          <a:bodyPr wrap="none" rtlCol="0">
            <a:spAutoFit/>
          </a:bodyPr>
          <a:lstStyle/>
          <a:p>
            <a:pPr marL="285750" indent="-285750">
              <a:buFont typeface="Arial" panose="020B0604020202020204" pitchFamily="34" charset="0"/>
              <a:buChar char="•"/>
            </a:pPr>
            <a:r>
              <a:rPr lang="en-US" sz="1400" dirty="0"/>
              <a:t>Decision boundary is property of h(x)</a:t>
            </a:r>
          </a:p>
        </p:txBody>
      </p:sp>
      <p:sp>
        <p:nvSpPr>
          <p:cNvPr id="106" name="Slide Number Placeholder 105">
            <a:extLst>
              <a:ext uri="{FF2B5EF4-FFF2-40B4-BE49-F238E27FC236}">
                <a16:creationId xmlns:a16="http://schemas.microsoft.com/office/drawing/2014/main" id="{E1214D64-F6E7-4FA3-BB33-92381718B0B7}"/>
              </a:ext>
            </a:extLst>
          </p:cNvPr>
          <p:cNvSpPr>
            <a:spLocks noGrp="1"/>
          </p:cNvSpPr>
          <p:nvPr>
            <p:ph type="sldNum" sz="quarter" idx="12"/>
          </p:nvPr>
        </p:nvSpPr>
        <p:spPr/>
        <p:txBody>
          <a:bodyPr/>
          <a:lstStyle/>
          <a:p>
            <a:fld id="{836600DF-5D53-42A4-B23C-8345E9EFB9A6}" type="slidenum">
              <a:rPr lang="en-US" smtClean="0"/>
              <a:t>10</a:t>
            </a:fld>
            <a:endParaRPr lang="en-US"/>
          </a:p>
        </p:txBody>
      </p:sp>
    </p:spTree>
    <p:extLst>
      <p:ext uri="{BB962C8B-B14F-4D97-AF65-F5344CB8AC3E}">
        <p14:creationId xmlns:p14="http://schemas.microsoft.com/office/powerpoint/2010/main" val="1578971946"/>
      </p:ext>
    </p:extLst>
  </p:cSld>
  <p:clrMapOvr>
    <a:masterClrMapping/>
  </p:clrMapOvr>
  <p:transition>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174A799-3C07-4485-B3AF-AF08511520DB}"/>
                  </a:ext>
                </a:extLst>
              </p:cNvPr>
              <p:cNvSpPr txBox="1"/>
              <p:nvPr/>
            </p:nvSpPr>
            <p:spPr>
              <a:xfrm>
                <a:off x="4869646" y="1905257"/>
                <a:ext cx="4650557" cy="927049"/>
              </a:xfrm>
              <a:prstGeom prst="rect">
                <a:avLst/>
              </a:prstGeom>
              <a:noFill/>
            </p:spPr>
            <p:txBody>
              <a:bodyPr wrap="square">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𝑔</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a:latin typeface="Cambria Math" panose="02040503050406030204" pitchFamily="18" charset="0"/>
                              </a:rPr>
                              <m:t>𝜃</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a:latin typeface="Cambria Math" panose="02040503050406030204" pitchFamily="18" charset="0"/>
                              </a:rPr>
                              <m:t>𝜃</m:t>
                            </m:r>
                          </m:e>
                          <m:sub>
                            <m:r>
                              <a:rPr lang="en-US" b="0" i="1" smtClean="0">
                                <a:latin typeface="Cambria Math" panose="02040503050406030204" pitchFamily="18" charset="0"/>
                              </a:rPr>
                              <m:t>3</m:t>
                            </m:r>
                          </m:sub>
                        </m:sSub>
                        <m:sSubSup>
                          <m:sSubSupPr>
                            <m:ctrlPr>
                              <a:rPr lang="en-US" b="0" i="1" smtClean="0">
                                <a:latin typeface="Cambria Math" panose="02040503050406030204" pitchFamily="18" charset="0"/>
                              </a:rPr>
                            </m:ctrlPr>
                          </m:sSubSupPr>
                          <m:e>
                            <m:r>
                              <a:rPr lang="en-US" i="1">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a:latin typeface="Cambria Math" panose="02040503050406030204" pitchFamily="18" charset="0"/>
                              </a:rPr>
                              <m:t>𝜃</m:t>
                            </m:r>
                          </m:e>
                          <m:sub>
                            <m:r>
                              <a:rPr lang="en-US" b="0" i="1" smtClean="0">
                                <a:latin typeface="Cambria Math" panose="02040503050406030204" pitchFamily="18" charset="0"/>
                              </a:rPr>
                              <m:t>4</m:t>
                            </m:r>
                          </m:sub>
                        </m:sSub>
                        <m:sSubSup>
                          <m:sSubSupPr>
                            <m:ctrlPr>
                              <a:rPr lang="en-US" b="0" i="1" smtClean="0">
                                <a:latin typeface="Cambria Math" panose="02040503050406030204" pitchFamily="18" charset="0"/>
                              </a:rPr>
                            </m:ctrlPr>
                          </m:sSubSupPr>
                          <m:e>
                            <m:r>
                              <a:rPr lang="en-US" i="1">
                                <a:latin typeface="Cambria Math" panose="02040503050406030204" pitchFamily="18" charset="0"/>
                              </a:rPr>
                              <m:t>𝑥</m:t>
                            </m:r>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e>
                    </m:d>
                  </m:oMath>
                </a14:m>
                <a:r>
                  <a:rPr lang="en-US" b="0" dirty="0"/>
                  <a:t> </a:t>
                </a:r>
              </a:p>
              <a:p>
                <a:r>
                  <a:rPr lang="en-US" b="0" dirty="0"/>
                  <a:t> </a:t>
                </a:r>
              </a:p>
              <a:p>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3</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3</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1</m:t>
                    </m:r>
                  </m:oMath>
                </a14:m>
                <a:r>
                  <a:rPr lang="en-US" b="0" dirty="0"/>
                  <a:t> </a:t>
                </a:r>
              </a:p>
            </p:txBody>
          </p:sp>
        </mc:Choice>
        <mc:Fallback xmlns="">
          <p:sp>
            <p:nvSpPr>
              <p:cNvPr id="28" name="TextBox 27">
                <a:extLst>
                  <a:ext uri="{FF2B5EF4-FFF2-40B4-BE49-F238E27FC236}">
                    <a16:creationId xmlns:a16="http://schemas.microsoft.com/office/drawing/2014/main" id="{7174A799-3C07-4485-B3AF-AF08511520DB}"/>
                  </a:ext>
                </a:extLst>
              </p:cNvPr>
              <p:cNvSpPr txBox="1">
                <a:spLocks noRot="1" noChangeAspect="1" noMove="1" noResize="1" noEditPoints="1" noAdjustHandles="1" noChangeArrowheads="1" noChangeShapeType="1" noTextEdit="1"/>
              </p:cNvSpPr>
              <p:nvPr/>
            </p:nvSpPr>
            <p:spPr>
              <a:xfrm>
                <a:off x="4869646" y="1905257"/>
                <a:ext cx="4650557" cy="927049"/>
              </a:xfrm>
              <a:prstGeom prst="rect">
                <a:avLst/>
              </a:prstGeom>
              <a:blipFill>
                <a:blip r:embed="rId2"/>
                <a:stretch>
                  <a:fillRect/>
                </a:stretch>
              </a:blipFill>
            </p:spPr>
            <p:txBody>
              <a:bodyPr/>
              <a:lstStyle/>
              <a:p>
                <a:r>
                  <a:rPr lang="en-US">
                    <a:noFill/>
                  </a:rPr>
                  <a:t> </a:t>
                </a:r>
              </a:p>
            </p:txBody>
          </p:sp>
        </mc:Fallback>
      </mc:AlternateContent>
      <p:pic>
        <p:nvPicPr>
          <p:cNvPr id="29" name="Picture 28">
            <a:extLst>
              <a:ext uri="{FF2B5EF4-FFF2-40B4-BE49-F238E27FC236}">
                <a16:creationId xmlns:a16="http://schemas.microsoft.com/office/drawing/2014/main" id="{29EC8965-C25E-4764-8687-BE1637622518}"/>
              </a:ext>
            </a:extLst>
          </p:cNvPr>
          <p:cNvPicPr>
            <a:picLocks noChangeAspect="1"/>
          </p:cNvPicPr>
          <p:nvPr/>
        </p:nvPicPr>
        <p:blipFill>
          <a:blip r:embed="rId3"/>
          <a:stretch>
            <a:fillRect/>
          </a:stretch>
        </p:blipFill>
        <p:spPr>
          <a:xfrm>
            <a:off x="10599599" y="1637623"/>
            <a:ext cx="946466" cy="1258799"/>
          </a:xfrm>
          <a:prstGeom prst="rect">
            <a:avLst/>
          </a:prstGeom>
        </p:spPr>
      </p:pic>
      <p:grpSp>
        <p:nvGrpSpPr>
          <p:cNvPr id="40" name="Group 39">
            <a:extLst>
              <a:ext uri="{FF2B5EF4-FFF2-40B4-BE49-F238E27FC236}">
                <a16:creationId xmlns:a16="http://schemas.microsoft.com/office/drawing/2014/main" id="{8FD96162-134B-43EE-A35D-B505D4659C86}"/>
              </a:ext>
            </a:extLst>
          </p:cNvPr>
          <p:cNvGrpSpPr/>
          <p:nvPr/>
        </p:nvGrpSpPr>
        <p:grpSpPr>
          <a:xfrm>
            <a:off x="263599" y="1609013"/>
            <a:ext cx="4446347" cy="3547187"/>
            <a:chOff x="263599" y="1609013"/>
            <a:chExt cx="4446347" cy="3547187"/>
          </a:xfrm>
        </p:grpSpPr>
        <p:pic>
          <p:nvPicPr>
            <p:cNvPr id="4" name="Picture 3">
              <a:extLst>
                <a:ext uri="{FF2B5EF4-FFF2-40B4-BE49-F238E27FC236}">
                  <a16:creationId xmlns:a16="http://schemas.microsoft.com/office/drawing/2014/main" id="{C729B186-4049-49D4-92E9-1C69FCA4BB94}"/>
                </a:ext>
              </a:extLst>
            </p:cNvPr>
            <p:cNvPicPr>
              <a:picLocks noChangeAspect="1"/>
            </p:cNvPicPr>
            <p:nvPr/>
          </p:nvPicPr>
          <p:blipFill>
            <a:blip r:embed="rId4"/>
            <a:stretch>
              <a:fillRect/>
            </a:stretch>
          </p:blipFill>
          <p:spPr>
            <a:xfrm>
              <a:off x="263599" y="1609013"/>
              <a:ext cx="4446347" cy="3547187"/>
            </a:xfrm>
            <a:prstGeom prst="rect">
              <a:avLst/>
            </a:prstGeom>
          </p:spPr>
        </p:pic>
        <p:sp>
          <p:nvSpPr>
            <p:cNvPr id="5" name="Oval 4">
              <a:extLst>
                <a:ext uri="{FF2B5EF4-FFF2-40B4-BE49-F238E27FC236}">
                  <a16:creationId xmlns:a16="http://schemas.microsoft.com/office/drawing/2014/main" id="{33F01C3D-8BC3-4C48-BC20-482957D1914C}"/>
                </a:ext>
              </a:extLst>
            </p:cNvPr>
            <p:cNvSpPr/>
            <p:nvPr/>
          </p:nvSpPr>
          <p:spPr>
            <a:xfrm>
              <a:off x="2383931" y="3132531"/>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049F3D0E-E285-4CEC-903C-27675D2FCD0D}"/>
                </a:ext>
              </a:extLst>
            </p:cNvPr>
            <p:cNvSpPr/>
            <p:nvPr/>
          </p:nvSpPr>
          <p:spPr>
            <a:xfrm>
              <a:off x="2096065" y="3223971"/>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4BE1039-523F-47F4-9BCE-BEF7C5827AD4}"/>
                </a:ext>
              </a:extLst>
            </p:cNvPr>
            <p:cNvSpPr/>
            <p:nvPr/>
          </p:nvSpPr>
          <p:spPr>
            <a:xfrm>
              <a:off x="2071725" y="3453874"/>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2CE1524B-F25D-44AB-98AD-3CF509C98D41}"/>
                </a:ext>
              </a:extLst>
            </p:cNvPr>
            <p:cNvSpPr/>
            <p:nvPr/>
          </p:nvSpPr>
          <p:spPr>
            <a:xfrm>
              <a:off x="2187505" y="2949651"/>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51123EE-41AA-4D6C-9C7B-4AF3626DC66F}"/>
                </a:ext>
              </a:extLst>
            </p:cNvPr>
            <p:cNvSpPr/>
            <p:nvPr/>
          </p:nvSpPr>
          <p:spPr>
            <a:xfrm>
              <a:off x="2671797" y="2949291"/>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DF2DB46-1205-4AF6-B631-0367BC875D2D}"/>
                </a:ext>
              </a:extLst>
            </p:cNvPr>
            <p:cNvSpPr/>
            <p:nvPr/>
          </p:nvSpPr>
          <p:spPr>
            <a:xfrm>
              <a:off x="2652520" y="3284931"/>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D63868A-F0A6-4D24-A80C-7965FC793914}"/>
                </a:ext>
              </a:extLst>
            </p:cNvPr>
            <p:cNvSpPr/>
            <p:nvPr/>
          </p:nvSpPr>
          <p:spPr>
            <a:xfrm>
              <a:off x="1281278" y="2466633"/>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15A02D3-4D74-42B1-80B5-2DA022142E63}"/>
                </a:ext>
              </a:extLst>
            </p:cNvPr>
            <p:cNvSpPr/>
            <p:nvPr/>
          </p:nvSpPr>
          <p:spPr>
            <a:xfrm>
              <a:off x="2756613" y="2131267"/>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0C81121-98EE-4F0F-AA9E-AA5D735B4CC0}"/>
                </a:ext>
              </a:extLst>
            </p:cNvPr>
            <p:cNvSpPr/>
            <p:nvPr/>
          </p:nvSpPr>
          <p:spPr>
            <a:xfrm>
              <a:off x="1772043" y="2246243"/>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ACA688C-078E-47D5-A870-332D69ACA501}"/>
                </a:ext>
              </a:extLst>
            </p:cNvPr>
            <p:cNvSpPr/>
            <p:nvPr/>
          </p:nvSpPr>
          <p:spPr>
            <a:xfrm>
              <a:off x="1299307" y="3098304"/>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579774E-4494-4CB5-8C6D-375544FDE07E}"/>
                </a:ext>
              </a:extLst>
            </p:cNvPr>
            <p:cNvSpPr/>
            <p:nvPr/>
          </p:nvSpPr>
          <p:spPr>
            <a:xfrm>
              <a:off x="1569628" y="3575208"/>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6760E73-3996-413A-9895-1F99D14B0DC4}"/>
                </a:ext>
              </a:extLst>
            </p:cNvPr>
            <p:cNvSpPr/>
            <p:nvPr/>
          </p:nvSpPr>
          <p:spPr>
            <a:xfrm>
              <a:off x="1808760" y="3984754"/>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A9DEA76-E612-4E54-8BC6-44F7065D385C}"/>
                </a:ext>
              </a:extLst>
            </p:cNvPr>
            <p:cNvSpPr/>
            <p:nvPr/>
          </p:nvSpPr>
          <p:spPr>
            <a:xfrm>
              <a:off x="2488917" y="4004814"/>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8AC2E77-05D7-4DCB-9320-09E3E73C36B5}"/>
                </a:ext>
              </a:extLst>
            </p:cNvPr>
            <p:cNvSpPr/>
            <p:nvPr/>
          </p:nvSpPr>
          <p:spPr>
            <a:xfrm>
              <a:off x="3169074" y="3848897"/>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D3E2DCD-8CCA-4A9E-B48E-DAAC807EB1AA}"/>
                </a:ext>
              </a:extLst>
            </p:cNvPr>
            <p:cNvSpPr/>
            <p:nvPr/>
          </p:nvSpPr>
          <p:spPr>
            <a:xfrm>
              <a:off x="3351954" y="3425459"/>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1522DBB-6741-4AF3-B82A-8D123A91F278}"/>
                </a:ext>
              </a:extLst>
            </p:cNvPr>
            <p:cNvSpPr/>
            <p:nvPr/>
          </p:nvSpPr>
          <p:spPr>
            <a:xfrm>
              <a:off x="3466422" y="2987629"/>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8B2DAD1-A48D-4804-80CF-07D988803484}"/>
                </a:ext>
              </a:extLst>
            </p:cNvPr>
            <p:cNvSpPr/>
            <p:nvPr/>
          </p:nvSpPr>
          <p:spPr>
            <a:xfrm>
              <a:off x="3247464" y="2678352"/>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9048B35-4C2B-4549-B252-EAF0ED1B1D9A}"/>
                </a:ext>
              </a:extLst>
            </p:cNvPr>
            <p:cNvSpPr/>
            <p:nvPr/>
          </p:nvSpPr>
          <p:spPr>
            <a:xfrm>
              <a:off x="3005374" y="2389707"/>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FC0511A-F620-4C6A-B7DA-DCED95C421EC}"/>
                </a:ext>
              </a:extLst>
            </p:cNvPr>
            <p:cNvSpPr/>
            <p:nvPr/>
          </p:nvSpPr>
          <p:spPr>
            <a:xfrm>
              <a:off x="2514609" y="2355206"/>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B34555D-343A-4561-B5B8-8D080ED3CFDF}"/>
                </a:ext>
              </a:extLst>
            </p:cNvPr>
            <p:cNvSpPr/>
            <p:nvPr/>
          </p:nvSpPr>
          <p:spPr>
            <a:xfrm>
              <a:off x="2063901" y="2381897"/>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2B429B4-F780-4861-A63F-FEB3C482DB43}"/>
                </a:ext>
              </a:extLst>
            </p:cNvPr>
            <p:cNvSpPr/>
            <p:nvPr/>
          </p:nvSpPr>
          <p:spPr>
            <a:xfrm>
              <a:off x="1580590" y="2619151"/>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83E3E00A-3364-4A9F-9401-C0EE651E97C1}"/>
                </a:ext>
              </a:extLst>
            </p:cNvPr>
            <p:cNvSpPr/>
            <p:nvPr/>
          </p:nvSpPr>
          <p:spPr>
            <a:xfrm>
              <a:off x="2442561" y="2802031"/>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FE0F1B0-7808-4B82-BB4B-1834976C3B2C}"/>
                </a:ext>
              </a:extLst>
            </p:cNvPr>
            <p:cNvSpPr/>
            <p:nvPr/>
          </p:nvSpPr>
          <p:spPr>
            <a:xfrm>
              <a:off x="2211843" y="2134874"/>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BA73777-2E02-4C0B-A0FD-4BC3CC537B51}"/>
                </a:ext>
              </a:extLst>
            </p:cNvPr>
            <p:cNvSpPr/>
            <p:nvPr/>
          </p:nvSpPr>
          <p:spPr>
            <a:xfrm>
              <a:off x="2102566" y="4039021"/>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F4345EC3-ED00-4579-8BBA-D7910F60DBB7}"/>
                </a:ext>
              </a:extLst>
            </p:cNvPr>
            <p:cNvSpPr/>
            <p:nvPr/>
          </p:nvSpPr>
          <p:spPr>
            <a:xfrm>
              <a:off x="2683527" y="3552293"/>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548103D9-483E-45C5-98F4-A3AEEA691301}"/>
                </a:ext>
              </a:extLst>
            </p:cNvPr>
            <p:cNvSpPr/>
            <p:nvPr/>
          </p:nvSpPr>
          <p:spPr>
            <a:xfrm>
              <a:off x="2909074" y="3222208"/>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D6CE2316-3DA3-48B3-B357-39828143F597}"/>
                </a:ext>
              </a:extLst>
            </p:cNvPr>
            <p:cNvSpPr/>
            <p:nvPr/>
          </p:nvSpPr>
          <p:spPr>
            <a:xfrm>
              <a:off x="2286858" y="3559691"/>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4D92C65-3B7B-40E0-873F-F1A2F104349A}"/>
                </a:ext>
              </a:extLst>
            </p:cNvPr>
            <p:cNvSpPr/>
            <p:nvPr/>
          </p:nvSpPr>
          <p:spPr>
            <a:xfrm>
              <a:off x="1672030" y="3079069"/>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CA039C98-3803-4D11-98F6-0C195F91D4AD}"/>
                </a:ext>
              </a:extLst>
            </p:cNvPr>
            <p:cNvSpPr/>
            <p:nvPr/>
          </p:nvSpPr>
          <p:spPr>
            <a:xfrm>
              <a:off x="2991379" y="2598749"/>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268AD79F-163C-46E7-9787-CE2C2738F1A2}"/>
                </a:ext>
              </a:extLst>
            </p:cNvPr>
            <p:cNvSpPr/>
            <p:nvPr/>
          </p:nvSpPr>
          <p:spPr>
            <a:xfrm>
              <a:off x="2929570" y="4164328"/>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B79C6608-856A-41CA-A566-A6772AF193F9}"/>
                  </a:ext>
                </a:extLst>
              </p:cNvPr>
              <p:cNvSpPr txBox="1"/>
              <p:nvPr/>
            </p:nvSpPr>
            <p:spPr>
              <a:xfrm>
                <a:off x="5636118" y="5460626"/>
                <a:ext cx="6096000" cy="595291"/>
              </a:xfrm>
              <a:prstGeom prst="rect">
                <a:avLst/>
              </a:prstGeom>
              <a:noFill/>
            </p:spPr>
            <p:txBody>
              <a:bodyPr wrap="square">
                <a:spAutoFit/>
              </a:bodyPr>
              <a:lstStyle/>
              <a:p>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h</m:t>
                        </m:r>
                      </m:e>
                      <m:sub>
                        <m:r>
                          <a:rPr lang="en-US" sz="1600" b="0" i="1" smtClean="0">
                            <a:latin typeface="Cambria Math" panose="02040503050406030204" pitchFamily="18" charset="0"/>
                          </a:rPr>
                          <m:t>𝜃</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𝑥</m:t>
                        </m:r>
                      </m:e>
                    </m:d>
                    <m:r>
                      <a:rPr lang="en-US" sz="1600" b="0" i="1" smtClean="0">
                        <a:latin typeface="Cambria Math" panose="02040503050406030204" pitchFamily="18" charset="0"/>
                      </a:rPr>
                      <m:t>=</m:t>
                    </m:r>
                    <m:r>
                      <a:rPr lang="en-US" sz="1600" b="0" i="1" smtClean="0">
                        <a:latin typeface="Cambria Math" panose="02040503050406030204" pitchFamily="18" charset="0"/>
                      </a:rPr>
                      <m:t>𝑔</m:t>
                    </m:r>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𝜃</m:t>
                            </m:r>
                          </m:e>
                          <m:sub>
                            <m:r>
                              <a:rPr lang="en-US" sz="1600" b="0" i="1" smtClean="0">
                                <a:latin typeface="Cambria Math" panose="02040503050406030204" pitchFamily="18" charset="0"/>
                              </a:rPr>
                              <m:t>0</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𝜃</m:t>
                            </m:r>
                          </m:e>
                          <m:sub>
                            <m:r>
                              <a:rPr lang="en-US" sz="1600" b="0" i="1" smtClean="0">
                                <a:latin typeface="Cambria Math" panose="02040503050406030204" pitchFamily="18" charset="0"/>
                              </a:rPr>
                              <m:t>1</m:t>
                            </m:r>
                          </m:sub>
                        </m:sSub>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1</m:t>
                            </m:r>
                          </m:sub>
                        </m:sSub>
                        <m:r>
                          <a:rPr lang="en-US" sz="1600" b="0" i="1" smtClean="0">
                            <a:latin typeface="Cambria Math" panose="02040503050406030204" pitchFamily="18" charset="0"/>
                          </a:rPr>
                          <m:t>+</m:t>
                        </m:r>
                        <m:sSub>
                          <m:sSubPr>
                            <m:ctrlPr>
                              <a:rPr lang="en-US" sz="1600" i="1" smtClean="0">
                                <a:latin typeface="Cambria Math" panose="02040503050406030204" pitchFamily="18" charset="0"/>
                              </a:rPr>
                            </m:ctrlPr>
                          </m:sSubPr>
                          <m:e>
                            <m:r>
                              <a:rPr lang="en-US" sz="1600" i="1">
                                <a:latin typeface="Cambria Math" panose="02040503050406030204" pitchFamily="18" charset="0"/>
                              </a:rPr>
                              <m:t>𝜃</m:t>
                            </m:r>
                          </m:e>
                          <m:sub>
                            <m:r>
                              <a:rPr lang="en-US" sz="1600" b="0" i="1" smtClean="0">
                                <a:latin typeface="Cambria Math" panose="02040503050406030204" pitchFamily="18" charset="0"/>
                              </a:rPr>
                              <m:t>2</m:t>
                            </m:r>
                          </m:sub>
                        </m:sSub>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b="0" i="1" smtClean="0">
                                <a:latin typeface="Cambria Math" panose="02040503050406030204" pitchFamily="18" charset="0"/>
                              </a:rPr>
                              <m:t>2</m:t>
                            </m:r>
                          </m:sub>
                        </m:sSub>
                        <m:r>
                          <a:rPr lang="en-US" sz="1600" b="0" i="1" smtClean="0">
                            <a:latin typeface="Cambria Math" panose="02040503050406030204" pitchFamily="18" charset="0"/>
                          </a:rPr>
                          <m:t>+</m:t>
                        </m:r>
                        <m:sSub>
                          <m:sSubPr>
                            <m:ctrlPr>
                              <a:rPr lang="en-US" sz="1600" i="1" smtClean="0">
                                <a:latin typeface="Cambria Math" panose="02040503050406030204" pitchFamily="18" charset="0"/>
                              </a:rPr>
                            </m:ctrlPr>
                          </m:sSubPr>
                          <m:e>
                            <m:r>
                              <a:rPr lang="en-US" sz="1600" i="1">
                                <a:latin typeface="Cambria Math" panose="02040503050406030204" pitchFamily="18" charset="0"/>
                              </a:rPr>
                              <m:t>𝜃</m:t>
                            </m:r>
                          </m:e>
                          <m:sub>
                            <m:r>
                              <a:rPr lang="en-US" sz="1600" b="0" i="1" smtClean="0">
                                <a:latin typeface="Cambria Math" panose="02040503050406030204" pitchFamily="18" charset="0"/>
                              </a:rPr>
                              <m:t>3</m:t>
                            </m:r>
                          </m:sub>
                        </m:sSub>
                        <m:sSubSup>
                          <m:sSubSupPr>
                            <m:ctrlPr>
                              <a:rPr lang="en-US" sz="1600" b="0" i="1" smtClean="0">
                                <a:latin typeface="Cambria Math" panose="02040503050406030204" pitchFamily="18" charset="0"/>
                              </a:rPr>
                            </m:ctrlPr>
                          </m:sSubSupPr>
                          <m:e>
                            <m:r>
                              <a:rPr lang="en-US" sz="1600" i="1">
                                <a:latin typeface="Cambria Math" panose="02040503050406030204" pitchFamily="18" charset="0"/>
                              </a:rPr>
                              <m:t>𝑥</m:t>
                            </m:r>
                          </m:e>
                          <m:sub>
                            <m:r>
                              <a:rPr lang="en-US" sz="1600" b="0" i="1" smtClean="0">
                                <a:latin typeface="Cambria Math" panose="02040503050406030204" pitchFamily="18" charset="0"/>
                              </a:rPr>
                              <m:t>1</m:t>
                            </m:r>
                          </m:sub>
                          <m:sup>
                            <m:r>
                              <a:rPr lang="en-US" sz="1600" b="0" i="1" smtClean="0">
                                <a:latin typeface="Cambria Math" panose="02040503050406030204" pitchFamily="18" charset="0"/>
                              </a:rPr>
                              <m:t>2</m:t>
                            </m:r>
                          </m:sup>
                        </m:sSubSup>
                        <m:r>
                          <a:rPr lang="en-US" sz="1600" b="0" i="1" smtClean="0">
                            <a:latin typeface="Cambria Math" panose="02040503050406030204" pitchFamily="18" charset="0"/>
                          </a:rPr>
                          <m:t>+</m:t>
                        </m:r>
                        <m:sSub>
                          <m:sSubPr>
                            <m:ctrlPr>
                              <a:rPr lang="en-US" sz="1600" i="1" smtClean="0">
                                <a:latin typeface="Cambria Math" panose="02040503050406030204" pitchFamily="18" charset="0"/>
                              </a:rPr>
                            </m:ctrlPr>
                          </m:sSubPr>
                          <m:e>
                            <m:r>
                              <a:rPr lang="en-US" sz="1600" i="1">
                                <a:latin typeface="Cambria Math" panose="02040503050406030204" pitchFamily="18" charset="0"/>
                              </a:rPr>
                              <m:t>𝜃</m:t>
                            </m:r>
                          </m:e>
                          <m:sub>
                            <m:r>
                              <a:rPr lang="en-US" sz="1600" b="0" i="1" smtClean="0">
                                <a:latin typeface="Cambria Math" panose="02040503050406030204" pitchFamily="18" charset="0"/>
                              </a:rPr>
                              <m:t>4</m:t>
                            </m:r>
                          </m:sub>
                        </m:sSub>
                        <m:sSubSup>
                          <m:sSubSupPr>
                            <m:ctrlPr>
                              <a:rPr lang="en-US" sz="1600" b="0" i="1" smtClean="0">
                                <a:latin typeface="Cambria Math" panose="02040503050406030204" pitchFamily="18" charset="0"/>
                              </a:rPr>
                            </m:ctrlPr>
                          </m:sSubSupPr>
                          <m:e>
                            <m:r>
                              <a:rPr lang="en-US" sz="1600" i="1">
                                <a:latin typeface="Cambria Math" panose="02040503050406030204" pitchFamily="18" charset="0"/>
                              </a:rPr>
                              <m:t>𝑥</m:t>
                            </m:r>
                          </m:e>
                          <m:sub>
                            <m:r>
                              <a:rPr lang="en-US" sz="1600" b="0" i="1" smtClean="0">
                                <a:latin typeface="Cambria Math" panose="02040503050406030204" pitchFamily="18" charset="0"/>
                              </a:rPr>
                              <m:t>2</m:t>
                            </m:r>
                          </m:sub>
                          <m:sup>
                            <m:r>
                              <a:rPr lang="en-US" sz="1600" b="0" i="1" smtClean="0">
                                <a:latin typeface="Cambria Math" panose="02040503050406030204" pitchFamily="18" charset="0"/>
                              </a:rPr>
                              <m:t>2</m:t>
                            </m:r>
                          </m:sup>
                        </m:sSubSup>
                        <m:r>
                          <a:rPr lang="en-US" sz="1600" b="0" i="1" smtClean="0">
                            <a:latin typeface="Cambria Math" panose="02040503050406030204" pitchFamily="18" charset="0"/>
                          </a:rPr>
                          <m:t>+</m:t>
                        </m:r>
                        <m:sSub>
                          <m:sSubPr>
                            <m:ctrlPr>
                              <a:rPr lang="en-US" sz="1600" i="1" smtClean="0">
                                <a:latin typeface="Cambria Math" panose="02040503050406030204" pitchFamily="18" charset="0"/>
                              </a:rPr>
                            </m:ctrlPr>
                          </m:sSubPr>
                          <m:e>
                            <m:r>
                              <a:rPr lang="en-US" sz="1600" i="1">
                                <a:latin typeface="Cambria Math" panose="02040503050406030204" pitchFamily="18" charset="0"/>
                              </a:rPr>
                              <m:t>𝜃</m:t>
                            </m:r>
                          </m:e>
                          <m:sub>
                            <m:r>
                              <a:rPr lang="en-US" sz="1600" b="0" i="1" smtClean="0">
                                <a:latin typeface="Cambria Math" panose="02040503050406030204" pitchFamily="18" charset="0"/>
                              </a:rPr>
                              <m:t>4</m:t>
                            </m:r>
                          </m:sub>
                        </m:sSub>
                        <m:sSubSup>
                          <m:sSubSupPr>
                            <m:ctrlPr>
                              <a:rPr lang="en-US" sz="1600" b="0" i="1" smtClean="0">
                                <a:latin typeface="Cambria Math" panose="02040503050406030204" pitchFamily="18" charset="0"/>
                              </a:rPr>
                            </m:ctrlPr>
                          </m:sSubSupPr>
                          <m:e>
                            <m:r>
                              <a:rPr lang="en-US" sz="1600" i="1">
                                <a:latin typeface="Cambria Math" panose="02040503050406030204" pitchFamily="18" charset="0"/>
                              </a:rPr>
                              <m:t>𝑥</m:t>
                            </m:r>
                          </m:e>
                          <m:sub>
                            <m:r>
                              <a:rPr lang="en-US" sz="1600" b="0" i="1" smtClean="0">
                                <a:latin typeface="Cambria Math" panose="02040503050406030204" pitchFamily="18" charset="0"/>
                              </a:rPr>
                              <m:t>2</m:t>
                            </m:r>
                          </m:sub>
                          <m:sup>
                            <m:r>
                              <a:rPr lang="en-US" sz="1600" b="0" i="1" smtClean="0">
                                <a:latin typeface="Cambria Math" panose="02040503050406030204" pitchFamily="18" charset="0"/>
                              </a:rPr>
                              <m:t>3</m:t>
                            </m:r>
                          </m:sup>
                        </m:sSubSup>
                        <m:r>
                          <a:rPr lang="en-US" sz="1600" b="0" i="1" smtClean="0">
                            <a:latin typeface="Cambria Math" panose="02040503050406030204" pitchFamily="18" charset="0"/>
                          </a:rPr>
                          <m:t>+</m:t>
                        </m:r>
                        <m:sSub>
                          <m:sSubPr>
                            <m:ctrlPr>
                              <a:rPr lang="en-US" sz="1600" i="1" smtClean="0">
                                <a:latin typeface="Cambria Math" panose="02040503050406030204" pitchFamily="18" charset="0"/>
                              </a:rPr>
                            </m:ctrlPr>
                          </m:sSubPr>
                          <m:e>
                            <m:r>
                              <a:rPr lang="en-US" sz="1600" i="1">
                                <a:latin typeface="Cambria Math" panose="02040503050406030204" pitchFamily="18" charset="0"/>
                              </a:rPr>
                              <m:t>𝜃</m:t>
                            </m:r>
                          </m:e>
                          <m:sub>
                            <m:r>
                              <a:rPr lang="en-US" sz="1600" b="0" i="1" smtClean="0">
                                <a:latin typeface="Cambria Math" panose="02040503050406030204" pitchFamily="18" charset="0"/>
                              </a:rPr>
                              <m:t>4</m:t>
                            </m:r>
                          </m:sub>
                        </m:sSub>
                        <m:sSubSup>
                          <m:sSubSupPr>
                            <m:ctrlPr>
                              <a:rPr lang="en-US" sz="1600" b="0" i="1" smtClean="0">
                                <a:latin typeface="Cambria Math" panose="02040503050406030204" pitchFamily="18" charset="0"/>
                              </a:rPr>
                            </m:ctrlPr>
                          </m:sSubSupPr>
                          <m:e>
                            <m:r>
                              <a:rPr lang="en-US" sz="1600" i="1">
                                <a:latin typeface="Cambria Math" panose="02040503050406030204" pitchFamily="18" charset="0"/>
                              </a:rPr>
                              <m:t>𝑥</m:t>
                            </m:r>
                          </m:e>
                          <m:sub>
                            <m:r>
                              <a:rPr lang="en-US" sz="1600" b="0" i="1" smtClean="0">
                                <a:latin typeface="Cambria Math" panose="02040503050406030204" pitchFamily="18" charset="0"/>
                              </a:rPr>
                              <m:t>3</m:t>
                            </m:r>
                          </m:sub>
                          <m:sup>
                            <m:r>
                              <a:rPr lang="en-US" sz="1600" b="0" i="1" smtClean="0">
                                <a:latin typeface="Cambria Math" panose="02040503050406030204" pitchFamily="18" charset="0"/>
                              </a:rPr>
                              <m:t>4</m:t>
                            </m:r>
                          </m:sup>
                        </m:sSubSup>
                        <m:sSubSup>
                          <m:sSubSupPr>
                            <m:ctrlPr>
                              <a:rPr lang="en-US" sz="1600" b="0" i="1" smtClean="0">
                                <a:latin typeface="Cambria Math" panose="02040503050406030204" pitchFamily="18" charset="0"/>
                              </a:rPr>
                            </m:ctrlPr>
                          </m:sSubSupPr>
                          <m:e>
                            <m:r>
                              <a:rPr lang="en-US" sz="1600" b="0" i="1" smtClean="0">
                                <a:latin typeface="Cambria Math" panose="02040503050406030204" pitchFamily="18" charset="0"/>
                              </a:rPr>
                              <m:t>𝑥</m:t>
                            </m:r>
                          </m:e>
                          <m:sub>
                            <m:r>
                              <a:rPr lang="en-US" sz="1600" b="0" i="1" smtClean="0">
                                <a:latin typeface="Cambria Math" panose="02040503050406030204" pitchFamily="18" charset="0"/>
                              </a:rPr>
                              <m:t>4</m:t>
                            </m:r>
                          </m:sub>
                          <m:sup>
                            <m:r>
                              <a:rPr lang="en-US" sz="1600" b="0" i="1" smtClean="0">
                                <a:latin typeface="Cambria Math" panose="02040503050406030204" pitchFamily="18" charset="0"/>
                              </a:rPr>
                              <m:t>4</m:t>
                            </m:r>
                          </m:sup>
                        </m:sSubSup>
                      </m:e>
                    </m:d>
                  </m:oMath>
                </a14:m>
                <a:r>
                  <a:rPr lang="en-US" sz="1600" b="0" dirty="0"/>
                  <a:t> </a:t>
                </a:r>
              </a:p>
              <a:p>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h</m:t>
                        </m:r>
                      </m:e>
                      <m:sub>
                        <m:r>
                          <a:rPr lang="en-US" sz="1600" b="0" i="1" smtClean="0">
                            <a:latin typeface="Cambria Math" panose="02040503050406030204" pitchFamily="18" charset="0"/>
                          </a:rPr>
                          <m:t>𝜃</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𝑥</m:t>
                        </m:r>
                      </m:e>
                    </m:d>
                    <m:r>
                      <a:rPr lang="en-US" sz="1600" b="0" i="1" smtClean="0">
                        <a:latin typeface="Cambria Math" panose="02040503050406030204" pitchFamily="18" charset="0"/>
                      </a:rPr>
                      <m:t>=</m:t>
                    </m:r>
                    <m:r>
                      <a:rPr lang="en-US" sz="1600" b="0" i="1" smtClean="0">
                        <a:latin typeface="Cambria Math" panose="02040503050406030204" pitchFamily="18" charset="0"/>
                      </a:rPr>
                      <m:t>𝑔</m:t>
                    </m:r>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𝜃</m:t>
                            </m:r>
                          </m:e>
                          <m:sub>
                            <m:r>
                              <a:rPr lang="en-US" sz="1600" b="0" i="1" smtClean="0">
                                <a:latin typeface="Cambria Math" panose="02040503050406030204" pitchFamily="18" charset="0"/>
                              </a:rPr>
                              <m:t>0</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𝜃</m:t>
                            </m:r>
                          </m:e>
                          <m:sub>
                            <m:r>
                              <a:rPr lang="en-US" sz="1600" b="0" i="1" smtClean="0">
                                <a:latin typeface="Cambria Math" panose="02040503050406030204" pitchFamily="18" charset="0"/>
                              </a:rPr>
                              <m:t>1</m:t>
                            </m:r>
                          </m:sub>
                        </m:sSub>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1</m:t>
                            </m:r>
                          </m:sub>
                        </m:sSub>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2</m:t>
                            </m:r>
                          </m:sub>
                        </m:sSub>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3</m:t>
                            </m:r>
                          </m:sub>
                        </m:sSub>
                        <m:r>
                          <a:rPr lang="en-US" sz="1600" b="0" i="1" smtClean="0">
                            <a:latin typeface="Cambria Math" panose="02040503050406030204" pitchFamily="18" charset="0"/>
                          </a:rPr>
                          <m:t>+</m:t>
                        </m:r>
                        <m:sSub>
                          <m:sSubPr>
                            <m:ctrlPr>
                              <a:rPr lang="en-US" sz="1600" i="1" smtClean="0">
                                <a:latin typeface="Cambria Math" panose="02040503050406030204" pitchFamily="18" charset="0"/>
                              </a:rPr>
                            </m:ctrlPr>
                          </m:sSubPr>
                          <m:e>
                            <m:r>
                              <a:rPr lang="en-US" sz="1600" i="1">
                                <a:latin typeface="Cambria Math" panose="02040503050406030204" pitchFamily="18" charset="0"/>
                              </a:rPr>
                              <m:t>𝜃</m:t>
                            </m:r>
                          </m:e>
                          <m:sub>
                            <m:r>
                              <a:rPr lang="en-US" sz="1600" b="0" i="1" smtClean="0">
                                <a:latin typeface="Cambria Math" panose="02040503050406030204" pitchFamily="18" charset="0"/>
                              </a:rPr>
                              <m:t>3</m:t>
                            </m:r>
                          </m:sub>
                        </m:sSub>
                        <m:sSubSup>
                          <m:sSubSupPr>
                            <m:ctrlPr>
                              <a:rPr lang="en-US" sz="1600" b="0" i="1" smtClean="0">
                                <a:latin typeface="Cambria Math" panose="02040503050406030204" pitchFamily="18" charset="0"/>
                              </a:rPr>
                            </m:ctrlPr>
                          </m:sSubSupPr>
                          <m:e>
                            <m:r>
                              <a:rPr lang="en-US" sz="1600" i="1">
                                <a:latin typeface="Cambria Math" panose="02040503050406030204" pitchFamily="18" charset="0"/>
                              </a:rPr>
                              <m:t>𝑥</m:t>
                            </m:r>
                          </m:e>
                          <m:sub>
                            <m:r>
                              <a:rPr lang="en-US" sz="1600" b="0" i="1" smtClean="0">
                                <a:latin typeface="Cambria Math" panose="02040503050406030204" pitchFamily="18" charset="0"/>
                              </a:rPr>
                              <m:t>1</m:t>
                            </m:r>
                          </m:sub>
                          <m:sup>
                            <m:r>
                              <a:rPr lang="en-US" sz="1600" b="0" i="1" smtClean="0">
                                <a:latin typeface="Cambria Math" panose="02040503050406030204" pitchFamily="18" charset="0"/>
                              </a:rPr>
                              <m:t>2</m:t>
                            </m:r>
                          </m:sup>
                        </m:sSubSup>
                        <m:r>
                          <a:rPr lang="en-US" sz="1600" b="0" i="1" smtClean="0">
                            <a:latin typeface="Cambria Math" panose="02040503050406030204" pitchFamily="18" charset="0"/>
                          </a:rPr>
                          <m:t>+</m:t>
                        </m:r>
                        <m:sSub>
                          <m:sSubPr>
                            <m:ctrlPr>
                              <a:rPr lang="en-US" sz="1600" i="1" smtClean="0">
                                <a:latin typeface="Cambria Math" panose="02040503050406030204" pitchFamily="18" charset="0"/>
                              </a:rPr>
                            </m:ctrlPr>
                          </m:sSubPr>
                          <m:e>
                            <m:r>
                              <a:rPr lang="en-US" sz="1600" i="1">
                                <a:latin typeface="Cambria Math" panose="02040503050406030204" pitchFamily="18" charset="0"/>
                              </a:rPr>
                              <m:t>𝜃</m:t>
                            </m:r>
                          </m:e>
                          <m:sub>
                            <m:r>
                              <a:rPr lang="en-US" sz="1600" b="0" i="1" smtClean="0">
                                <a:latin typeface="Cambria Math" panose="02040503050406030204" pitchFamily="18" charset="0"/>
                              </a:rPr>
                              <m:t>4</m:t>
                            </m:r>
                          </m:sub>
                        </m:sSub>
                        <m:sSubSup>
                          <m:sSubSupPr>
                            <m:ctrlPr>
                              <a:rPr lang="en-US" sz="1600" b="0" i="1" smtClean="0">
                                <a:latin typeface="Cambria Math" panose="02040503050406030204" pitchFamily="18" charset="0"/>
                              </a:rPr>
                            </m:ctrlPr>
                          </m:sSubSupPr>
                          <m:e>
                            <m:r>
                              <a:rPr lang="en-US" sz="1600" i="1">
                                <a:latin typeface="Cambria Math" panose="02040503050406030204" pitchFamily="18" charset="0"/>
                              </a:rPr>
                              <m:t>𝑥</m:t>
                            </m:r>
                          </m:e>
                          <m:sub>
                            <m:r>
                              <a:rPr lang="en-US" sz="1600" b="0" i="1" smtClean="0">
                                <a:latin typeface="Cambria Math" panose="02040503050406030204" pitchFamily="18" charset="0"/>
                              </a:rPr>
                              <m:t>2</m:t>
                            </m:r>
                          </m:sub>
                          <m:sup>
                            <m:r>
                              <a:rPr lang="en-US" sz="1600" b="0" i="1" smtClean="0">
                                <a:latin typeface="Cambria Math" panose="02040503050406030204" pitchFamily="18" charset="0"/>
                              </a:rPr>
                              <m:t>2</m:t>
                            </m:r>
                          </m:sup>
                        </m:sSubSup>
                        <m:r>
                          <a:rPr lang="en-US" sz="1600" b="0" i="1" smtClean="0">
                            <a:latin typeface="Cambria Math" panose="02040503050406030204" pitchFamily="18" charset="0"/>
                          </a:rPr>
                          <m:t>+</m:t>
                        </m:r>
                        <m:sSub>
                          <m:sSubPr>
                            <m:ctrlPr>
                              <a:rPr lang="en-US" sz="1600" i="1" smtClean="0">
                                <a:latin typeface="Cambria Math" panose="02040503050406030204" pitchFamily="18" charset="0"/>
                              </a:rPr>
                            </m:ctrlPr>
                          </m:sSubPr>
                          <m:e>
                            <m:r>
                              <a:rPr lang="en-US" sz="1600" i="1">
                                <a:latin typeface="Cambria Math" panose="02040503050406030204" pitchFamily="18" charset="0"/>
                              </a:rPr>
                              <m:t>𝜃</m:t>
                            </m:r>
                          </m:e>
                          <m:sub>
                            <m:r>
                              <a:rPr lang="en-US" sz="1600" b="0" i="1" smtClean="0">
                                <a:latin typeface="Cambria Math" panose="02040503050406030204" pitchFamily="18" charset="0"/>
                              </a:rPr>
                              <m:t>4</m:t>
                            </m:r>
                          </m:sub>
                        </m:sSub>
                        <m:sSubSup>
                          <m:sSubSupPr>
                            <m:ctrlPr>
                              <a:rPr lang="en-US" sz="1600" b="0" i="1" smtClean="0">
                                <a:latin typeface="Cambria Math" panose="02040503050406030204" pitchFamily="18" charset="0"/>
                              </a:rPr>
                            </m:ctrlPr>
                          </m:sSubSupPr>
                          <m:e>
                            <m:r>
                              <a:rPr lang="en-US" sz="1600" i="1">
                                <a:latin typeface="Cambria Math" panose="02040503050406030204" pitchFamily="18" charset="0"/>
                              </a:rPr>
                              <m:t>𝑥</m:t>
                            </m:r>
                          </m:e>
                          <m:sub>
                            <m:r>
                              <a:rPr lang="en-US" sz="1600" b="0" i="1" smtClean="0">
                                <a:latin typeface="Cambria Math" panose="02040503050406030204" pitchFamily="18" charset="0"/>
                              </a:rPr>
                              <m:t>2</m:t>
                            </m:r>
                          </m:sub>
                          <m:sup>
                            <m:r>
                              <a:rPr lang="en-US" sz="1600" b="0" i="1" smtClean="0">
                                <a:latin typeface="Cambria Math" panose="02040503050406030204" pitchFamily="18" charset="0"/>
                              </a:rPr>
                              <m:t>3</m:t>
                            </m:r>
                          </m:sup>
                        </m:sSubSup>
                      </m:e>
                    </m:d>
                  </m:oMath>
                </a14:m>
                <a:r>
                  <a:rPr lang="en-US" sz="1600" dirty="0"/>
                  <a:t> </a:t>
                </a:r>
              </a:p>
            </p:txBody>
          </p:sp>
        </mc:Choice>
        <mc:Fallback>
          <p:sp>
            <p:nvSpPr>
              <p:cNvPr id="38" name="TextBox 37">
                <a:extLst>
                  <a:ext uri="{FF2B5EF4-FFF2-40B4-BE49-F238E27FC236}">
                    <a16:creationId xmlns:a16="http://schemas.microsoft.com/office/drawing/2014/main" id="{B79C6608-856A-41CA-A566-A6772AF193F9}"/>
                  </a:ext>
                </a:extLst>
              </p:cNvPr>
              <p:cNvSpPr txBox="1">
                <a:spLocks noRot="1" noChangeAspect="1" noMove="1" noResize="1" noEditPoints="1" noAdjustHandles="1" noChangeArrowheads="1" noChangeShapeType="1" noTextEdit="1"/>
              </p:cNvSpPr>
              <p:nvPr/>
            </p:nvSpPr>
            <p:spPr>
              <a:xfrm>
                <a:off x="5636118" y="5460626"/>
                <a:ext cx="6096000" cy="595291"/>
              </a:xfrm>
              <a:prstGeom prst="rect">
                <a:avLst/>
              </a:prstGeom>
              <a:blipFill>
                <a:blip r:embed="rId5"/>
                <a:stretch>
                  <a:fillRect b="-9278"/>
                </a:stretch>
              </a:blipFill>
            </p:spPr>
            <p:txBody>
              <a:bodyPr/>
              <a:lstStyle/>
              <a:p>
                <a:r>
                  <a:rPr lang="en-US">
                    <a:noFill/>
                  </a:rPr>
                  <a:t> </a:t>
                </a:r>
              </a:p>
            </p:txBody>
          </p:sp>
        </mc:Fallback>
      </mc:AlternateContent>
      <p:pic>
        <p:nvPicPr>
          <p:cNvPr id="39" name="Picture 38">
            <a:extLst>
              <a:ext uri="{FF2B5EF4-FFF2-40B4-BE49-F238E27FC236}">
                <a16:creationId xmlns:a16="http://schemas.microsoft.com/office/drawing/2014/main" id="{B19B2725-6AFA-4ECC-A437-B7DD52EF5236}"/>
              </a:ext>
            </a:extLst>
          </p:cNvPr>
          <p:cNvPicPr>
            <a:picLocks noChangeAspect="1"/>
          </p:cNvPicPr>
          <p:nvPr/>
        </p:nvPicPr>
        <p:blipFill>
          <a:blip r:embed="rId4"/>
          <a:stretch>
            <a:fillRect/>
          </a:stretch>
        </p:blipFill>
        <p:spPr>
          <a:xfrm>
            <a:off x="7194924" y="3098304"/>
            <a:ext cx="2627712" cy="2096324"/>
          </a:xfrm>
          <a:prstGeom prst="rect">
            <a:avLst/>
          </a:prstGeom>
        </p:spPr>
      </p:pic>
      <p:sp>
        <p:nvSpPr>
          <p:cNvPr id="43" name="Title 1">
            <a:extLst>
              <a:ext uri="{FF2B5EF4-FFF2-40B4-BE49-F238E27FC236}">
                <a16:creationId xmlns:a16="http://schemas.microsoft.com/office/drawing/2014/main" id="{942E94B5-A146-45F7-96C2-853483CD95FE}"/>
              </a:ext>
            </a:extLst>
          </p:cNvPr>
          <p:cNvSpPr txBox="1">
            <a:spLocks/>
          </p:cNvSpPr>
          <p:nvPr/>
        </p:nvSpPr>
        <p:spPr>
          <a:xfrm>
            <a:off x="127425" y="127645"/>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all" spc="0" normalizeH="0" baseline="0" noProof="0" dirty="0">
                <a:ln>
                  <a:noFill/>
                </a:ln>
                <a:solidFill>
                  <a:sysClr val="windowText" lastClr="000000"/>
                </a:solidFill>
                <a:effectLst/>
                <a:uLnTx/>
                <a:uFillTx/>
                <a:latin typeface="Posterama"/>
                <a:ea typeface="+mj-ea"/>
                <a:cs typeface="+mj-cs"/>
              </a:rPr>
              <a:t>Decision boundary</a:t>
            </a:r>
          </a:p>
        </p:txBody>
      </p:sp>
      <p:sp>
        <p:nvSpPr>
          <p:cNvPr id="44" name="Slide Number Placeholder 43">
            <a:extLst>
              <a:ext uri="{FF2B5EF4-FFF2-40B4-BE49-F238E27FC236}">
                <a16:creationId xmlns:a16="http://schemas.microsoft.com/office/drawing/2014/main" id="{8B28D70C-D2D6-42D3-A854-845D45FCE51D}"/>
              </a:ext>
            </a:extLst>
          </p:cNvPr>
          <p:cNvSpPr>
            <a:spLocks noGrp="1"/>
          </p:cNvSpPr>
          <p:nvPr>
            <p:ph type="sldNum" sz="quarter" idx="12"/>
          </p:nvPr>
        </p:nvSpPr>
        <p:spPr/>
        <p:txBody>
          <a:bodyPr/>
          <a:lstStyle/>
          <a:p>
            <a:fld id="{836600DF-5D53-42A4-B23C-8345E9EFB9A6}" type="slidenum">
              <a:rPr lang="en-US" smtClean="0"/>
              <a:t>11</a:t>
            </a:fld>
            <a:endParaRPr lang="en-US"/>
          </a:p>
        </p:txBody>
      </p:sp>
    </p:spTree>
    <p:extLst>
      <p:ext uri="{BB962C8B-B14F-4D97-AF65-F5344CB8AC3E}">
        <p14:creationId xmlns:p14="http://schemas.microsoft.com/office/powerpoint/2010/main" val="3828249484"/>
      </p:ext>
    </p:extLst>
  </p:cSld>
  <p:clrMapOvr>
    <a:masterClrMapping/>
  </p:clrMapOvr>
  <p:transition>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0CB9108-98EB-4246-9E94-10306D0E33AF}"/>
              </a:ext>
            </a:extLst>
          </p:cNvPr>
          <p:cNvPicPr>
            <a:picLocks noChangeAspect="1"/>
          </p:cNvPicPr>
          <p:nvPr/>
        </p:nvPicPr>
        <p:blipFill>
          <a:blip r:embed="rId2"/>
          <a:stretch>
            <a:fillRect/>
          </a:stretch>
        </p:blipFill>
        <p:spPr>
          <a:xfrm>
            <a:off x="345722" y="1433877"/>
            <a:ext cx="3419952" cy="1609950"/>
          </a:xfrm>
          <a:prstGeom prst="rect">
            <a:avLst/>
          </a:prstGeom>
        </p:spPr>
      </p:pic>
      <p:pic>
        <p:nvPicPr>
          <p:cNvPr id="7" name="Picture 6">
            <a:extLst>
              <a:ext uri="{FF2B5EF4-FFF2-40B4-BE49-F238E27FC236}">
                <a16:creationId xmlns:a16="http://schemas.microsoft.com/office/drawing/2014/main" id="{89069FBC-63E2-404E-B1C2-8DC87F4A8B58}"/>
              </a:ext>
            </a:extLst>
          </p:cNvPr>
          <p:cNvPicPr>
            <a:picLocks noChangeAspect="1"/>
          </p:cNvPicPr>
          <p:nvPr/>
        </p:nvPicPr>
        <p:blipFill>
          <a:blip r:embed="rId3"/>
          <a:stretch>
            <a:fillRect/>
          </a:stretch>
        </p:blipFill>
        <p:spPr>
          <a:xfrm>
            <a:off x="3866954" y="1433877"/>
            <a:ext cx="1273228" cy="1609949"/>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17EFEE2-23E0-49F9-94AA-02FAEFF66905}"/>
                  </a:ext>
                </a:extLst>
              </p:cNvPr>
              <p:cNvSpPr txBox="1"/>
              <p:nvPr/>
            </p:nvSpPr>
            <p:spPr>
              <a:xfrm>
                <a:off x="7021721" y="3055850"/>
                <a:ext cx="1905715" cy="5536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az-Latn-AZ" b="0" i="1" smtClean="0">
                              <a:latin typeface="Cambria Math" panose="02040503050406030204" pitchFamily="18" charset="0"/>
                            </a:rPr>
                          </m:ctrlPr>
                        </m:sSubPr>
                        <m:e>
                          <m:r>
                            <a:rPr lang="az-Latn-AZ" b="0" i="1" smtClean="0">
                              <a:latin typeface="Cambria Math" panose="02040503050406030204" pitchFamily="18" charset="0"/>
                            </a:rPr>
                            <m:t>h</m:t>
                          </m:r>
                        </m:e>
                        <m:sub>
                          <m:r>
                            <a:rPr lang="az-Latn-AZ" b="0" i="1" smtClean="0">
                              <a:latin typeface="Cambria Math" panose="02040503050406030204" pitchFamily="18" charset="0"/>
                            </a:rPr>
                            <m:t>𝜃</m:t>
                          </m:r>
                        </m:sub>
                      </m:sSub>
                      <m:d>
                        <m:dPr>
                          <m:ctrlPr>
                            <a:rPr lang="az-Latn-AZ" b="0" i="1" smtClean="0">
                              <a:latin typeface="Cambria Math" panose="02040503050406030204" pitchFamily="18" charset="0"/>
                            </a:rPr>
                          </m:ctrlPr>
                        </m:dPr>
                        <m:e>
                          <m:r>
                            <a:rPr lang="az-Latn-AZ" b="0" i="1" smtClean="0">
                              <a:latin typeface="Cambria Math" panose="02040503050406030204" pitchFamily="18" charset="0"/>
                            </a:rPr>
                            <m:t>𝑥</m:t>
                          </m:r>
                        </m:e>
                      </m:d>
                      <m:r>
                        <a:rPr lang="az-Latn-AZ" b="0" i="1" smtClean="0">
                          <a:latin typeface="Cambria Math" panose="02040503050406030204" pitchFamily="18" charset="0"/>
                        </a:rPr>
                        <m:t>=</m:t>
                      </m:r>
                      <m:f>
                        <m:fPr>
                          <m:ctrlPr>
                            <a:rPr lang="en-US" b="0" i="1" smtClean="0">
                              <a:latin typeface="Cambria Math" panose="02040503050406030204" pitchFamily="18" charset="0"/>
                            </a:rPr>
                          </m:ctrlPr>
                        </m:fPr>
                        <m:num>
                          <m:r>
                            <a:rPr lang="az-Latn-AZ"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az-Latn-AZ" b="0" i="1" smtClean="0">
                                      <a:latin typeface="Cambria Math" panose="02040503050406030204" pitchFamily="18" charset="0"/>
                                    </a:rPr>
                                    <m:t>𝜃</m:t>
                                  </m:r>
                                </m:e>
                                <m:sup>
                                  <m:r>
                                    <a:rPr lang="en-US" b="0" i="1" smtClean="0">
                                      <a:latin typeface="Cambria Math" panose="02040503050406030204" pitchFamily="18" charset="0"/>
                                    </a:rPr>
                                    <m:t>𝑇</m:t>
                                  </m:r>
                                </m:sup>
                              </m:sSup>
                              <m:r>
                                <a:rPr lang="en-US" b="0" i="1" smtClean="0">
                                  <a:latin typeface="Cambria Math" panose="02040503050406030204" pitchFamily="18" charset="0"/>
                                </a:rPr>
                                <m:t>𝑥</m:t>
                              </m:r>
                            </m:sup>
                          </m:sSup>
                        </m:den>
                      </m:f>
                    </m:oMath>
                  </m:oMathPara>
                </a14:m>
                <a:endParaRPr lang="en-US" dirty="0"/>
              </a:p>
            </p:txBody>
          </p:sp>
        </mc:Choice>
        <mc:Fallback xmlns="">
          <p:sp>
            <p:nvSpPr>
              <p:cNvPr id="8" name="TextBox 7">
                <a:extLst>
                  <a:ext uri="{FF2B5EF4-FFF2-40B4-BE49-F238E27FC236}">
                    <a16:creationId xmlns:a16="http://schemas.microsoft.com/office/drawing/2014/main" id="{617EFEE2-23E0-49F9-94AA-02FAEFF66905}"/>
                  </a:ext>
                </a:extLst>
              </p:cNvPr>
              <p:cNvSpPr txBox="1">
                <a:spLocks noRot="1" noChangeAspect="1" noMove="1" noResize="1" noEditPoints="1" noAdjustHandles="1" noChangeArrowheads="1" noChangeShapeType="1" noTextEdit="1"/>
              </p:cNvSpPr>
              <p:nvPr/>
            </p:nvSpPr>
            <p:spPr>
              <a:xfrm>
                <a:off x="7021721" y="3055850"/>
                <a:ext cx="1905715" cy="55361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CD580A4-7A4C-4899-89C4-FD9C786A2B0D}"/>
                  </a:ext>
                </a:extLst>
              </p:cNvPr>
              <p:cNvSpPr txBox="1"/>
              <p:nvPr/>
            </p:nvSpPr>
            <p:spPr>
              <a:xfrm>
                <a:off x="3994564" y="3208899"/>
                <a:ext cx="1227667"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𝑦</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0</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1</m:t>
                      </m:r>
                      <m:r>
                        <a:rPr lang="en-US" sz="1400" b="0" i="1" smtClean="0">
                          <a:latin typeface="Cambria Math" panose="02040503050406030204" pitchFamily="18" charset="0"/>
                          <a:ea typeface="Cambria Math" panose="02040503050406030204" pitchFamily="18" charset="0"/>
                        </a:rPr>
                        <m:t>}</m:t>
                      </m:r>
                    </m:oMath>
                  </m:oMathPara>
                </a14:m>
                <a:endParaRPr lang="en-US" sz="1400" dirty="0"/>
              </a:p>
            </p:txBody>
          </p:sp>
        </mc:Choice>
        <mc:Fallback xmlns="">
          <p:sp>
            <p:nvSpPr>
              <p:cNvPr id="9" name="TextBox 8">
                <a:extLst>
                  <a:ext uri="{FF2B5EF4-FFF2-40B4-BE49-F238E27FC236}">
                    <a16:creationId xmlns:a16="http://schemas.microsoft.com/office/drawing/2014/main" id="{DCD580A4-7A4C-4899-89C4-FD9C786A2B0D}"/>
                  </a:ext>
                </a:extLst>
              </p:cNvPr>
              <p:cNvSpPr txBox="1">
                <a:spLocks noRot="1" noChangeAspect="1" noMove="1" noResize="1" noEditPoints="1" noAdjustHandles="1" noChangeArrowheads="1" noChangeShapeType="1" noTextEdit="1"/>
              </p:cNvSpPr>
              <p:nvPr/>
            </p:nvSpPr>
            <p:spPr>
              <a:xfrm>
                <a:off x="3994564" y="3208899"/>
                <a:ext cx="1227667" cy="307777"/>
              </a:xfrm>
              <a:prstGeom prst="rect">
                <a:avLst/>
              </a:prstGeom>
              <a:blipFill>
                <a:blip r:embed="rId5"/>
                <a:stretch>
                  <a:fillRect b="-7843"/>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A0088C4D-FDBB-43BF-B8C4-7E72534A1750}"/>
              </a:ext>
            </a:extLst>
          </p:cNvPr>
          <p:cNvPicPr>
            <a:picLocks noChangeAspect="1"/>
          </p:cNvPicPr>
          <p:nvPr/>
        </p:nvPicPr>
        <p:blipFill>
          <a:blip r:embed="rId6"/>
          <a:stretch>
            <a:fillRect/>
          </a:stretch>
        </p:blipFill>
        <p:spPr>
          <a:xfrm>
            <a:off x="6939672" y="1618093"/>
            <a:ext cx="3305636" cy="704948"/>
          </a:xfrm>
          <a:prstGeom prst="rect">
            <a:avLst/>
          </a:prstGeom>
        </p:spPr>
      </p:pic>
      <p:sp>
        <p:nvSpPr>
          <p:cNvPr id="13" name="TextBox 12">
            <a:extLst>
              <a:ext uri="{FF2B5EF4-FFF2-40B4-BE49-F238E27FC236}">
                <a16:creationId xmlns:a16="http://schemas.microsoft.com/office/drawing/2014/main" id="{A5345BF8-0DD4-4BFE-8C29-95F33AD84501}"/>
              </a:ext>
            </a:extLst>
          </p:cNvPr>
          <p:cNvSpPr txBox="1"/>
          <p:nvPr/>
        </p:nvSpPr>
        <p:spPr>
          <a:xfrm>
            <a:off x="7026730" y="1202002"/>
            <a:ext cx="2784095" cy="307777"/>
          </a:xfrm>
          <a:prstGeom prst="rect">
            <a:avLst/>
          </a:prstGeom>
          <a:noFill/>
        </p:spPr>
        <p:txBody>
          <a:bodyPr wrap="none" rtlCol="0">
            <a:spAutoFit/>
          </a:bodyPr>
          <a:lstStyle/>
          <a:p>
            <a:r>
              <a:rPr lang="en-US" sz="1400" b="1" dirty="0"/>
              <a:t>Cost function for Linear regression:</a:t>
            </a:r>
          </a:p>
        </p:txBody>
      </p:sp>
      <p:cxnSp>
        <p:nvCxnSpPr>
          <p:cNvPr id="15" name="Straight Arrow Connector 14">
            <a:extLst>
              <a:ext uri="{FF2B5EF4-FFF2-40B4-BE49-F238E27FC236}">
                <a16:creationId xmlns:a16="http://schemas.microsoft.com/office/drawing/2014/main" id="{0D24414E-D619-44D1-A378-A52932366A8D}"/>
              </a:ext>
            </a:extLst>
          </p:cNvPr>
          <p:cNvCxnSpPr>
            <a:cxnSpLocks/>
          </p:cNvCxnSpPr>
          <p:nvPr/>
        </p:nvCxnSpPr>
        <p:spPr>
          <a:xfrm flipV="1">
            <a:off x="2351741" y="4076661"/>
            <a:ext cx="0" cy="16903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93A36245-3484-4F38-9794-02D53E57AC66}"/>
              </a:ext>
            </a:extLst>
          </p:cNvPr>
          <p:cNvCxnSpPr>
            <a:cxnSpLocks/>
          </p:cNvCxnSpPr>
          <p:nvPr/>
        </p:nvCxnSpPr>
        <p:spPr>
          <a:xfrm>
            <a:off x="2351741" y="5766985"/>
            <a:ext cx="241292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D9C6042-9DCB-4588-AF45-E67ED5988153}"/>
              </a:ext>
            </a:extLst>
          </p:cNvPr>
          <p:cNvCxnSpPr>
            <a:cxnSpLocks/>
          </p:cNvCxnSpPr>
          <p:nvPr/>
        </p:nvCxnSpPr>
        <p:spPr>
          <a:xfrm flipV="1">
            <a:off x="6096000" y="4076661"/>
            <a:ext cx="0" cy="16903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A0E7933-B656-4DEC-B588-E0DB6FE510DF}"/>
              </a:ext>
            </a:extLst>
          </p:cNvPr>
          <p:cNvCxnSpPr>
            <a:cxnSpLocks/>
          </p:cNvCxnSpPr>
          <p:nvPr/>
        </p:nvCxnSpPr>
        <p:spPr>
          <a:xfrm>
            <a:off x="6096000" y="5766985"/>
            <a:ext cx="241292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C0EC41B-7C1B-45D3-AE7C-C0F05AE3BFE9}"/>
              </a:ext>
            </a:extLst>
          </p:cNvPr>
          <p:cNvSpPr txBox="1"/>
          <p:nvPr/>
        </p:nvSpPr>
        <p:spPr>
          <a:xfrm>
            <a:off x="2909171" y="3740944"/>
            <a:ext cx="1049454" cy="307777"/>
          </a:xfrm>
          <a:prstGeom prst="rect">
            <a:avLst/>
          </a:prstGeom>
          <a:noFill/>
        </p:spPr>
        <p:txBody>
          <a:bodyPr wrap="none" rtlCol="0">
            <a:spAutoFit/>
          </a:bodyPr>
          <a:lstStyle/>
          <a:p>
            <a:r>
              <a:rPr lang="en-US" sz="1400" dirty="0"/>
              <a:t>Non-convex</a:t>
            </a:r>
          </a:p>
        </p:txBody>
      </p:sp>
      <p:sp>
        <p:nvSpPr>
          <p:cNvPr id="23" name="TextBox 22">
            <a:extLst>
              <a:ext uri="{FF2B5EF4-FFF2-40B4-BE49-F238E27FC236}">
                <a16:creationId xmlns:a16="http://schemas.microsoft.com/office/drawing/2014/main" id="{F637C074-271E-4A15-8423-4582998125C4}"/>
              </a:ext>
            </a:extLst>
          </p:cNvPr>
          <p:cNvSpPr txBox="1"/>
          <p:nvPr/>
        </p:nvSpPr>
        <p:spPr>
          <a:xfrm>
            <a:off x="6777733" y="3783286"/>
            <a:ext cx="712696" cy="307777"/>
          </a:xfrm>
          <a:prstGeom prst="rect">
            <a:avLst/>
          </a:prstGeom>
          <a:noFill/>
        </p:spPr>
        <p:txBody>
          <a:bodyPr wrap="none" rtlCol="0">
            <a:spAutoFit/>
          </a:bodyPr>
          <a:lstStyle/>
          <a:p>
            <a:r>
              <a:rPr lang="en-US" sz="1400" dirty="0"/>
              <a:t>Convex</a:t>
            </a:r>
          </a:p>
        </p:txBody>
      </p:sp>
      <p:pic>
        <p:nvPicPr>
          <p:cNvPr id="24" name="Picture 23">
            <a:extLst>
              <a:ext uri="{FF2B5EF4-FFF2-40B4-BE49-F238E27FC236}">
                <a16:creationId xmlns:a16="http://schemas.microsoft.com/office/drawing/2014/main" id="{43B8C786-886F-4661-8055-E2B5F7DFDC40}"/>
              </a:ext>
            </a:extLst>
          </p:cNvPr>
          <p:cNvPicPr>
            <a:picLocks noChangeAspect="1"/>
          </p:cNvPicPr>
          <p:nvPr/>
        </p:nvPicPr>
        <p:blipFill>
          <a:blip r:embed="rId7"/>
          <a:stretch>
            <a:fillRect/>
          </a:stretch>
        </p:blipFill>
        <p:spPr>
          <a:xfrm>
            <a:off x="6939672" y="2315211"/>
            <a:ext cx="3210373" cy="819264"/>
          </a:xfrm>
          <a:prstGeom prst="rect">
            <a:avLst/>
          </a:prstGeom>
        </p:spPr>
      </p:pic>
      <p:sp>
        <p:nvSpPr>
          <p:cNvPr id="27" name="Title 1">
            <a:extLst>
              <a:ext uri="{FF2B5EF4-FFF2-40B4-BE49-F238E27FC236}">
                <a16:creationId xmlns:a16="http://schemas.microsoft.com/office/drawing/2014/main" id="{15AC666F-F470-4283-9579-47AF5B339D66}"/>
              </a:ext>
            </a:extLst>
          </p:cNvPr>
          <p:cNvSpPr txBox="1">
            <a:spLocks/>
          </p:cNvSpPr>
          <p:nvPr/>
        </p:nvSpPr>
        <p:spPr>
          <a:xfrm>
            <a:off x="127425" y="127645"/>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all" spc="0" normalizeH="0" baseline="0" noProof="0" dirty="0">
                <a:ln>
                  <a:noFill/>
                </a:ln>
                <a:solidFill>
                  <a:sysClr val="windowText" lastClr="000000"/>
                </a:solidFill>
                <a:effectLst/>
                <a:uLnTx/>
                <a:uFillTx/>
                <a:latin typeface="Posterama"/>
                <a:ea typeface="+mj-ea"/>
                <a:cs typeface="+mj-cs"/>
              </a:rPr>
              <a:t>Cost function</a:t>
            </a:r>
          </a:p>
        </p:txBody>
      </p:sp>
      <p:sp>
        <p:nvSpPr>
          <p:cNvPr id="28" name="Slide Number Placeholder 27">
            <a:extLst>
              <a:ext uri="{FF2B5EF4-FFF2-40B4-BE49-F238E27FC236}">
                <a16:creationId xmlns:a16="http://schemas.microsoft.com/office/drawing/2014/main" id="{C51D1408-B2BA-47E3-A130-A3AFA3A2F86B}"/>
              </a:ext>
            </a:extLst>
          </p:cNvPr>
          <p:cNvSpPr>
            <a:spLocks noGrp="1"/>
          </p:cNvSpPr>
          <p:nvPr>
            <p:ph type="sldNum" sz="quarter" idx="12"/>
          </p:nvPr>
        </p:nvSpPr>
        <p:spPr/>
        <p:txBody>
          <a:bodyPr/>
          <a:lstStyle/>
          <a:p>
            <a:fld id="{836600DF-5D53-42A4-B23C-8345E9EFB9A6}" type="slidenum">
              <a:rPr lang="en-US" smtClean="0"/>
              <a:t>12</a:t>
            </a:fld>
            <a:endParaRPr lang="en-US"/>
          </a:p>
        </p:txBody>
      </p:sp>
      <p:sp>
        <p:nvSpPr>
          <p:cNvPr id="29" name="TextBox 28">
            <a:extLst>
              <a:ext uri="{FF2B5EF4-FFF2-40B4-BE49-F238E27FC236}">
                <a16:creationId xmlns:a16="http://schemas.microsoft.com/office/drawing/2014/main" id="{F0A89C9C-6979-4933-9A19-233CA558CE36}"/>
              </a:ext>
            </a:extLst>
          </p:cNvPr>
          <p:cNvSpPr txBox="1"/>
          <p:nvPr/>
        </p:nvSpPr>
        <p:spPr>
          <a:xfrm>
            <a:off x="9982200" y="3164430"/>
            <a:ext cx="946093" cy="307777"/>
          </a:xfrm>
          <a:prstGeom prst="rect">
            <a:avLst/>
          </a:prstGeom>
          <a:noFill/>
        </p:spPr>
        <p:txBody>
          <a:bodyPr wrap="none" rtlCol="0">
            <a:spAutoFit/>
          </a:bodyPr>
          <a:lstStyle/>
          <a:p>
            <a:r>
              <a:rPr lang="en-US" sz="1400" i="1" dirty="0"/>
              <a:t>Non linear</a:t>
            </a:r>
          </a:p>
        </p:txBody>
      </p:sp>
      <p:cxnSp>
        <p:nvCxnSpPr>
          <p:cNvPr id="31" name="Straight Arrow Connector 30">
            <a:extLst>
              <a:ext uri="{FF2B5EF4-FFF2-40B4-BE49-F238E27FC236}">
                <a16:creationId xmlns:a16="http://schemas.microsoft.com/office/drawing/2014/main" id="{29E3CB9D-4607-46FD-8297-D7DEECF3231D}"/>
              </a:ext>
            </a:extLst>
          </p:cNvPr>
          <p:cNvCxnSpPr>
            <a:stCxn id="8" idx="3"/>
            <a:endCxn id="29" idx="1"/>
          </p:cNvCxnSpPr>
          <p:nvPr/>
        </p:nvCxnSpPr>
        <p:spPr>
          <a:xfrm flipV="1">
            <a:off x="8927436" y="3318319"/>
            <a:ext cx="1054764" cy="14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7A35668F-F0D8-44E3-8148-B136A5EEA414}"/>
                  </a:ext>
                </a:extLst>
              </p:cNvPr>
              <p:cNvSpPr txBox="1"/>
              <p:nvPr/>
            </p:nvSpPr>
            <p:spPr>
              <a:xfrm>
                <a:off x="3433898" y="5778354"/>
                <a:ext cx="18947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𝜃</m:t>
                      </m:r>
                    </m:oMath>
                  </m:oMathPara>
                </a14:m>
                <a:endParaRPr lang="en-US" dirty="0"/>
              </a:p>
            </p:txBody>
          </p:sp>
        </mc:Choice>
        <mc:Fallback>
          <p:sp>
            <p:nvSpPr>
              <p:cNvPr id="33" name="TextBox 32">
                <a:extLst>
                  <a:ext uri="{FF2B5EF4-FFF2-40B4-BE49-F238E27FC236}">
                    <a16:creationId xmlns:a16="http://schemas.microsoft.com/office/drawing/2014/main" id="{7A35668F-F0D8-44E3-8148-B136A5EEA414}"/>
                  </a:ext>
                </a:extLst>
              </p:cNvPr>
              <p:cNvSpPr txBox="1">
                <a:spLocks noRot="1" noChangeAspect="1" noMove="1" noResize="1" noEditPoints="1" noAdjustHandles="1" noChangeArrowheads="1" noChangeShapeType="1" noTextEdit="1"/>
              </p:cNvSpPr>
              <p:nvPr/>
            </p:nvSpPr>
            <p:spPr>
              <a:xfrm>
                <a:off x="3433898" y="5778354"/>
                <a:ext cx="189474" cy="276999"/>
              </a:xfrm>
              <a:prstGeom prst="rect">
                <a:avLst/>
              </a:prstGeom>
              <a:blipFill>
                <a:blip r:embed="rId8"/>
                <a:stretch>
                  <a:fillRect l="-29032" r="-25806" b="-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4" name="TextBox 33">
                <a:extLst>
                  <a:ext uri="{FF2B5EF4-FFF2-40B4-BE49-F238E27FC236}">
                    <a16:creationId xmlns:a16="http://schemas.microsoft.com/office/drawing/2014/main" id="{02CC6F05-9DFD-46EB-AB60-65EBF5B62766}"/>
                  </a:ext>
                </a:extLst>
              </p:cNvPr>
              <p:cNvSpPr txBox="1"/>
              <p:nvPr/>
            </p:nvSpPr>
            <p:spPr>
              <a:xfrm>
                <a:off x="7302460" y="5778354"/>
                <a:ext cx="18947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𝜃</m:t>
                      </m:r>
                    </m:oMath>
                  </m:oMathPara>
                </a14:m>
                <a:endParaRPr lang="en-US" dirty="0"/>
              </a:p>
            </p:txBody>
          </p:sp>
        </mc:Choice>
        <mc:Fallback>
          <p:sp>
            <p:nvSpPr>
              <p:cNvPr id="34" name="TextBox 33">
                <a:extLst>
                  <a:ext uri="{FF2B5EF4-FFF2-40B4-BE49-F238E27FC236}">
                    <a16:creationId xmlns:a16="http://schemas.microsoft.com/office/drawing/2014/main" id="{02CC6F05-9DFD-46EB-AB60-65EBF5B62766}"/>
                  </a:ext>
                </a:extLst>
              </p:cNvPr>
              <p:cNvSpPr txBox="1">
                <a:spLocks noRot="1" noChangeAspect="1" noMove="1" noResize="1" noEditPoints="1" noAdjustHandles="1" noChangeArrowheads="1" noChangeShapeType="1" noTextEdit="1"/>
              </p:cNvSpPr>
              <p:nvPr/>
            </p:nvSpPr>
            <p:spPr>
              <a:xfrm>
                <a:off x="7302460" y="5778354"/>
                <a:ext cx="189474" cy="276999"/>
              </a:xfrm>
              <a:prstGeom prst="rect">
                <a:avLst/>
              </a:prstGeom>
              <a:blipFill>
                <a:blip r:embed="rId9"/>
                <a:stretch>
                  <a:fillRect l="-32258" r="-22581" b="-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0EE56BED-F05F-4E92-9601-1B086F447DC1}"/>
                  </a:ext>
                </a:extLst>
              </p:cNvPr>
              <p:cNvSpPr txBox="1"/>
              <p:nvPr/>
            </p:nvSpPr>
            <p:spPr>
              <a:xfrm>
                <a:off x="1752950" y="4076661"/>
                <a:ext cx="47448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𝐽</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oMath>
                  </m:oMathPara>
                </a14:m>
                <a:endParaRPr lang="en-US" dirty="0"/>
              </a:p>
            </p:txBody>
          </p:sp>
        </mc:Choice>
        <mc:Fallback>
          <p:sp>
            <p:nvSpPr>
              <p:cNvPr id="35" name="TextBox 34">
                <a:extLst>
                  <a:ext uri="{FF2B5EF4-FFF2-40B4-BE49-F238E27FC236}">
                    <a16:creationId xmlns:a16="http://schemas.microsoft.com/office/drawing/2014/main" id="{0EE56BED-F05F-4E92-9601-1B086F447DC1}"/>
                  </a:ext>
                </a:extLst>
              </p:cNvPr>
              <p:cNvSpPr txBox="1">
                <a:spLocks noRot="1" noChangeAspect="1" noMove="1" noResize="1" noEditPoints="1" noAdjustHandles="1" noChangeArrowheads="1" noChangeShapeType="1" noTextEdit="1"/>
              </p:cNvSpPr>
              <p:nvPr/>
            </p:nvSpPr>
            <p:spPr>
              <a:xfrm>
                <a:off x="1752950" y="4076661"/>
                <a:ext cx="474489" cy="276999"/>
              </a:xfrm>
              <a:prstGeom prst="rect">
                <a:avLst/>
              </a:prstGeom>
              <a:blipFill>
                <a:blip r:embed="rId10"/>
                <a:stretch>
                  <a:fillRect l="-15584" t="-4444" r="-18182" b="-3555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5DC56F8A-3B53-4B8E-86A9-2E41473B1706}"/>
                  </a:ext>
                </a:extLst>
              </p:cNvPr>
              <p:cNvSpPr txBox="1"/>
              <p:nvPr/>
            </p:nvSpPr>
            <p:spPr>
              <a:xfrm>
                <a:off x="5478335" y="4048721"/>
                <a:ext cx="47448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𝐽</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oMath>
                  </m:oMathPara>
                </a14:m>
                <a:endParaRPr lang="en-US" dirty="0"/>
              </a:p>
            </p:txBody>
          </p:sp>
        </mc:Choice>
        <mc:Fallback>
          <p:sp>
            <p:nvSpPr>
              <p:cNvPr id="36" name="TextBox 35">
                <a:extLst>
                  <a:ext uri="{FF2B5EF4-FFF2-40B4-BE49-F238E27FC236}">
                    <a16:creationId xmlns:a16="http://schemas.microsoft.com/office/drawing/2014/main" id="{5DC56F8A-3B53-4B8E-86A9-2E41473B1706}"/>
                  </a:ext>
                </a:extLst>
              </p:cNvPr>
              <p:cNvSpPr txBox="1">
                <a:spLocks noRot="1" noChangeAspect="1" noMove="1" noResize="1" noEditPoints="1" noAdjustHandles="1" noChangeArrowheads="1" noChangeShapeType="1" noTextEdit="1"/>
              </p:cNvSpPr>
              <p:nvPr/>
            </p:nvSpPr>
            <p:spPr>
              <a:xfrm>
                <a:off x="5478335" y="4048721"/>
                <a:ext cx="474489" cy="276999"/>
              </a:xfrm>
              <a:prstGeom prst="rect">
                <a:avLst/>
              </a:prstGeom>
              <a:blipFill>
                <a:blip r:embed="rId11"/>
                <a:stretch>
                  <a:fillRect l="-15385" t="-2174" r="-16667" b="-32609"/>
                </a:stretch>
              </a:blipFill>
            </p:spPr>
            <p:txBody>
              <a:bodyPr/>
              <a:lstStyle/>
              <a:p>
                <a:r>
                  <a:rPr lang="en-US">
                    <a:noFill/>
                  </a:rPr>
                  <a:t> </a:t>
                </a:r>
              </a:p>
            </p:txBody>
          </p:sp>
        </mc:Fallback>
      </mc:AlternateContent>
    </p:spTree>
    <p:extLst>
      <p:ext uri="{BB962C8B-B14F-4D97-AF65-F5344CB8AC3E}">
        <p14:creationId xmlns:p14="http://schemas.microsoft.com/office/powerpoint/2010/main" val="3506848376"/>
      </p:ext>
    </p:extLst>
  </p:cSld>
  <p:clrMapOvr>
    <a:masterClrMapping/>
  </p:clrMapOvr>
  <p:transition>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27A07D-F93C-47CB-9315-FE8F0438EB51}"/>
              </a:ext>
            </a:extLst>
          </p:cNvPr>
          <p:cNvPicPr>
            <a:picLocks noChangeAspect="1"/>
          </p:cNvPicPr>
          <p:nvPr/>
        </p:nvPicPr>
        <p:blipFill>
          <a:blip r:embed="rId2"/>
          <a:stretch>
            <a:fillRect/>
          </a:stretch>
        </p:blipFill>
        <p:spPr>
          <a:xfrm>
            <a:off x="4984018" y="1076707"/>
            <a:ext cx="4191585" cy="876422"/>
          </a:xfrm>
          <a:prstGeom prst="rect">
            <a:avLst/>
          </a:prstGeom>
        </p:spPr>
      </p:pic>
      <p:sp>
        <p:nvSpPr>
          <p:cNvPr id="18" name="TextBox 17">
            <a:extLst>
              <a:ext uri="{FF2B5EF4-FFF2-40B4-BE49-F238E27FC236}">
                <a16:creationId xmlns:a16="http://schemas.microsoft.com/office/drawing/2014/main" id="{FF56F53B-6E3E-40C4-9770-96ECDF31F684}"/>
              </a:ext>
            </a:extLst>
          </p:cNvPr>
          <p:cNvSpPr txBox="1"/>
          <p:nvPr/>
        </p:nvSpPr>
        <p:spPr>
          <a:xfrm>
            <a:off x="2218267" y="1361030"/>
            <a:ext cx="2879891" cy="307777"/>
          </a:xfrm>
          <a:prstGeom prst="rect">
            <a:avLst/>
          </a:prstGeom>
          <a:noFill/>
        </p:spPr>
        <p:txBody>
          <a:bodyPr wrap="none" rtlCol="0">
            <a:spAutoFit/>
          </a:bodyPr>
          <a:lstStyle/>
          <a:p>
            <a:r>
              <a:rPr lang="en-US" sz="1400" b="1" dirty="0"/>
              <a:t>Cost function for Logistic regression:</a:t>
            </a:r>
          </a:p>
        </p:txBody>
      </p:sp>
      <p:cxnSp>
        <p:nvCxnSpPr>
          <p:cNvPr id="19" name="Straight Arrow Connector 18">
            <a:extLst>
              <a:ext uri="{FF2B5EF4-FFF2-40B4-BE49-F238E27FC236}">
                <a16:creationId xmlns:a16="http://schemas.microsoft.com/office/drawing/2014/main" id="{934E6411-2A3E-490B-9BA0-8D75201D1374}"/>
              </a:ext>
            </a:extLst>
          </p:cNvPr>
          <p:cNvCxnSpPr>
            <a:cxnSpLocks/>
          </p:cNvCxnSpPr>
          <p:nvPr/>
        </p:nvCxnSpPr>
        <p:spPr>
          <a:xfrm flipV="1">
            <a:off x="1302189" y="2397524"/>
            <a:ext cx="0" cy="16903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F955FCA-1986-4B22-AE6E-8CE9C3FDCD15}"/>
              </a:ext>
            </a:extLst>
          </p:cNvPr>
          <p:cNvCxnSpPr>
            <a:cxnSpLocks/>
          </p:cNvCxnSpPr>
          <p:nvPr/>
        </p:nvCxnSpPr>
        <p:spPr>
          <a:xfrm>
            <a:off x="1302189" y="4087848"/>
            <a:ext cx="195974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8F221597-403D-4FA5-815B-061B0E6B1D8D}"/>
                  </a:ext>
                </a:extLst>
              </p:cNvPr>
              <p:cNvSpPr txBox="1"/>
              <p:nvPr/>
            </p:nvSpPr>
            <p:spPr>
              <a:xfrm>
                <a:off x="1759389" y="4123316"/>
                <a:ext cx="92286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z-Latn-AZ" b="0" i="1" smtClean="0">
                              <a:latin typeface="Cambria Math" panose="02040503050406030204" pitchFamily="18" charset="0"/>
                            </a:rPr>
                          </m:ctrlPr>
                        </m:sSubPr>
                        <m:e>
                          <m:r>
                            <a:rPr lang="az-Latn-AZ" b="0" i="1" smtClean="0">
                              <a:latin typeface="Cambria Math" panose="02040503050406030204" pitchFamily="18" charset="0"/>
                            </a:rPr>
                            <m:t>h</m:t>
                          </m:r>
                        </m:e>
                        <m:sub>
                          <m:r>
                            <a:rPr lang="az-Latn-AZ" b="0" i="1" smtClean="0">
                              <a:latin typeface="Cambria Math" panose="02040503050406030204" pitchFamily="18" charset="0"/>
                            </a:rPr>
                            <m:t>𝜃</m:t>
                          </m:r>
                        </m:sub>
                      </m:sSub>
                      <m:d>
                        <m:dPr>
                          <m:ctrlPr>
                            <a:rPr lang="az-Latn-AZ" b="0" i="1" smtClean="0">
                              <a:latin typeface="Cambria Math" panose="02040503050406030204" pitchFamily="18" charset="0"/>
                            </a:rPr>
                          </m:ctrlPr>
                        </m:dPr>
                        <m:e>
                          <m:r>
                            <a:rPr lang="az-Latn-AZ" b="0" i="1" smtClean="0">
                              <a:latin typeface="Cambria Math" panose="02040503050406030204" pitchFamily="18" charset="0"/>
                            </a:rPr>
                            <m:t>𝑥</m:t>
                          </m:r>
                        </m:e>
                      </m:d>
                    </m:oMath>
                  </m:oMathPara>
                </a14:m>
                <a:endParaRPr lang="en-US" dirty="0"/>
              </a:p>
            </p:txBody>
          </p:sp>
        </mc:Choice>
        <mc:Fallback xmlns="">
          <p:sp>
            <p:nvSpPr>
              <p:cNvPr id="27" name="TextBox 26">
                <a:extLst>
                  <a:ext uri="{FF2B5EF4-FFF2-40B4-BE49-F238E27FC236}">
                    <a16:creationId xmlns:a16="http://schemas.microsoft.com/office/drawing/2014/main" id="{8F221597-403D-4FA5-815B-061B0E6B1D8D}"/>
                  </a:ext>
                </a:extLst>
              </p:cNvPr>
              <p:cNvSpPr txBox="1">
                <a:spLocks noRot="1" noChangeAspect="1" noMove="1" noResize="1" noEditPoints="1" noAdjustHandles="1" noChangeArrowheads="1" noChangeShapeType="1" noTextEdit="1"/>
              </p:cNvSpPr>
              <p:nvPr/>
            </p:nvSpPr>
            <p:spPr>
              <a:xfrm>
                <a:off x="1759389" y="4123316"/>
                <a:ext cx="922867" cy="369332"/>
              </a:xfrm>
              <a:prstGeom prst="rect">
                <a:avLst/>
              </a:prstGeom>
              <a:blipFill>
                <a:blip r:embed="rId3"/>
                <a:stretch>
                  <a:fillRect/>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8089361A-577A-4CA1-B75B-7966591F3F96}"/>
              </a:ext>
            </a:extLst>
          </p:cNvPr>
          <p:cNvSpPr txBox="1"/>
          <p:nvPr/>
        </p:nvSpPr>
        <p:spPr>
          <a:xfrm>
            <a:off x="2893336" y="4123316"/>
            <a:ext cx="368593" cy="369332"/>
          </a:xfrm>
          <a:prstGeom prst="rect">
            <a:avLst/>
          </a:prstGeom>
          <a:noFill/>
        </p:spPr>
        <p:txBody>
          <a:bodyPr wrap="square">
            <a:spAutoFit/>
          </a:bodyPr>
          <a:lstStyle/>
          <a:p>
            <a:r>
              <a:rPr lang="en-US" dirty="0"/>
              <a:t>1</a:t>
            </a:r>
          </a:p>
        </p:txBody>
      </p:sp>
      <p:cxnSp>
        <p:nvCxnSpPr>
          <p:cNvPr id="29" name="Straight Arrow Connector 28">
            <a:extLst>
              <a:ext uri="{FF2B5EF4-FFF2-40B4-BE49-F238E27FC236}">
                <a16:creationId xmlns:a16="http://schemas.microsoft.com/office/drawing/2014/main" id="{2293540D-490A-4E65-AA0B-74C91E63AFAE}"/>
              </a:ext>
            </a:extLst>
          </p:cNvPr>
          <p:cNvCxnSpPr>
            <a:cxnSpLocks/>
          </p:cNvCxnSpPr>
          <p:nvPr/>
        </p:nvCxnSpPr>
        <p:spPr>
          <a:xfrm flipV="1">
            <a:off x="8195733" y="2362056"/>
            <a:ext cx="0" cy="16903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1F552966-E0DF-48AE-A3D6-2232A5B6F06F}"/>
              </a:ext>
            </a:extLst>
          </p:cNvPr>
          <p:cNvCxnSpPr>
            <a:cxnSpLocks/>
          </p:cNvCxnSpPr>
          <p:nvPr/>
        </p:nvCxnSpPr>
        <p:spPr>
          <a:xfrm>
            <a:off x="8195733" y="4052380"/>
            <a:ext cx="195974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E4E0AC61-9BDC-4F90-993E-06E776D8386B}"/>
                  </a:ext>
                </a:extLst>
              </p:cNvPr>
              <p:cNvSpPr txBox="1"/>
              <p:nvPr/>
            </p:nvSpPr>
            <p:spPr>
              <a:xfrm>
                <a:off x="8652933" y="4087848"/>
                <a:ext cx="92286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z-Latn-AZ" b="0" i="1" smtClean="0">
                              <a:latin typeface="Cambria Math" panose="02040503050406030204" pitchFamily="18" charset="0"/>
                            </a:rPr>
                          </m:ctrlPr>
                        </m:sSubPr>
                        <m:e>
                          <m:r>
                            <a:rPr lang="az-Latn-AZ" b="0" i="1" smtClean="0">
                              <a:latin typeface="Cambria Math" panose="02040503050406030204" pitchFamily="18" charset="0"/>
                            </a:rPr>
                            <m:t>h</m:t>
                          </m:r>
                        </m:e>
                        <m:sub>
                          <m:r>
                            <a:rPr lang="az-Latn-AZ" b="0" i="1" smtClean="0">
                              <a:latin typeface="Cambria Math" panose="02040503050406030204" pitchFamily="18" charset="0"/>
                            </a:rPr>
                            <m:t>𝜃</m:t>
                          </m:r>
                        </m:sub>
                      </m:sSub>
                      <m:d>
                        <m:dPr>
                          <m:ctrlPr>
                            <a:rPr lang="az-Latn-AZ" b="0" i="1" smtClean="0">
                              <a:latin typeface="Cambria Math" panose="02040503050406030204" pitchFamily="18" charset="0"/>
                            </a:rPr>
                          </m:ctrlPr>
                        </m:dPr>
                        <m:e>
                          <m:r>
                            <a:rPr lang="az-Latn-AZ" b="0" i="1" smtClean="0">
                              <a:latin typeface="Cambria Math" panose="02040503050406030204" pitchFamily="18" charset="0"/>
                            </a:rPr>
                            <m:t>𝑥</m:t>
                          </m:r>
                        </m:e>
                      </m:d>
                    </m:oMath>
                  </m:oMathPara>
                </a14:m>
                <a:endParaRPr lang="en-US" dirty="0"/>
              </a:p>
            </p:txBody>
          </p:sp>
        </mc:Choice>
        <mc:Fallback xmlns="">
          <p:sp>
            <p:nvSpPr>
              <p:cNvPr id="31" name="TextBox 30">
                <a:extLst>
                  <a:ext uri="{FF2B5EF4-FFF2-40B4-BE49-F238E27FC236}">
                    <a16:creationId xmlns:a16="http://schemas.microsoft.com/office/drawing/2014/main" id="{E4E0AC61-9BDC-4F90-993E-06E776D8386B}"/>
                  </a:ext>
                </a:extLst>
              </p:cNvPr>
              <p:cNvSpPr txBox="1">
                <a:spLocks noRot="1" noChangeAspect="1" noMove="1" noResize="1" noEditPoints="1" noAdjustHandles="1" noChangeArrowheads="1" noChangeShapeType="1" noTextEdit="1"/>
              </p:cNvSpPr>
              <p:nvPr/>
            </p:nvSpPr>
            <p:spPr>
              <a:xfrm>
                <a:off x="8652933" y="4087848"/>
                <a:ext cx="922867" cy="369332"/>
              </a:xfrm>
              <a:prstGeom prst="rect">
                <a:avLst/>
              </a:prstGeom>
              <a:blipFill>
                <a:blip r:embed="rId4"/>
                <a:stretch>
                  <a:fillRect b="-1667"/>
                </a:stretch>
              </a:blipFill>
            </p:spPr>
            <p:txBody>
              <a:bodyPr/>
              <a:lstStyle/>
              <a:p>
                <a:r>
                  <a:rPr lang="en-US">
                    <a:noFill/>
                  </a:rPr>
                  <a:t> </a:t>
                </a:r>
              </a:p>
            </p:txBody>
          </p:sp>
        </mc:Fallback>
      </mc:AlternateContent>
      <p:sp>
        <p:nvSpPr>
          <p:cNvPr id="32" name="TextBox 31">
            <a:extLst>
              <a:ext uri="{FF2B5EF4-FFF2-40B4-BE49-F238E27FC236}">
                <a16:creationId xmlns:a16="http://schemas.microsoft.com/office/drawing/2014/main" id="{47FA7C8F-C560-4E76-9CC9-8A0F0E921100}"/>
              </a:ext>
            </a:extLst>
          </p:cNvPr>
          <p:cNvSpPr txBox="1"/>
          <p:nvPr/>
        </p:nvSpPr>
        <p:spPr>
          <a:xfrm>
            <a:off x="9786880" y="4087848"/>
            <a:ext cx="368593" cy="369332"/>
          </a:xfrm>
          <a:prstGeom prst="rect">
            <a:avLst/>
          </a:prstGeom>
          <a:noFill/>
        </p:spPr>
        <p:txBody>
          <a:bodyPr wrap="square">
            <a:spAutoFit/>
          </a:bodyPr>
          <a:lstStyle/>
          <a:p>
            <a:r>
              <a:rPr lang="en-US" dirty="0"/>
              <a:t>1</a:t>
            </a:r>
          </a:p>
        </p:txBody>
      </p:sp>
      <p:sp>
        <p:nvSpPr>
          <p:cNvPr id="33" name="TextBox 32">
            <a:extLst>
              <a:ext uri="{FF2B5EF4-FFF2-40B4-BE49-F238E27FC236}">
                <a16:creationId xmlns:a16="http://schemas.microsoft.com/office/drawing/2014/main" id="{4A94000F-FAC3-4142-BB3E-CA54EF52AF51}"/>
              </a:ext>
            </a:extLst>
          </p:cNvPr>
          <p:cNvSpPr txBox="1"/>
          <p:nvPr/>
        </p:nvSpPr>
        <p:spPr>
          <a:xfrm>
            <a:off x="1846863" y="2108322"/>
            <a:ext cx="856808" cy="369332"/>
          </a:xfrm>
          <a:prstGeom prst="rect">
            <a:avLst/>
          </a:prstGeom>
          <a:noFill/>
        </p:spPr>
        <p:txBody>
          <a:bodyPr wrap="square">
            <a:spAutoFit/>
          </a:bodyPr>
          <a:lstStyle/>
          <a:p>
            <a:r>
              <a:rPr lang="en-US" dirty="0"/>
              <a:t>If y=1</a:t>
            </a:r>
          </a:p>
        </p:txBody>
      </p:sp>
      <p:sp>
        <p:nvSpPr>
          <p:cNvPr id="34" name="TextBox 33">
            <a:extLst>
              <a:ext uri="{FF2B5EF4-FFF2-40B4-BE49-F238E27FC236}">
                <a16:creationId xmlns:a16="http://schemas.microsoft.com/office/drawing/2014/main" id="{EA808557-BB3D-457C-8FD8-E6F9BADC9817}"/>
              </a:ext>
            </a:extLst>
          </p:cNvPr>
          <p:cNvSpPr txBox="1"/>
          <p:nvPr/>
        </p:nvSpPr>
        <p:spPr>
          <a:xfrm>
            <a:off x="9115202" y="2108322"/>
            <a:ext cx="856808" cy="369332"/>
          </a:xfrm>
          <a:prstGeom prst="rect">
            <a:avLst/>
          </a:prstGeom>
          <a:noFill/>
        </p:spPr>
        <p:txBody>
          <a:bodyPr wrap="square">
            <a:spAutoFit/>
          </a:bodyPr>
          <a:lstStyle/>
          <a:p>
            <a:r>
              <a:rPr lang="en-US" dirty="0"/>
              <a:t>If y=0</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2A957F9-51A9-42EB-900C-40E1A5C3C472}"/>
                  </a:ext>
                </a:extLst>
              </p:cNvPr>
              <p:cNvSpPr txBox="1"/>
              <p:nvPr/>
            </p:nvSpPr>
            <p:spPr>
              <a:xfrm>
                <a:off x="838200" y="4519864"/>
                <a:ext cx="3111108" cy="738664"/>
              </a:xfrm>
              <a:prstGeom prst="rect">
                <a:avLst/>
              </a:prstGeom>
              <a:noFill/>
            </p:spPr>
            <p:txBody>
              <a:bodyPr wrap="none" rtlCol="0">
                <a:spAutoFit/>
              </a:bodyPr>
              <a:lstStyle/>
              <a:p>
                <a:r>
                  <a:rPr lang="en-US" sz="1400" dirty="0"/>
                  <a:t>IF y=1 and </a:t>
                </a:r>
                <a14:m>
                  <m:oMath xmlns:m="http://schemas.openxmlformats.org/officeDocument/2006/math">
                    <m:sSub>
                      <m:sSubPr>
                        <m:ctrlPr>
                          <a:rPr lang="az-Latn-AZ" sz="1400" b="0" i="1" smtClean="0">
                            <a:latin typeface="Cambria Math" panose="02040503050406030204" pitchFamily="18" charset="0"/>
                          </a:rPr>
                        </m:ctrlPr>
                      </m:sSubPr>
                      <m:e>
                        <m:r>
                          <a:rPr lang="az-Latn-AZ" sz="1400" b="0" i="1" smtClean="0">
                            <a:latin typeface="Cambria Math" panose="02040503050406030204" pitchFamily="18" charset="0"/>
                          </a:rPr>
                          <m:t>h</m:t>
                        </m:r>
                      </m:e>
                      <m:sub>
                        <m:r>
                          <a:rPr lang="az-Latn-AZ" sz="1400" b="0" i="1" smtClean="0">
                            <a:latin typeface="Cambria Math" panose="02040503050406030204" pitchFamily="18" charset="0"/>
                          </a:rPr>
                          <m:t>𝜃</m:t>
                        </m:r>
                      </m:sub>
                    </m:sSub>
                    <m:d>
                      <m:dPr>
                        <m:ctrlPr>
                          <a:rPr lang="az-Latn-AZ" sz="1400" b="0" i="1" smtClean="0">
                            <a:latin typeface="Cambria Math" panose="02040503050406030204" pitchFamily="18" charset="0"/>
                          </a:rPr>
                        </m:ctrlPr>
                      </m:dPr>
                      <m:e>
                        <m:r>
                          <a:rPr lang="az-Latn-AZ" sz="1400" b="0" i="1" smtClean="0">
                            <a:latin typeface="Cambria Math" panose="02040503050406030204" pitchFamily="18" charset="0"/>
                          </a:rPr>
                          <m:t>𝑥</m:t>
                        </m:r>
                      </m:e>
                    </m:d>
                    <m:r>
                      <a:rPr lang="en-US" sz="1400" b="0" i="1" smtClean="0">
                        <a:latin typeface="Cambria Math" panose="02040503050406030204" pitchFamily="18" charset="0"/>
                      </a:rPr>
                      <m:t>=1</m:t>
                    </m:r>
                  </m:oMath>
                </a14:m>
                <a:r>
                  <a:rPr lang="en-US" sz="1400" dirty="0"/>
                  <a:t> THEN </a:t>
                </a:r>
                <a14:m>
                  <m:oMath xmlns:m="http://schemas.openxmlformats.org/officeDocument/2006/math">
                    <m:r>
                      <m:rPr>
                        <m:sty m:val="p"/>
                      </m:rPr>
                      <a:rPr lang="en-US" sz="1400">
                        <a:latin typeface="Cambria Math" panose="02040503050406030204" pitchFamily="18" charset="0"/>
                      </a:rPr>
                      <m:t>C</m:t>
                    </m:r>
                    <m:r>
                      <a:rPr lang="en-US" sz="1400" b="0" i="1" smtClean="0">
                        <a:latin typeface="Cambria Math" panose="02040503050406030204" pitchFamily="18" charset="0"/>
                      </a:rPr>
                      <m:t>𝑜𝑠𝑡</m:t>
                    </m:r>
                    <m:r>
                      <a:rPr lang="en-US" sz="1400" b="0" i="1" smtClean="0">
                        <a:latin typeface="Cambria Math" panose="02040503050406030204" pitchFamily="18" charset="0"/>
                      </a:rPr>
                      <m:t>=0</m:t>
                    </m:r>
                  </m:oMath>
                </a14:m>
                <a:endParaRPr lang="en-US" sz="1400" dirty="0"/>
              </a:p>
              <a:p>
                <a:endParaRPr lang="en-US" sz="1400" dirty="0"/>
              </a:p>
              <a:p>
                <a:r>
                  <a:rPr lang="en-US" sz="1400" dirty="0"/>
                  <a:t>IF y=1 and </a:t>
                </a:r>
                <a14:m>
                  <m:oMath xmlns:m="http://schemas.openxmlformats.org/officeDocument/2006/math">
                    <m:sSub>
                      <m:sSubPr>
                        <m:ctrlPr>
                          <a:rPr lang="az-Latn-AZ" sz="1400" b="0" i="1" smtClean="0">
                            <a:latin typeface="Cambria Math" panose="02040503050406030204" pitchFamily="18" charset="0"/>
                          </a:rPr>
                        </m:ctrlPr>
                      </m:sSubPr>
                      <m:e>
                        <m:r>
                          <a:rPr lang="az-Latn-AZ" sz="1400" b="0" i="1" smtClean="0">
                            <a:latin typeface="Cambria Math" panose="02040503050406030204" pitchFamily="18" charset="0"/>
                          </a:rPr>
                          <m:t>h</m:t>
                        </m:r>
                      </m:e>
                      <m:sub>
                        <m:r>
                          <a:rPr lang="az-Latn-AZ" sz="1400" b="0" i="1" smtClean="0">
                            <a:latin typeface="Cambria Math" panose="02040503050406030204" pitchFamily="18" charset="0"/>
                          </a:rPr>
                          <m:t>𝜃</m:t>
                        </m:r>
                      </m:sub>
                    </m:sSub>
                    <m:d>
                      <m:dPr>
                        <m:ctrlPr>
                          <a:rPr lang="az-Latn-AZ" sz="1400" b="0" i="1" smtClean="0">
                            <a:latin typeface="Cambria Math" panose="02040503050406030204" pitchFamily="18" charset="0"/>
                          </a:rPr>
                        </m:ctrlPr>
                      </m:dPr>
                      <m:e>
                        <m:r>
                          <a:rPr lang="az-Latn-AZ" sz="1400" b="0" i="1" smtClean="0">
                            <a:latin typeface="Cambria Math" panose="02040503050406030204" pitchFamily="18" charset="0"/>
                          </a:rPr>
                          <m:t>𝑥</m:t>
                        </m:r>
                      </m:e>
                    </m:d>
                    <m:r>
                      <a:rPr lang="en-US" sz="1400" b="0" i="1" smtClean="0">
                        <a:latin typeface="Cambria Math" panose="02040503050406030204" pitchFamily="18" charset="0"/>
                      </a:rPr>
                      <m:t>=0</m:t>
                    </m:r>
                  </m:oMath>
                </a14:m>
                <a:r>
                  <a:rPr lang="en-US" sz="1400" dirty="0"/>
                  <a:t> THEN </a:t>
                </a:r>
                <a14:m>
                  <m:oMath xmlns:m="http://schemas.openxmlformats.org/officeDocument/2006/math">
                    <m:r>
                      <m:rPr>
                        <m:sty m:val="p"/>
                      </m:rPr>
                      <a:rPr lang="en-US" sz="1400" b="0" i="0" smtClean="0">
                        <a:latin typeface="Cambria Math" panose="02040503050406030204" pitchFamily="18" charset="0"/>
                      </a:rPr>
                      <m:t>C</m:t>
                    </m:r>
                    <m:r>
                      <a:rPr lang="en-US" sz="1400" b="0" i="1" smtClean="0">
                        <a:latin typeface="Cambria Math" panose="02040503050406030204" pitchFamily="18" charset="0"/>
                      </a:rPr>
                      <m:t>𝑜𝑠𝑡</m:t>
                    </m:r>
                    <m:r>
                      <a:rPr lang="en-US" sz="1400" b="0" i="1" smtClean="0">
                        <a:latin typeface="Cambria Math" panose="02040503050406030204" pitchFamily="18" charset="0"/>
                      </a:rPr>
                      <m:t> → ∞</m:t>
                    </m:r>
                  </m:oMath>
                </a14:m>
                <a:r>
                  <a:rPr lang="en-US" sz="1400" dirty="0"/>
                  <a:t> </a:t>
                </a:r>
              </a:p>
            </p:txBody>
          </p:sp>
        </mc:Choice>
        <mc:Fallback xmlns="">
          <p:sp>
            <p:nvSpPr>
              <p:cNvPr id="14" name="TextBox 13">
                <a:extLst>
                  <a:ext uri="{FF2B5EF4-FFF2-40B4-BE49-F238E27FC236}">
                    <a16:creationId xmlns:a16="http://schemas.microsoft.com/office/drawing/2014/main" id="{D2A957F9-51A9-42EB-900C-40E1A5C3C472}"/>
                  </a:ext>
                </a:extLst>
              </p:cNvPr>
              <p:cNvSpPr txBox="1">
                <a:spLocks noRot="1" noChangeAspect="1" noMove="1" noResize="1" noEditPoints="1" noAdjustHandles="1" noChangeArrowheads="1" noChangeShapeType="1" noTextEdit="1"/>
              </p:cNvSpPr>
              <p:nvPr/>
            </p:nvSpPr>
            <p:spPr>
              <a:xfrm>
                <a:off x="838200" y="4519864"/>
                <a:ext cx="3111108" cy="738664"/>
              </a:xfrm>
              <a:prstGeom prst="rect">
                <a:avLst/>
              </a:prstGeom>
              <a:blipFill>
                <a:blip r:embed="rId5"/>
                <a:stretch>
                  <a:fillRect l="-588" t="-820" b="-7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F9104193-C64A-450B-89B2-6E98843FAF2E}"/>
                  </a:ext>
                </a:extLst>
              </p:cNvPr>
              <p:cNvSpPr txBox="1"/>
              <p:nvPr/>
            </p:nvSpPr>
            <p:spPr>
              <a:xfrm>
                <a:off x="7620049" y="4519864"/>
                <a:ext cx="3111108" cy="738664"/>
              </a:xfrm>
              <a:prstGeom prst="rect">
                <a:avLst/>
              </a:prstGeom>
              <a:noFill/>
            </p:spPr>
            <p:txBody>
              <a:bodyPr wrap="none" rtlCol="0">
                <a:spAutoFit/>
              </a:bodyPr>
              <a:lstStyle/>
              <a:p>
                <a:r>
                  <a:rPr lang="en-US" sz="1400" dirty="0"/>
                  <a:t>IF y=0 and </a:t>
                </a:r>
                <a14:m>
                  <m:oMath xmlns:m="http://schemas.openxmlformats.org/officeDocument/2006/math">
                    <m:sSub>
                      <m:sSubPr>
                        <m:ctrlPr>
                          <a:rPr lang="az-Latn-AZ" sz="1400" b="0" i="1" smtClean="0">
                            <a:latin typeface="Cambria Math" panose="02040503050406030204" pitchFamily="18" charset="0"/>
                          </a:rPr>
                        </m:ctrlPr>
                      </m:sSubPr>
                      <m:e>
                        <m:r>
                          <a:rPr lang="az-Latn-AZ" sz="1400" b="0" i="1" smtClean="0">
                            <a:latin typeface="Cambria Math" panose="02040503050406030204" pitchFamily="18" charset="0"/>
                          </a:rPr>
                          <m:t>h</m:t>
                        </m:r>
                      </m:e>
                      <m:sub>
                        <m:r>
                          <a:rPr lang="az-Latn-AZ" sz="1400" b="0" i="1" smtClean="0">
                            <a:latin typeface="Cambria Math" panose="02040503050406030204" pitchFamily="18" charset="0"/>
                          </a:rPr>
                          <m:t>𝜃</m:t>
                        </m:r>
                      </m:sub>
                    </m:sSub>
                    <m:d>
                      <m:dPr>
                        <m:ctrlPr>
                          <a:rPr lang="az-Latn-AZ" sz="1400" b="0" i="1" smtClean="0">
                            <a:latin typeface="Cambria Math" panose="02040503050406030204" pitchFamily="18" charset="0"/>
                          </a:rPr>
                        </m:ctrlPr>
                      </m:dPr>
                      <m:e>
                        <m:r>
                          <a:rPr lang="az-Latn-AZ" sz="1400" b="0" i="1" smtClean="0">
                            <a:latin typeface="Cambria Math" panose="02040503050406030204" pitchFamily="18" charset="0"/>
                          </a:rPr>
                          <m:t>𝑥</m:t>
                        </m:r>
                      </m:e>
                    </m:d>
                    <m:r>
                      <a:rPr lang="en-US" sz="1400" b="0" i="1" smtClean="0">
                        <a:latin typeface="Cambria Math" panose="02040503050406030204" pitchFamily="18" charset="0"/>
                      </a:rPr>
                      <m:t>=0</m:t>
                    </m:r>
                  </m:oMath>
                </a14:m>
                <a:r>
                  <a:rPr lang="en-US" sz="1400" dirty="0"/>
                  <a:t> THEN </a:t>
                </a:r>
                <a14:m>
                  <m:oMath xmlns:m="http://schemas.openxmlformats.org/officeDocument/2006/math">
                    <m:r>
                      <m:rPr>
                        <m:sty m:val="p"/>
                      </m:rPr>
                      <a:rPr lang="en-US" sz="1400">
                        <a:latin typeface="Cambria Math" panose="02040503050406030204" pitchFamily="18" charset="0"/>
                      </a:rPr>
                      <m:t>C</m:t>
                    </m:r>
                    <m:r>
                      <a:rPr lang="en-US" sz="1400" b="0" i="1" smtClean="0">
                        <a:latin typeface="Cambria Math" panose="02040503050406030204" pitchFamily="18" charset="0"/>
                      </a:rPr>
                      <m:t>𝑜𝑠𝑡</m:t>
                    </m:r>
                    <m:r>
                      <a:rPr lang="en-US" sz="1400" b="0" i="1" smtClean="0">
                        <a:latin typeface="Cambria Math" panose="02040503050406030204" pitchFamily="18" charset="0"/>
                      </a:rPr>
                      <m:t>=0</m:t>
                    </m:r>
                  </m:oMath>
                </a14:m>
                <a:endParaRPr lang="en-US" sz="1400" dirty="0"/>
              </a:p>
              <a:p>
                <a:endParaRPr lang="en-US" sz="1400" dirty="0"/>
              </a:p>
              <a:p>
                <a:r>
                  <a:rPr lang="en-US" sz="1400" dirty="0"/>
                  <a:t>IF y=0 and </a:t>
                </a:r>
                <a14:m>
                  <m:oMath xmlns:m="http://schemas.openxmlformats.org/officeDocument/2006/math">
                    <m:sSub>
                      <m:sSubPr>
                        <m:ctrlPr>
                          <a:rPr lang="az-Latn-AZ" sz="1400" b="0" i="1" smtClean="0">
                            <a:latin typeface="Cambria Math" panose="02040503050406030204" pitchFamily="18" charset="0"/>
                          </a:rPr>
                        </m:ctrlPr>
                      </m:sSubPr>
                      <m:e>
                        <m:r>
                          <a:rPr lang="az-Latn-AZ" sz="1400" b="0" i="1" smtClean="0">
                            <a:latin typeface="Cambria Math" panose="02040503050406030204" pitchFamily="18" charset="0"/>
                          </a:rPr>
                          <m:t>h</m:t>
                        </m:r>
                      </m:e>
                      <m:sub>
                        <m:r>
                          <a:rPr lang="az-Latn-AZ" sz="1400" b="0" i="1" smtClean="0">
                            <a:latin typeface="Cambria Math" panose="02040503050406030204" pitchFamily="18" charset="0"/>
                          </a:rPr>
                          <m:t>𝜃</m:t>
                        </m:r>
                      </m:sub>
                    </m:sSub>
                    <m:d>
                      <m:dPr>
                        <m:ctrlPr>
                          <a:rPr lang="az-Latn-AZ" sz="1400" b="0" i="1" smtClean="0">
                            <a:latin typeface="Cambria Math" panose="02040503050406030204" pitchFamily="18" charset="0"/>
                          </a:rPr>
                        </m:ctrlPr>
                      </m:dPr>
                      <m:e>
                        <m:r>
                          <a:rPr lang="az-Latn-AZ" sz="1400" b="0" i="1" smtClean="0">
                            <a:latin typeface="Cambria Math" panose="02040503050406030204" pitchFamily="18" charset="0"/>
                          </a:rPr>
                          <m:t>𝑥</m:t>
                        </m:r>
                      </m:e>
                    </m:d>
                    <m:r>
                      <a:rPr lang="en-US" sz="1400" b="0" i="1" smtClean="0">
                        <a:latin typeface="Cambria Math" panose="02040503050406030204" pitchFamily="18" charset="0"/>
                      </a:rPr>
                      <m:t>=1</m:t>
                    </m:r>
                  </m:oMath>
                </a14:m>
                <a:r>
                  <a:rPr lang="en-US" sz="1400" dirty="0"/>
                  <a:t> THEN </a:t>
                </a:r>
                <a14:m>
                  <m:oMath xmlns:m="http://schemas.openxmlformats.org/officeDocument/2006/math">
                    <m:r>
                      <m:rPr>
                        <m:sty m:val="p"/>
                      </m:rPr>
                      <a:rPr lang="en-US" sz="1400" b="0" i="0" smtClean="0">
                        <a:latin typeface="Cambria Math" panose="02040503050406030204" pitchFamily="18" charset="0"/>
                      </a:rPr>
                      <m:t>C</m:t>
                    </m:r>
                    <m:r>
                      <a:rPr lang="en-US" sz="1400" b="0" i="1" smtClean="0">
                        <a:latin typeface="Cambria Math" panose="02040503050406030204" pitchFamily="18" charset="0"/>
                      </a:rPr>
                      <m:t>𝑜𝑠𝑡</m:t>
                    </m:r>
                    <m:r>
                      <a:rPr lang="en-US" sz="1400" b="0" i="1" smtClean="0">
                        <a:latin typeface="Cambria Math" panose="02040503050406030204" pitchFamily="18" charset="0"/>
                      </a:rPr>
                      <m:t> → ∞</m:t>
                    </m:r>
                  </m:oMath>
                </a14:m>
                <a:r>
                  <a:rPr lang="en-US" sz="1400" dirty="0"/>
                  <a:t> </a:t>
                </a:r>
              </a:p>
            </p:txBody>
          </p:sp>
        </mc:Choice>
        <mc:Fallback xmlns="">
          <p:sp>
            <p:nvSpPr>
              <p:cNvPr id="35" name="TextBox 34">
                <a:extLst>
                  <a:ext uri="{FF2B5EF4-FFF2-40B4-BE49-F238E27FC236}">
                    <a16:creationId xmlns:a16="http://schemas.microsoft.com/office/drawing/2014/main" id="{F9104193-C64A-450B-89B2-6E98843FAF2E}"/>
                  </a:ext>
                </a:extLst>
              </p:cNvPr>
              <p:cNvSpPr txBox="1">
                <a:spLocks noRot="1" noChangeAspect="1" noMove="1" noResize="1" noEditPoints="1" noAdjustHandles="1" noChangeArrowheads="1" noChangeShapeType="1" noTextEdit="1"/>
              </p:cNvSpPr>
              <p:nvPr/>
            </p:nvSpPr>
            <p:spPr>
              <a:xfrm>
                <a:off x="7620049" y="4519864"/>
                <a:ext cx="3111108" cy="738664"/>
              </a:xfrm>
              <a:prstGeom prst="rect">
                <a:avLst/>
              </a:prstGeom>
              <a:blipFill>
                <a:blip r:embed="rId6"/>
                <a:stretch>
                  <a:fillRect l="-588" t="-820" b="-7377"/>
                </a:stretch>
              </a:blipFill>
            </p:spPr>
            <p:txBody>
              <a:bodyPr/>
              <a:lstStyle/>
              <a:p>
                <a:r>
                  <a:rPr lang="en-US">
                    <a:noFill/>
                  </a:rPr>
                  <a:t> </a:t>
                </a:r>
              </a:p>
            </p:txBody>
          </p:sp>
        </mc:Fallback>
      </mc:AlternateContent>
      <p:pic>
        <p:nvPicPr>
          <p:cNvPr id="36" name="Picture 35">
            <a:extLst>
              <a:ext uri="{FF2B5EF4-FFF2-40B4-BE49-F238E27FC236}">
                <a16:creationId xmlns:a16="http://schemas.microsoft.com/office/drawing/2014/main" id="{2BA27A45-C560-4798-A8E4-2A465968545F}"/>
              </a:ext>
            </a:extLst>
          </p:cNvPr>
          <p:cNvPicPr>
            <a:picLocks noChangeAspect="1"/>
          </p:cNvPicPr>
          <p:nvPr/>
        </p:nvPicPr>
        <p:blipFill>
          <a:blip r:embed="rId7"/>
          <a:stretch>
            <a:fillRect/>
          </a:stretch>
        </p:blipFill>
        <p:spPr>
          <a:xfrm>
            <a:off x="2946313" y="5646736"/>
            <a:ext cx="5001323" cy="504895"/>
          </a:xfrm>
          <a:prstGeom prst="rect">
            <a:avLst/>
          </a:prstGeom>
        </p:spPr>
      </p:pic>
      <p:sp>
        <p:nvSpPr>
          <p:cNvPr id="37" name="TextBox 36">
            <a:extLst>
              <a:ext uri="{FF2B5EF4-FFF2-40B4-BE49-F238E27FC236}">
                <a16:creationId xmlns:a16="http://schemas.microsoft.com/office/drawing/2014/main" id="{85F7A7DE-39F8-4383-A506-D53DE8699386}"/>
              </a:ext>
            </a:extLst>
          </p:cNvPr>
          <p:cNvSpPr txBox="1"/>
          <p:nvPr/>
        </p:nvSpPr>
        <p:spPr>
          <a:xfrm>
            <a:off x="9091143" y="5745295"/>
            <a:ext cx="1064330" cy="307777"/>
          </a:xfrm>
          <a:prstGeom prst="rect">
            <a:avLst/>
          </a:prstGeom>
          <a:noFill/>
        </p:spPr>
        <p:txBody>
          <a:bodyPr wrap="none" rtlCol="0">
            <a:spAutoFit/>
          </a:bodyPr>
          <a:lstStyle/>
          <a:p>
            <a:r>
              <a:rPr lang="en-US" sz="1400" b="1" dirty="0"/>
              <a:t>Logistic loss</a:t>
            </a:r>
          </a:p>
        </p:txBody>
      </p:sp>
      <p:cxnSp>
        <p:nvCxnSpPr>
          <p:cNvPr id="39" name="Straight Arrow Connector 38">
            <a:extLst>
              <a:ext uri="{FF2B5EF4-FFF2-40B4-BE49-F238E27FC236}">
                <a16:creationId xmlns:a16="http://schemas.microsoft.com/office/drawing/2014/main" id="{4FD30996-5843-4231-B54F-0F2D2DD0ECE0}"/>
              </a:ext>
            </a:extLst>
          </p:cNvPr>
          <p:cNvCxnSpPr>
            <a:stCxn id="37" idx="1"/>
            <a:endCxn id="36" idx="3"/>
          </p:cNvCxnSpPr>
          <p:nvPr/>
        </p:nvCxnSpPr>
        <p:spPr>
          <a:xfrm flipH="1">
            <a:off x="7947636" y="5899184"/>
            <a:ext cx="11435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3" name="Title 1">
            <a:extLst>
              <a:ext uri="{FF2B5EF4-FFF2-40B4-BE49-F238E27FC236}">
                <a16:creationId xmlns:a16="http://schemas.microsoft.com/office/drawing/2014/main" id="{793FBECF-8C4E-471A-950B-E67666AF0B59}"/>
              </a:ext>
            </a:extLst>
          </p:cNvPr>
          <p:cNvSpPr txBox="1">
            <a:spLocks/>
          </p:cNvSpPr>
          <p:nvPr/>
        </p:nvSpPr>
        <p:spPr>
          <a:xfrm>
            <a:off x="127425" y="127645"/>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all" spc="0" normalizeH="0" baseline="0" noProof="0" dirty="0">
                <a:ln>
                  <a:noFill/>
                </a:ln>
                <a:solidFill>
                  <a:sysClr val="windowText" lastClr="000000"/>
                </a:solidFill>
                <a:effectLst/>
                <a:uLnTx/>
                <a:uFillTx/>
                <a:latin typeface="Posterama"/>
                <a:ea typeface="+mj-ea"/>
                <a:cs typeface="+mj-cs"/>
              </a:rPr>
              <a:t>Cost function</a:t>
            </a:r>
          </a:p>
        </p:txBody>
      </p:sp>
      <p:sp>
        <p:nvSpPr>
          <p:cNvPr id="44" name="Slide Number Placeholder 43">
            <a:extLst>
              <a:ext uri="{FF2B5EF4-FFF2-40B4-BE49-F238E27FC236}">
                <a16:creationId xmlns:a16="http://schemas.microsoft.com/office/drawing/2014/main" id="{928DE236-480C-494A-8722-7F2D29BAB839}"/>
              </a:ext>
            </a:extLst>
          </p:cNvPr>
          <p:cNvSpPr>
            <a:spLocks noGrp="1"/>
          </p:cNvSpPr>
          <p:nvPr>
            <p:ph type="sldNum" sz="quarter" idx="12"/>
          </p:nvPr>
        </p:nvSpPr>
        <p:spPr/>
        <p:txBody>
          <a:bodyPr/>
          <a:lstStyle/>
          <a:p>
            <a:fld id="{836600DF-5D53-42A4-B23C-8345E9EFB9A6}" type="slidenum">
              <a:rPr lang="en-US" smtClean="0"/>
              <a:t>13</a:t>
            </a:fld>
            <a:endParaRPr lang="en-US"/>
          </a:p>
        </p:txBody>
      </p:sp>
      <p:sp>
        <p:nvSpPr>
          <p:cNvPr id="45" name="TextBox 44">
            <a:extLst>
              <a:ext uri="{FF2B5EF4-FFF2-40B4-BE49-F238E27FC236}">
                <a16:creationId xmlns:a16="http://schemas.microsoft.com/office/drawing/2014/main" id="{F6A65A52-26A0-4348-BDCF-117A7881501C}"/>
              </a:ext>
            </a:extLst>
          </p:cNvPr>
          <p:cNvSpPr txBox="1"/>
          <p:nvPr/>
        </p:nvSpPr>
        <p:spPr>
          <a:xfrm>
            <a:off x="675383" y="2292988"/>
            <a:ext cx="711746" cy="369332"/>
          </a:xfrm>
          <a:prstGeom prst="rect">
            <a:avLst/>
          </a:prstGeom>
          <a:noFill/>
        </p:spPr>
        <p:txBody>
          <a:bodyPr wrap="square">
            <a:spAutoFit/>
          </a:bodyPr>
          <a:lstStyle/>
          <a:p>
            <a:r>
              <a:rPr lang="en-US" dirty="0"/>
              <a:t>Cost</a:t>
            </a:r>
          </a:p>
        </p:txBody>
      </p:sp>
      <p:sp>
        <p:nvSpPr>
          <p:cNvPr id="46" name="TextBox 45">
            <a:extLst>
              <a:ext uri="{FF2B5EF4-FFF2-40B4-BE49-F238E27FC236}">
                <a16:creationId xmlns:a16="http://schemas.microsoft.com/office/drawing/2014/main" id="{57E3B08C-8EE7-4233-B599-366B3F3497D5}"/>
              </a:ext>
            </a:extLst>
          </p:cNvPr>
          <p:cNvSpPr txBox="1"/>
          <p:nvPr/>
        </p:nvSpPr>
        <p:spPr>
          <a:xfrm>
            <a:off x="7587849" y="2292988"/>
            <a:ext cx="711746" cy="369332"/>
          </a:xfrm>
          <a:prstGeom prst="rect">
            <a:avLst/>
          </a:prstGeom>
          <a:noFill/>
        </p:spPr>
        <p:txBody>
          <a:bodyPr wrap="square">
            <a:spAutoFit/>
          </a:bodyPr>
          <a:lstStyle/>
          <a:p>
            <a:r>
              <a:rPr lang="en-US" dirty="0"/>
              <a:t>Cost</a:t>
            </a:r>
          </a:p>
        </p:txBody>
      </p:sp>
    </p:spTree>
    <p:extLst>
      <p:ext uri="{BB962C8B-B14F-4D97-AF65-F5344CB8AC3E}">
        <p14:creationId xmlns:p14="http://schemas.microsoft.com/office/powerpoint/2010/main" val="3402168281"/>
      </p:ext>
    </p:extLst>
  </p:cSld>
  <p:clrMapOvr>
    <a:masterClrMapping/>
  </p:clrMapOvr>
  <p:transition>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28C5FA4-C612-43CF-B32E-19D801D82695}"/>
              </a:ext>
            </a:extLst>
          </p:cNvPr>
          <p:cNvSpPr txBox="1"/>
          <p:nvPr/>
        </p:nvSpPr>
        <p:spPr>
          <a:xfrm>
            <a:off x="1037166" y="1361834"/>
            <a:ext cx="1064330" cy="307777"/>
          </a:xfrm>
          <a:prstGeom prst="rect">
            <a:avLst/>
          </a:prstGeom>
          <a:noFill/>
        </p:spPr>
        <p:txBody>
          <a:bodyPr wrap="none" rtlCol="0">
            <a:spAutoFit/>
          </a:bodyPr>
          <a:lstStyle/>
          <a:p>
            <a:r>
              <a:rPr lang="en-US" sz="1400" b="1" dirty="0"/>
              <a:t>Logistic loss</a:t>
            </a:r>
          </a:p>
        </p:txBody>
      </p:sp>
      <p:sp>
        <p:nvSpPr>
          <p:cNvPr id="5" name="TextBox 4">
            <a:extLst>
              <a:ext uri="{FF2B5EF4-FFF2-40B4-BE49-F238E27FC236}">
                <a16:creationId xmlns:a16="http://schemas.microsoft.com/office/drawing/2014/main" id="{AA54C45C-0525-4C06-979B-7F665D513B3F}"/>
              </a:ext>
            </a:extLst>
          </p:cNvPr>
          <p:cNvSpPr txBox="1"/>
          <p:nvPr/>
        </p:nvSpPr>
        <p:spPr>
          <a:xfrm>
            <a:off x="3873499" y="1361834"/>
            <a:ext cx="747320" cy="307777"/>
          </a:xfrm>
          <a:prstGeom prst="rect">
            <a:avLst/>
          </a:prstGeom>
          <a:noFill/>
        </p:spPr>
        <p:txBody>
          <a:bodyPr wrap="none" rtlCol="0">
            <a:spAutoFit/>
          </a:bodyPr>
          <a:lstStyle/>
          <a:p>
            <a:r>
              <a:rPr lang="en-US" sz="1400" b="1" dirty="0"/>
              <a:t>0-1 loss</a:t>
            </a:r>
          </a:p>
        </p:txBody>
      </p:sp>
      <p:sp>
        <p:nvSpPr>
          <p:cNvPr id="6" name="TextBox 5">
            <a:extLst>
              <a:ext uri="{FF2B5EF4-FFF2-40B4-BE49-F238E27FC236}">
                <a16:creationId xmlns:a16="http://schemas.microsoft.com/office/drawing/2014/main" id="{5DED4118-834E-4F66-A24C-72B8901C644C}"/>
              </a:ext>
            </a:extLst>
          </p:cNvPr>
          <p:cNvSpPr txBox="1"/>
          <p:nvPr/>
        </p:nvSpPr>
        <p:spPr>
          <a:xfrm>
            <a:off x="6583814" y="1360534"/>
            <a:ext cx="1546642" cy="307777"/>
          </a:xfrm>
          <a:prstGeom prst="rect">
            <a:avLst/>
          </a:prstGeom>
          <a:noFill/>
        </p:spPr>
        <p:txBody>
          <a:bodyPr wrap="none" rtlCol="0">
            <a:spAutoFit/>
          </a:bodyPr>
          <a:lstStyle/>
          <a:p>
            <a:r>
              <a:rPr lang="en-US" sz="1400" b="1" dirty="0"/>
              <a:t>Cross-entropy loss</a:t>
            </a:r>
          </a:p>
        </p:txBody>
      </p:sp>
      <p:sp>
        <p:nvSpPr>
          <p:cNvPr id="7" name="TextBox 6">
            <a:extLst>
              <a:ext uri="{FF2B5EF4-FFF2-40B4-BE49-F238E27FC236}">
                <a16:creationId xmlns:a16="http://schemas.microsoft.com/office/drawing/2014/main" id="{F84D30AB-0460-45CC-AA64-1D7DA509835F}"/>
              </a:ext>
            </a:extLst>
          </p:cNvPr>
          <p:cNvSpPr txBox="1"/>
          <p:nvPr/>
        </p:nvSpPr>
        <p:spPr>
          <a:xfrm>
            <a:off x="9658705" y="1360535"/>
            <a:ext cx="937757" cy="307777"/>
          </a:xfrm>
          <a:prstGeom prst="rect">
            <a:avLst/>
          </a:prstGeom>
          <a:noFill/>
        </p:spPr>
        <p:txBody>
          <a:bodyPr wrap="none" rtlCol="0">
            <a:spAutoFit/>
          </a:bodyPr>
          <a:lstStyle/>
          <a:p>
            <a:r>
              <a:rPr lang="en-US" sz="1400" b="1" dirty="0"/>
              <a:t>Hinge loss</a:t>
            </a:r>
          </a:p>
        </p:txBody>
      </p:sp>
      <p:pic>
        <p:nvPicPr>
          <p:cNvPr id="9" name="Picture 8">
            <a:extLst>
              <a:ext uri="{FF2B5EF4-FFF2-40B4-BE49-F238E27FC236}">
                <a16:creationId xmlns:a16="http://schemas.microsoft.com/office/drawing/2014/main" id="{675266BE-E038-435E-91CB-98443214C056}"/>
              </a:ext>
            </a:extLst>
          </p:cNvPr>
          <p:cNvPicPr>
            <a:picLocks noChangeAspect="1"/>
          </p:cNvPicPr>
          <p:nvPr/>
        </p:nvPicPr>
        <p:blipFill>
          <a:blip r:embed="rId2"/>
          <a:stretch>
            <a:fillRect/>
          </a:stretch>
        </p:blipFill>
        <p:spPr>
          <a:xfrm>
            <a:off x="3381374" y="1721304"/>
            <a:ext cx="1946979" cy="599640"/>
          </a:xfrm>
          <a:prstGeom prst="rect">
            <a:avLst/>
          </a:prstGeom>
        </p:spPr>
      </p:pic>
      <p:sp>
        <p:nvSpPr>
          <p:cNvPr id="10" name="TextBox 9">
            <a:extLst>
              <a:ext uri="{FF2B5EF4-FFF2-40B4-BE49-F238E27FC236}">
                <a16:creationId xmlns:a16="http://schemas.microsoft.com/office/drawing/2014/main" id="{D23E5302-D782-487E-A5DD-1088A3600CE2}"/>
              </a:ext>
            </a:extLst>
          </p:cNvPr>
          <p:cNvSpPr txBox="1"/>
          <p:nvPr/>
        </p:nvSpPr>
        <p:spPr>
          <a:xfrm>
            <a:off x="3381374" y="2598345"/>
            <a:ext cx="2494493" cy="2031325"/>
          </a:xfrm>
          <a:prstGeom prst="rect">
            <a:avLst/>
          </a:prstGeom>
          <a:noFill/>
        </p:spPr>
        <p:txBody>
          <a:bodyPr wrap="square" rtlCol="0">
            <a:spAutoFit/>
          </a:bodyPr>
          <a:lstStyle/>
          <a:p>
            <a:pPr marL="285750" indent="-285750">
              <a:buFont typeface="Arial" panose="020B0604020202020204" pitchFamily="34" charset="0"/>
              <a:buChar char="•"/>
            </a:pPr>
            <a:r>
              <a:rPr lang="en-US" sz="1400" dirty="0"/>
              <a:t>Correct classification – 0 </a:t>
            </a:r>
          </a:p>
          <a:p>
            <a:pPr marL="285750" indent="-285750">
              <a:buFont typeface="Arial" panose="020B0604020202020204" pitchFamily="34" charset="0"/>
              <a:buChar char="•"/>
            </a:pPr>
            <a:r>
              <a:rPr lang="en-US" sz="1400" dirty="0"/>
              <a:t>Wrong classification – 1</a:t>
            </a:r>
          </a:p>
          <a:p>
            <a:pPr marL="285750" indent="-285750">
              <a:buFont typeface="Arial" panose="020B0604020202020204" pitchFamily="34" charset="0"/>
              <a:buChar char="•"/>
            </a:pPr>
            <a:endParaRPr lang="en-US" sz="1400" dirty="0"/>
          </a:p>
          <a:p>
            <a:r>
              <a:rPr lang="en-US" sz="1400" b="1" dirty="0"/>
              <a:t>Downsides:</a:t>
            </a:r>
          </a:p>
          <a:p>
            <a:pPr marL="285750" indent="-285750">
              <a:buFont typeface="Arial" panose="020B0604020202020204" pitchFamily="34" charset="0"/>
              <a:buChar char="•"/>
            </a:pPr>
            <a:r>
              <a:rPr lang="en-US" altLang="en-US" sz="1400" dirty="0"/>
              <a:t>Non-differentiable</a:t>
            </a:r>
          </a:p>
          <a:p>
            <a:pPr marL="285750" indent="-285750">
              <a:buFont typeface="Arial" panose="020B0604020202020204" pitchFamily="34" charset="0"/>
              <a:buChar char="•"/>
            </a:pPr>
            <a:r>
              <a:rPr lang="en-US" altLang="en-US" sz="1400" dirty="0"/>
              <a:t>Discontinuous</a:t>
            </a:r>
          </a:p>
          <a:p>
            <a:pPr marL="285750" indent="-285750">
              <a:buFont typeface="Arial" panose="020B0604020202020204" pitchFamily="34" charset="0"/>
              <a:buChar char="•"/>
            </a:pPr>
            <a:r>
              <a:rPr lang="en-US" altLang="en-US" sz="1400" dirty="0"/>
              <a:t>Impossible for gradient descent</a:t>
            </a:r>
          </a:p>
          <a:p>
            <a:pPr marL="285750" indent="-285750">
              <a:buFont typeface="Arial" panose="020B0604020202020204" pitchFamily="34" charset="0"/>
              <a:buChar char="•"/>
            </a:pPr>
            <a:r>
              <a:rPr lang="en-US" altLang="en-US" sz="1400" dirty="0"/>
              <a:t>“No probability”</a:t>
            </a:r>
          </a:p>
        </p:txBody>
      </p:sp>
      <p:sp>
        <p:nvSpPr>
          <p:cNvPr id="13" name="TextBox 12">
            <a:extLst>
              <a:ext uri="{FF2B5EF4-FFF2-40B4-BE49-F238E27FC236}">
                <a16:creationId xmlns:a16="http://schemas.microsoft.com/office/drawing/2014/main" id="{F50FD8CB-2010-4F0D-84E4-26A8D2B6A361}"/>
              </a:ext>
            </a:extLst>
          </p:cNvPr>
          <p:cNvSpPr txBox="1"/>
          <p:nvPr/>
        </p:nvSpPr>
        <p:spPr>
          <a:xfrm>
            <a:off x="555270" y="2598345"/>
            <a:ext cx="2375960" cy="1169551"/>
          </a:xfrm>
          <a:prstGeom prst="rect">
            <a:avLst/>
          </a:prstGeom>
          <a:noFill/>
        </p:spPr>
        <p:txBody>
          <a:bodyPr wrap="square" rtlCol="0">
            <a:spAutoFit/>
          </a:bodyPr>
          <a:lstStyle/>
          <a:p>
            <a:pPr marL="285750" indent="-285750">
              <a:buFont typeface="Arial" panose="020B0604020202020204" pitchFamily="34" charset="0"/>
              <a:buChar char="•"/>
            </a:pPr>
            <a:r>
              <a:rPr lang="en-US" altLang="en-US" sz="1400" dirty="0"/>
              <a:t>Smooth</a:t>
            </a:r>
          </a:p>
          <a:p>
            <a:pPr marL="285750" indent="-285750">
              <a:buFont typeface="Arial" panose="020B0604020202020204" pitchFamily="34" charset="0"/>
              <a:buChar char="•"/>
            </a:pPr>
            <a:r>
              <a:rPr lang="en-US" altLang="en-US" sz="1400" dirty="0"/>
              <a:t>Convex</a:t>
            </a:r>
          </a:p>
          <a:p>
            <a:pPr marL="285750" indent="-285750">
              <a:buFont typeface="Arial" panose="020B0604020202020204" pitchFamily="34" charset="0"/>
              <a:buChar char="•"/>
            </a:pPr>
            <a:r>
              <a:rPr lang="en-US" altLang="en-US" sz="1400" dirty="0"/>
              <a:t>Differentiable</a:t>
            </a:r>
          </a:p>
          <a:p>
            <a:pPr marL="285750" indent="-285750">
              <a:buFont typeface="Arial" panose="020B0604020202020204" pitchFamily="34" charset="0"/>
              <a:buChar char="•"/>
            </a:pPr>
            <a:r>
              <a:rPr lang="en-US" altLang="en-US" sz="1400" dirty="0"/>
              <a:t>Penalizes confident wrong predictions heavily</a:t>
            </a:r>
          </a:p>
        </p:txBody>
      </p:sp>
      <p:pic>
        <p:nvPicPr>
          <p:cNvPr id="15" name="Picture 14">
            <a:extLst>
              <a:ext uri="{FF2B5EF4-FFF2-40B4-BE49-F238E27FC236}">
                <a16:creationId xmlns:a16="http://schemas.microsoft.com/office/drawing/2014/main" id="{4EBDF920-881E-436B-88FE-4193DD65B85A}"/>
              </a:ext>
            </a:extLst>
          </p:cNvPr>
          <p:cNvPicPr>
            <a:picLocks noChangeAspect="1"/>
          </p:cNvPicPr>
          <p:nvPr/>
        </p:nvPicPr>
        <p:blipFill>
          <a:blip r:embed="rId3"/>
          <a:stretch>
            <a:fillRect/>
          </a:stretch>
        </p:blipFill>
        <p:spPr>
          <a:xfrm>
            <a:off x="555270" y="1867235"/>
            <a:ext cx="2522269" cy="307777"/>
          </a:xfrm>
          <a:prstGeom prst="rect">
            <a:avLst/>
          </a:prstGeom>
        </p:spPr>
      </p:pic>
      <p:pic>
        <p:nvPicPr>
          <p:cNvPr id="17" name="Picture 16">
            <a:extLst>
              <a:ext uri="{FF2B5EF4-FFF2-40B4-BE49-F238E27FC236}">
                <a16:creationId xmlns:a16="http://schemas.microsoft.com/office/drawing/2014/main" id="{C50F1828-A78E-47AA-B3E4-225889BD0BF3}"/>
              </a:ext>
            </a:extLst>
          </p:cNvPr>
          <p:cNvPicPr>
            <a:picLocks noChangeAspect="1"/>
          </p:cNvPicPr>
          <p:nvPr/>
        </p:nvPicPr>
        <p:blipFill>
          <a:blip r:embed="rId3"/>
          <a:stretch>
            <a:fillRect/>
          </a:stretch>
        </p:blipFill>
        <p:spPr>
          <a:xfrm>
            <a:off x="6096000" y="1867235"/>
            <a:ext cx="2522269" cy="307777"/>
          </a:xfrm>
          <a:prstGeom prst="rect">
            <a:avLst/>
          </a:prstGeom>
        </p:spPr>
      </p:pic>
      <p:sp>
        <p:nvSpPr>
          <p:cNvPr id="18" name="TextBox 17">
            <a:extLst>
              <a:ext uri="{FF2B5EF4-FFF2-40B4-BE49-F238E27FC236}">
                <a16:creationId xmlns:a16="http://schemas.microsoft.com/office/drawing/2014/main" id="{3D90C789-120D-40C7-9D05-E13975FF84B6}"/>
              </a:ext>
            </a:extLst>
          </p:cNvPr>
          <p:cNvSpPr txBox="1"/>
          <p:nvPr/>
        </p:nvSpPr>
        <p:spPr>
          <a:xfrm>
            <a:off x="6242309" y="2598345"/>
            <a:ext cx="2375960" cy="1600438"/>
          </a:xfrm>
          <a:prstGeom prst="rect">
            <a:avLst/>
          </a:prstGeom>
          <a:noFill/>
        </p:spPr>
        <p:txBody>
          <a:bodyPr wrap="square" rtlCol="0">
            <a:spAutoFit/>
          </a:bodyPr>
          <a:lstStyle/>
          <a:p>
            <a:pPr marL="285750" indent="-285750">
              <a:buFont typeface="Arial" panose="020B0604020202020204" pitchFamily="34" charset="0"/>
              <a:buChar char="•"/>
            </a:pPr>
            <a:r>
              <a:rPr lang="en-US" altLang="en-US" sz="1400" dirty="0"/>
              <a:t>Same as logistic loss for binary classification</a:t>
            </a:r>
          </a:p>
          <a:p>
            <a:pPr marL="285750" indent="-285750">
              <a:buFont typeface="Arial" panose="020B0604020202020204" pitchFamily="34" charset="0"/>
              <a:buChar char="•"/>
            </a:pPr>
            <a:endParaRPr lang="en-US" altLang="en-US" sz="1400" dirty="0"/>
          </a:p>
          <a:p>
            <a:r>
              <a:rPr lang="en-US" altLang="en-US" sz="1400" b="1" dirty="0"/>
              <a:t>Used in:</a:t>
            </a:r>
          </a:p>
          <a:p>
            <a:pPr marL="285750" indent="-285750">
              <a:buFont typeface="Arial" panose="020B0604020202020204" pitchFamily="34" charset="0"/>
              <a:buChar char="•"/>
            </a:pPr>
            <a:r>
              <a:rPr lang="en-US" altLang="en-US" sz="1400" dirty="0" err="1"/>
              <a:t>Softmax</a:t>
            </a:r>
            <a:r>
              <a:rPr lang="en-US" altLang="en-US" sz="1400" dirty="0"/>
              <a:t> regression</a:t>
            </a:r>
          </a:p>
          <a:p>
            <a:pPr marL="285750" indent="-285750">
              <a:buFont typeface="Arial" panose="020B0604020202020204" pitchFamily="34" charset="0"/>
              <a:buChar char="•"/>
            </a:pPr>
            <a:r>
              <a:rPr lang="en-US" altLang="en-US" sz="1400" dirty="0"/>
              <a:t>Neural networks</a:t>
            </a:r>
          </a:p>
          <a:p>
            <a:pPr marL="285750" indent="-285750">
              <a:buFont typeface="Arial" panose="020B0604020202020204" pitchFamily="34" charset="0"/>
              <a:buChar char="•"/>
            </a:pPr>
            <a:r>
              <a:rPr lang="en-US" altLang="en-US" sz="1400" dirty="0"/>
              <a:t>Deep learning</a:t>
            </a:r>
          </a:p>
        </p:txBody>
      </p:sp>
      <p:pic>
        <p:nvPicPr>
          <p:cNvPr id="20" name="Picture 19">
            <a:extLst>
              <a:ext uri="{FF2B5EF4-FFF2-40B4-BE49-F238E27FC236}">
                <a16:creationId xmlns:a16="http://schemas.microsoft.com/office/drawing/2014/main" id="{269D7178-14F1-4BB5-B075-5C127C2BA990}"/>
              </a:ext>
            </a:extLst>
          </p:cNvPr>
          <p:cNvPicPr>
            <a:picLocks noChangeAspect="1"/>
          </p:cNvPicPr>
          <p:nvPr/>
        </p:nvPicPr>
        <p:blipFill>
          <a:blip r:embed="rId4"/>
          <a:stretch>
            <a:fillRect/>
          </a:stretch>
        </p:blipFill>
        <p:spPr>
          <a:xfrm>
            <a:off x="9287934" y="1862142"/>
            <a:ext cx="1862836" cy="269238"/>
          </a:xfrm>
          <a:prstGeom prst="rect">
            <a:avLst/>
          </a:prstGeom>
        </p:spPr>
      </p:pic>
      <p:sp>
        <p:nvSpPr>
          <p:cNvPr id="21" name="TextBox 20">
            <a:extLst>
              <a:ext uri="{FF2B5EF4-FFF2-40B4-BE49-F238E27FC236}">
                <a16:creationId xmlns:a16="http://schemas.microsoft.com/office/drawing/2014/main" id="{B3C29CF6-3704-4B0F-8304-DDF91F261095}"/>
              </a:ext>
            </a:extLst>
          </p:cNvPr>
          <p:cNvSpPr txBox="1"/>
          <p:nvPr/>
        </p:nvSpPr>
        <p:spPr>
          <a:xfrm>
            <a:off x="9112509" y="2632987"/>
            <a:ext cx="2893224" cy="2031325"/>
          </a:xfrm>
          <a:prstGeom prst="rect">
            <a:avLst/>
          </a:prstGeom>
          <a:noFill/>
        </p:spPr>
        <p:txBody>
          <a:bodyPr wrap="square" rtlCol="0">
            <a:spAutoFit/>
          </a:bodyPr>
          <a:lstStyle/>
          <a:p>
            <a:pPr marL="285750" indent="-285750">
              <a:buFont typeface="Arial" panose="020B0604020202020204" pitchFamily="34" charset="0"/>
              <a:buChar char="•"/>
            </a:pPr>
            <a:r>
              <a:rPr lang="en-US" sz="1400" dirty="0"/>
              <a:t>If classification is correct and confident -&gt; loss = 0</a:t>
            </a:r>
          </a:p>
          <a:p>
            <a:pPr marL="285750" indent="-285750">
              <a:buFont typeface="Arial" panose="020B0604020202020204" pitchFamily="34" charset="0"/>
              <a:buChar char="•"/>
            </a:pPr>
            <a:r>
              <a:rPr lang="en-US" sz="1400" dirty="0"/>
              <a:t>If inside margin -&gt; penalized</a:t>
            </a:r>
          </a:p>
          <a:p>
            <a:pPr marL="285750" indent="-285750">
              <a:buFont typeface="Arial" panose="020B0604020202020204" pitchFamily="34" charset="0"/>
              <a:buChar char="•"/>
            </a:pPr>
            <a:r>
              <a:rPr lang="en-US" sz="1400" dirty="0"/>
              <a:t>If wrong -&gt; penalized linearly</a:t>
            </a:r>
            <a:endParaRPr lang="en-US" altLang="en-US" sz="1400" dirty="0"/>
          </a:p>
          <a:p>
            <a:endParaRPr lang="en-US" altLang="en-US" sz="1400" b="1" dirty="0"/>
          </a:p>
          <a:p>
            <a:pPr marL="285750" indent="-285750">
              <a:buFont typeface="Arial" panose="020B0604020202020204" pitchFamily="34" charset="0"/>
              <a:buChar char="•"/>
            </a:pPr>
            <a:r>
              <a:rPr lang="en-US" sz="1400" dirty="0"/>
              <a:t>Used in SVM</a:t>
            </a:r>
          </a:p>
          <a:p>
            <a:pPr marL="285750" indent="-285750">
              <a:buFont typeface="Arial" panose="020B0604020202020204" pitchFamily="34" charset="0"/>
              <a:buChar char="•"/>
            </a:pPr>
            <a:r>
              <a:rPr lang="en-US" sz="1400" dirty="0"/>
              <a:t>Hinge loss cares about margin</a:t>
            </a:r>
          </a:p>
          <a:p>
            <a:pPr marL="285750" indent="-285750">
              <a:buFont typeface="Arial" panose="020B0604020202020204" pitchFamily="34" charset="0"/>
              <a:buChar char="•"/>
            </a:pPr>
            <a:r>
              <a:rPr lang="en-US" sz="1400" dirty="0"/>
              <a:t>Logistic loss cares about probability</a:t>
            </a:r>
          </a:p>
        </p:txBody>
      </p:sp>
      <p:sp>
        <p:nvSpPr>
          <p:cNvPr id="27" name="Title 1">
            <a:extLst>
              <a:ext uri="{FF2B5EF4-FFF2-40B4-BE49-F238E27FC236}">
                <a16:creationId xmlns:a16="http://schemas.microsoft.com/office/drawing/2014/main" id="{E0032819-D261-4EB9-91DA-421166739103}"/>
              </a:ext>
            </a:extLst>
          </p:cNvPr>
          <p:cNvSpPr txBox="1">
            <a:spLocks/>
          </p:cNvSpPr>
          <p:nvPr/>
        </p:nvSpPr>
        <p:spPr>
          <a:xfrm>
            <a:off x="127425" y="127645"/>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200" dirty="0">
                <a:solidFill>
                  <a:sysClr val="windowText" lastClr="000000"/>
                </a:solidFill>
                <a:latin typeface="Posterama"/>
              </a:rPr>
              <a:t>Other loss functions</a:t>
            </a:r>
            <a:endParaRPr kumimoji="0" lang="en-US" sz="3200" b="1" i="0" u="none" strike="noStrike" kern="1200" cap="all" spc="0" normalizeH="0" baseline="0" noProof="0" dirty="0">
              <a:ln>
                <a:noFill/>
              </a:ln>
              <a:solidFill>
                <a:sysClr val="windowText" lastClr="000000"/>
              </a:solidFill>
              <a:effectLst/>
              <a:uLnTx/>
              <a:uFillTx/>
              <a:latin typeface="Posterama"/>
              <a:ea typeface="+mj-ea"/>
              <a:cs typeface="+mj-cs"/>
            </a:endParaRPr>
          </a:p>
        </p:txBody>
      </p:sp>
      <p:sp>
        <p:nvSpPr>
          <p:cNvPr id="28" name="Slide Number Placeholder 27">
            <a:extLst>
              <a:ext uri="{FF2B5EF4-FFF2-40B4-BE49-F238E27FC236}">
                <a16:creationId xmlns:a16="http://schemas.microsoft.com/office/drawing/2014/main" id="{D85EFD96-45CA-40A2-8627-68A020AE24F2}"/>
              </a:ext>
            </a:extLst>
          </p:cNvPr>
          <p:cNvSpPr>
            <a:spLocks noGrp="1"/>
          </p:cNvSpPr>
          <p:nvPr>
            <p:ph type="sldNum" sz="quarter" idx="12"/>
          </p:nvPr>
        </p:nvSpPr>
        <p:spPr/>
        <p:txBody>
          <a:bodyPr/>
          <a:lstStyle/>
          <a:p>
            <a:fld id="{836600DF-5D53-42A4-B23C-8345E9EFB9A6}" type="slidenum">
              <a:rPr lang="en-US" smtClean="0"/>
              <a:t>14</a:t>
            </a:fld>
            <a:endParaRPr lang="en-US"/>
          </a:p>
        </p:txBody>
      </p:sp>
    </p:spTree>
    <p:extLst>
      <p:ext uri="{BB962C8B-B14F-4D97-AF65-F5344CB8AC3E}">
        <p14:creationId xmlns:p14="http://schemas.microsoft.com/office/powerpoint/2010/main" val="4008862688"/>
      </p:ext>
    </p:extLst>
  </p:cSld>
  <p:clrMapOvr>
    <a:masterClrMapping/>
  </p:clrMapOvr>
  <p:transition>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6B5C1991-CE74-48B6-8E36-ED3D8C9DEA9C}"/>
              </a:ext>
            </a:extLst>
          </p:cNvPr>
          <p:cNvGrpSpPr/>
          <p:nvPr/>
        </p:nvGrpSpPr>
        <p:grpSpPr>
          <a:xfrm>
            <a:off x="723147" y="1325563"/>
            <a:ext cx="8486314" cy="819264"/>
            <a:chOff x="917880" y="1638294"/>
            <a:chExt cx="8486314" cy="819264"/>
          </a:xfrm>
        </p:grpSpPr>
        <p:pic>
          <p:nvPicPr>
            <p:cNvPr id="5" name="Picture 4">
              <a:extLst>
                <a:ext uri="{FF2B5EF4-FFF2-40B4-BE49-F238E27FC236}">
                  <a16:creationId xmlns:a16="http://schemas.microsoft.com/office/drawing/2014/main" id="{D100886C-2A24-4F5D-827E-E9472E891769}"/>
                </a:ext>
              </a:extLst>
            </p:cNvPr>
            <p:cNvPicPr>
              <a:picLocks noChangeAspect="1"/>
            </p:cNvPicPr>
            <p:nvPr/>
          </p:nvPicPr>
          <p:blipFill>
            <a:blip r:embed="rId2"/>
            <a:stretch>
              <a:fillRect/>
            </a:stretch>
          </p:blipFill>
          <p:spPr>
            <a:xfrm>
              <a:off x="917880" y="1638294"/>
              <a:ext cx="3210373" cy="819264"/>
            </a:xfrm>
            <a:prstGeom prst="rect">
              <a:avLst/>
            </a:prstGeom>
          </p:spPr>
        </p:pic>
        <p:pic>
          <p:nvPicPr>
            <p:cNvPr id="7" name="Picture 6">
              <a:extLst>
                <a:ext uri="{FF2B5EF4-FFF2-40B4-BE49-F238E27FC236}">
                  <a16:creationId xmlns:a16="http://schemas.microsoft.com/office/drawing/2014/main" id="{7B5E3E5C-4A13-4154-B4C1-41EA80C04694}"/>
                </a:ext>
              </a:extLst>
            </p:cNvPr>
            <p:cNvPicPr>
              <a:picLocks noChangeAspect="1"/>
            </p:cNvPicPr>
            <p:nvPr/>
          </p:nvPicPr>
          <p:blipFill>
            <a:blip r:embed="rId3"/>
            <a:stretch>
              <a:fillRect/>
            </a:stretch>
          </p:blipFill>
          <p:spPr>
            <a:xfrm>
              <a:off x="4040871" y="1690688"/>
              <a:ext cx="5363323" cy="714475"/>
            </a:xfrm>
            <a:prstGeom prst="rect">
              <a:avLst/>
            </a:prstGeom>
          </p:spPr>
        </p:pic>
      </p:gr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B58FE95-DD7D-4BB8-B286-846B4A942DEC}"/>
                  </a:ext>
                </a:extLst>
              </p:cNvPr>
              <p:cNvSpPr txBox="1"/>
              <p:nvPr/>
            </p:nvSpPr>
            <p:spPr>
              <a:xfrm>
                <a:off x="795341" y="2511664"/>
                <a:ext cx="2384755" cy="307777"/>
              </a:xfrm>
              <a:prstGeom prst="rect">
                <a:avLst/>
              </a:prstGeom>
              <a:noFill/>
            </p:spPr>
            <p:txBody>
              <a:bodyPr wrap="none" rtlCol="0">
                <a:spAutoFit/>
              </a:bodyPr>
              <a:lstStyle/>
              <a:p>
                <a:pPr marL="285750" indent="-285750">
                  <a:buFont typeface="Arial" panose="020B0604020202020204" pitchFamily="34" charset="0"/>
                  <a:buChar char="•"/>
                </a:pPr>
                <a:r>
                  <a:rPr lang="en-US" sz="1400" dirty="0"/>
                  <a:t>We want to minimize </a:t>
                </a:r>
                <a14:m>
                  <m:oMath xmlns:m="http://schemas.openxmlformats.org/officeDocument/2006/math">
                    <m:r>
                      <a:rPr lang="en-US" sz="1400" b="0" i="1" smtClean="0">
                        <a:latin typeface="Cambria Math" panose="02040503050406030204" pitchFamily="18" charset="0"/>
                      </a:rPr>
                      <m:t>𝐽</m:t>
                    </m:r>
                    <m:r>
                      <a:rPr lang="en-US" sz="1400" b="0" i="1" smtClean="0">
                        <a:latin typeface="Cambria Math" panose="02040503050406030204" pitchFamily="18" charset="0"/>
                      </a:rPr>
                      <m:t>(</m:t>
                    </m:r>
                    <m:r>
                      <a:rPr lang="en-US" sz="1400" b="0" i="1" smtClean="0">
                        <a:latin typeface="Cambria Math" panose="02040503050406030204" pitchFamily="18" charset="0"/>
                      </a:rPr>
                      <m:t>𝜃</m:t>
                    </m:r>
                    <m:r>
                      <a:rPr lang="en-US" sz="1400" b="0" i="1" smtClean="0">
                        <a:latin typeface="Cambria Math" panose="02040503050406030204" pitchFamily="18" charset="0"/>
                      </a:rPr>
                      <m:t>)</m:t>
                    </m:r>
                  </m:oMath>
                </a14:m>
                <a:endParaRPr lang="en-US" sz="1400" dirty="0"/>
              </a:p>
            </p:txBody>
          </p:sp>
        </mc:Choice>
        <mc:Fallback xmlns="">
          <p:sp>
            <p:nvSpPr>
              <p:cNvPr id="10" name="TextBox 9">
                <a:extLst>
                  <a:ext uri="{FF2B5EF4-FFF2-40B4-BE49-F238E27FC236}">
                    <a16:creationId xmlns:a16="http://schemas.microsoft.com/office/drawing/2014/main" id="{9B58FE95-DD7D-4BB8-B286-846B4A942DEC}"/>
                  </a:ext>
                </a:extLst>
              </p:cNvPr>
              <p:cNvSpPr txBox="1">
                <a:spLocks noRot="1" noChangeAspect="1" noMove="1" noResize="1" noEditPoints="1" noAdjustHandles="1" noChangeArrowheads="1" noChangeShapeType="1" noTextEdit="1"/>
              </p:cNvSpPr>
              <p:nvPr/>
            </p:nvSpPr>
            <p:spPr>
              <a:xfrm>
                <a:off x="795341" y="2511664"/>
                <a:ext cx="2384755" cy="307777"/>
              </a:xfrm>
              <a:prstGeom prst="rect">
                <a:avLst/>
              </a:prstGeom>
              <a:blipFill>
                <a:blip r:embed="rId4"/>
                <a:stretch>
                  <a:fillRect l="-255" t="-3922" b="-19608"/>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28DAAC9C-9245-45A4-A3C9-906CDA3FB012}"/>
              </a:ext>
            </a:extLst>
          </p:cNvPr>
          <p:cNvPicPr>
            <a:picLocks noChangeAspect="1"/>
          </p:cNvPicPr>
          <p:nvPr/>
        </p:nvPicPr>
        <p:blipFill>
          <a:blip r:embed="rId5"/>
          <a:stretch>
            <a:fillRect/>
          </a:stretch>
        </p:blipFill>
        <p:spPr>
          <a:xfrm>
            <a:off x="2883654" y="3238646"/>
            <a:ext cx="3114682" cy="722606"/>
          </a:xfrm>
          <a:prstGeom prst="rect">
            <a:avLst/>
          </a:prstGeom>
        </p:spPr>
      </p:pic>
      <p:pic>
        <p:nvPicPr>
          <p:cNvPr id="12" name="Picture 11">
            <a:extLst>
              <a:ext uri="{FF2B5EF4-FFF2-40B4-BE49-F238E27FC236}">
                <a16:creationId xmlns:a16="http://schemas.microsoft.com/office/drawing/2014/main" id="{1B51AEA0-D101-438D-AA2D-662D5192225E}"/>
              </a:ext>
            </a:extLst>
          </p:cNvPr>
          <p:cNvPicPr>
            <a:picLocks noChangeAspect="1"/>
          </p:cNvPicPr>
          <p:nvPr/>
        </p:nvPicPr>
        <p:blipFill>
          <a:blip r:embed="rId6"/>
          <a:stretch>
            <a:fillRect/>
          </a:stretch>
        </p:blipFill>
        <p:spPr>
          <a:xfrm>
            <a:off x="4267200" y="2336893"/>
            <a:ext cx="2172003" cy="657317"/>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A7680EF-310A-4279-B4BD-4983ECD8BAC7}"/>
                  </a:ext>
                </a:extLst>
              </p:cNvPr>
              <p:cNvSpPr txBox="1"/>
              <p:nvPr/>
            </p:nvSpPr>
            <p:spPr>
              <a:xfrm>
                <a:off x="5477933" y="4148600"/>
                <a:ext cx="1691937" cy="4921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az-Latn-AZ" sz="1600" b="0" i="1" smtClean="0">
                              <a:latin typeface="Cambria Math" panose="02040503050406030204" pitchFamily="18" charset="0"/>
                            </a:rPr>
                          </m:ctrlPr>
                        </m:sSubPr>
                        <m:e>
                          <m:r>
                            <a:rPr lang="az-Latn-AZ" sz="1600" b="0" i="1" smtClean="0">
                              <a:latin typeface="Cambria Math" panose="02040503050406030204" pitchFamily="18" charset="0"/>
                            </a:rPr>
                            <m:t>h</m:t>
                          </m:r>
                        </m:e>
                        <m:sub>
                          <m:r>
                            <a:rPr lang="az-Latn-AZ" sz="1600" b="0" i="1" smtClean="0">
                              <a:latin typeface="Cambria Math" panose="02040503050406030204" pitchFamily="18" charset="0"/>
                            </a:rPr>
                            <m:t>𝜃</m:t>
                          </m:r>
                        </m:sub>
                      </m:sSub>
                      <m:d>
                        <m:dPr>
                          <m:ctrlPr>
                            <a:rPr lang="az-Latn-AZ" sz="1600" b="0" i="1" smtClean="0">
                              <a:latin typeface="Cambria Math" panose="02040503050406030204" pitchFamily="18" charset="0"/>
                            </a:rPr>
                          </m:ctrlPr>
                        </m:dPr>
                        <m:e>
                          <m:r>
                            <a:rPr lang="az-Latn-AZ" sz="1600" b="0" i="1" smtClean="0">
                              <a:latin typeface="Cambria Math" panose="02040503050406030204" pitchFamily="18" charset="0"/>
                            </a:rPr>
                            <m:t>𝑥</m:t>
                          </m:r>
                        </m:e>
                      </m:d>
                      <m:r>
                        <a:rPr lang="az-Latn-AZ"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az-Latn-AZ" sz="1600" b="0" i="1" smtClean="0">
                              <a:latin typeface="Cambria Math" panose="02040503050406030204" pitchFamily="18" charset="0"/>
                            </a:rPr>
                            <m:t>1</m:t>
                          </m:r>
                        </m:num>
                        <m:den>
                          <m:r>
                            <a:rPr lang="en-US" sz="1600" b="0" i="1" smtClean="0">
                              <a:latin typeface="Cambria Math" panose="02040503050406030204" pitchFamily="18" charset="0"/>
                            </a:rPr>
                            <m:t>1</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𝑒</m:t>
                              </m:r>
                            </m:e>
                            <m:sup>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az-Latn-AZ" sz="1600" b="0" i="1" smtClean="0">
                                      <a:latin typeface="Cambria Math" panose="02040503050406030204" pitchFamily="18" charset="0"/>
                                    </a:rPr>
                                    <m:t>𝜃</m:t>
                                  </m:r>
                                </m:e>
                                <m:sup>
                                  <m:r>
                                    <a:rPr lang="en-US" sz="1600" b="0" i="1" smtClean="0">
                                      <a:latin typeface="Cambria Math" panose="02040503050406030204" pitchFamily="18" charset="0"/>
                                    </a:rPr>
                                    <m:t>𝑇</m:t>
                                  </m:r>
                                </m:sup>
                              </m:sSup>
                              <m:r>
                                <a:rPr lang="en-US" sz="1600" b="0" i="1" smtClean="0">
                                  <a:latin typeface="Cambria Math" panose="02040503050406030204" pitchFamily="18" charset="0"/>
                                </a:rPr>
                                <m:t>𝑥</m:t>
                              </m:r>
                            </m:sup>
                          </m:sSup>
                        </m:den>
                      </m:f>
                    </m:oMath>
                  </m:oMathPara>
                </a14:m>
                <a:endParaRPr lang="en-US" sz="1600" dirty="0"/>
              </a:p>
            </p:txBody>
          </p:sp>
        </mc:Choice>
        <mc:Fallback xmlns="">
          <p:sp>
            <p:nvSpPr>
              <p:cNvPr id="13" name="TextBox 12">
                <a:extLst>
                  <a:ext uri="{FF2B5EF4-FFF2-40B4-BE49-F238E27FC236}">
                    <a16:creationId xmlns:a16="http://schemas.microsoft.com/office/drawing/2014/main" id="{3A7680EF-310A-4279-B4BD-4983ECD8BAC7}"/>
                  </a:ext>
                </a:extLst>
              </p:cNvPr>
              <p:cNvSpPr txBox="1">
                <a:spLocks noRot="1" noChangeAspect="1" noMove="1" noResize="1" noEditPoints="1" noAdjustHandles="1" noChangeArrowheads="1" noChangeShapeType="1" noTextEdit="1"/>
              </p:cNvSpPr>
              <p:nvPr/>
            </p:nvSpPr>
            <p:spPr>
              <a:xfrm>
                <a:off x="5477933" y="4148600"/>
                <a:ext cx="1691937" cy="492122"/>
              </a:xfrm>
              <a:prstGeom prst="rect">
                <a:avLst/>
              </a:prstGeom>
              <a:blipFill>
                <a:blip r:embed="rId7"/>
                <a:stretch>
                  <a:fillRect b="-1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0C89D8A-86D0-4067-A9E2-E4C179DDF7AA}"/>
                  </a:ext>
                </a:extLst>
              </p:cNvPr>
              <p:cNvSpPr txBox="1"/>
              <p:nvPr/>
            </p:nvSpPr>
            <p:spPr>
              <a:xfrm>
                <a:off x="2130230" y="4342880"/>
                <a:ext cx="116634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az-Latn-AZ" sz="1600" b="0" i="1" smtClean="0">
                              <a:latin typeface="Cambria Math" panose="02040503050406030204" pitchFamily="18" charset="0"/>
                            </a:rPr>
                          </m:ctrlPr>
                        </m:sSubPr>
                        <m:e>
                          <m:r>
                            <a:rPr lang="az-Latn-AZ" sz="1600" b="0" i="1" smtClean="0">
                              <a:latin typeface="Cambria Math" panose="02040503050406030204" pitchFamily="18" charset="0"/>
                            </a:rPr>
                            <m:t>h</m:t>
                          </m:r>
                        </m:e>
                        <m:sub>
                          <m:r>
                            <a:rPr lang="az-Latn-AZ" sz="1600" b="0" i="1" smtClean="0">
                              <a:latin typeface="Cambria Math" panose="02040503050406030204" pitchFamily="18" charset="0"/>
                            </a:rPr>
                            <m:t>𝜃</m:t>
                          </m:r>
                        </m:sub>
                      </m:sSub>
                      <m:d>
                        <m:dPr>
                          <m:ctrlPr>
                            <a:rPr lang="az-Latn-AZ" sz="1600" b="0" i="1" smtClean="0">
                              <a:latin typeface="Cambria Math" panose="02040503050406030204" pitchFamily="18" charset="0"/>
                            </a:rPr>
                          </m:ctrlPr>
                        </m:dPr>
                        <m:e>
                          <m:r>
                            <a:rPr lang="az-Latn-AZ" sz="1600" b="0" i="1" smtClean="0">
                              <a:latin typeface="Cambria Math" panose="02040503050406030204" pitchFamily="18" charset="0"/>
                            </a:rPr>
                            <m:t>𝑥</m:t>
                          </m:r>
                        </m:e>
                      </m:d>
                      <m:r>
                        <a:rPr lang="az-Latn-AZ"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𝜃</m:t>
                          </m:r>
                        </m:e>
                        <m:sup>
                          <m:r>
                            <a:rPr lang="en-US" sz="1600" b="0" i="1" smtClean="0">
                              <a:latin typeface="Cambria Math" panose="02040503050406030204" pitchFamily="18" charset="0"/>
                            </a:rPr>
                            <m:t>𝑇</m:t>
                          </m:r>
                        </m:sup>
                      </m:sSup>
                      <m:r>
                        <a:rPr lang="en-US" sz="1600" b="0" i="1" smtClean="0">
                          <a:latin typeface="Cambria Math" panose="02040503050406030204" pitchFamily="18" charset="0"/>
                        </a:rPr>
                        <m:t>𝑥</m:t>
                      </m:r>
                    </m:oMath>
                  </m:oMathPara>
                </a14:m>
                <a:endParaRPr lang="en-US" sz="1600" dirty="0"/>
              </a:p>
            </p:txBody>
          </p:sp>
        </mc:Choice>
        <mc:Fallback xmlns="">
          <p:sp>
            <p:nvSpPr>
              <p:cNvPr id="14" name="TextBox 13">
                <a:extLst>
                  <a:ext uri="{FF2B5EF4-FFF2-40B4-BE49-F238E27FC236}">
                    <a16:creationId xmlns:a16="http://schemas.microsoft.com/office/drawing/2014/main" id="{70C89D8A-86D0-4067-A9E2-E4C179DDF7AA}"/>
                  </a:ext>
                </a:extLst>
              </p:cNvPr>
              <p:cNvSpPr txBox="1">
                <a:spLocks noRot="1" noChangeAspect="1" noMove="1" noResize="1" noEditPoints="1" noAdjustHandles="1" noChangeArrowheads="1" noChangeShapeType="1" noTextEdit="1"/>
              </p:cNvSpPr>
              <p:nvPr/>
            </p:nvSpPr>
            <p:spPr>
              <a:xfrm>
                <a:off x="2130230" y="4342880"/>
                <a:ext cx="1166345" cy="246221"/>
              </a:xfrm>
              <a:prstGeom prst="rect">
                <a:avLst/>
              </a:prstGeom>
              <a:blipFill>
                <a:blip r:embed="rId8"/>
                <a:stretch>
                  <a:fillRect l="-3646" r="-1563" b="-14634"/>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0EA4FE34-A83E-4973-8AAA-FB4C099BF5A2}"/>
              </a:ext>
            </a:extLst>
          </p:cNvPr>
          <p:cNvSpPr txBox="1"/>
          <p:nvPr/>
        </p:nvSpPr>
        <p:spPr>
          <a:xfrm>
            <a:off x="1997274" y="4640722"/>
            <a:ext cx="1453475" cy="307777"/>
          </a:xfrm>
          <a:prstGeom prst="rect">
            <a:avLst/>
          </a:prstGeom>
          <a:noFill/>
        </p:spPr>
        <p:txBody>
          <a:bodyPr wrap="none" rtlCol="0">
            <a:spAutoFit/>
          </a:bodyPr>
          <a:lstStyle/>
          <a:p>
            <a:r>
              <a:rPr lang="en-US" sz="1400" b="1" dirty="0"/>
              <a:t>Linear regression</a:t>
            </a:r>
          </a:p>
        </p:txBody>
      </p:sp>
      <p:sp>
        <p:nvSpPr>
          <p:cNvPr id="16" name="TextBox 15">
            <a:extLst>
              <a:ext uri="{FF2B5EF4-FFF2-40B4-BE49-F238E27FC236}">
                <a16:creationId xmlns:a16="http://schemas.microsoft.com/office/drawing/2014/main" id="{DB577515-4DD7-433B-918F-7D90FEADD33E}"/>
              </a:ext>
            </a:extLst>
          </p:cNvPr>
          <p:cNvSpPr txBox="1"/>
          <p:nvPr/>
        </p:nvSpPr>
        <p:spPr>
          <a:xfrm>
            <a:off x="5570906" y="4674181"/>
            <a:ext cx="1598964" cy="307777"/>
          </a:xfrm>
          <a:prstGeom prst="rect">
            <a:avLst/>
          </a:prstGeom>
          <a:noFill/>
        </p:spPr>
        <p:txBody>
          <a:bodyPr wrap="none" rtlCol="0">
            <a:spAutoFit/>
          </a:bodyPr>
          <a:lstStyle/>
          <a:p>
            <a:r>
              <a:rPr lang="en-US" sz="1400" b="1" dirty="0"/>
              <a:t>Logistic regression</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2BB24F6-5C07-49C1-B8A7-65CE2329CCFC}"/>
                  </a:ext>
                </a:extLst>
              </p:cNvPr>
              <p:cNvSpPr txBox="1"/>
              <p:nvPr/>
            </p:nvSpPr>
            <p:spPr>
              <a:xfrm>
                <a:off x="782413" y="5268571"/>
                <a:ext cx="6888387" cy="954107"/>
              </a:xfrm>
              <a:prstGeom prst="rect">
                <a:avLst/>
              </a:prstGeom>
              <a:noFill/>
            </p:spPr>
            <p:txBody>
              <a:bodyPr wrap="square" rtlCol="0">
                <a:spAutoFit/>
              </a:bodyPr>
              <a:lstStyle/>
              <a:p>
                <a:pPr marL="285750" indent="-285750">
                  <a:buFont typeface="Arial" panose="020B0604020202020204" pitchFamily="34" charset="0"/>
                  <a:buChar char="•"/>
                </a:pPr>
                <a:r>
                  <a:rPr lang="en-US" sz="1400" dirty="0"/>
                  <a:t>Plot cost function as a function of the number of iterations and make sure cost function </a:t>
                </a:r>
                <a14:m>
                  <m:oMath xmlns:m="http://schemas.openxmlformats.org/officeDocument/2006/math">
                    <m:r>
                      <a:rPr lang="en-US" sz="1400" b="0" i="1" smtClean="0">
                        <a:latin typeface="Cambria Math" panose="02040503050406030204" pitchFamily="18" charset="0"/>
                      </a:rPr>
                      <m:t>𝐽</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𝜃</m:t>
                        </m:r>
                      </m:e>
                    </m:d>
                  </m:oMath>
                </a14:m>
                <a:r>
                  <a:rPr lang="en-US" sz="1400" dirty="0"/>
                  <a:t> is decreasing on every iteration </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b="1" dirty="0"/>
                  <a:t>FEATURE SCALING IS ALSO VERY IMPORTANT FOR LOGISTIC REGRESSION</a:t>
                </a:r>
              </a:p>
            </p:txBody>
          </p:sp>
        </mc:Choice>
        <mc:Fallback xmlns="">
          <p:sp>
            <p:nvSpPr>
              <p:cNvPr id="19" name="TextBox 18">
                <a:extLst>
                  <a:ext uri="{FF2B5EF4-FFF2-40B4-BE49-F238E27FC236}">
                    <a16:creationId xmlns:a16="http://schemas.microsoft.com/office/drawing/2014/main" id="{72BB24F6-5C07-49C1-B8A7-65CE2329CCFC}"/>
                  </a:ext>
                </a:extLst>
              </p:cNvPr>
              <p:cNvSpPr txBox="1">
                <a:spLocks noRot="1" noChangeAspect="1" noMove="1" noResize="1" noEditPoints="1" noAdjustHandles="1" noChangeArrowheads="1" noChangeShapeType="1" noTextEdit="1"/>
              </p:cNvSpPr>
              <p:nvPr/>
            </p:nvSpPr>
            <p:spPr>
              <a:xfrm>
                <a:off x="782413" y="5268571"/>
                <a:ext cx="6888387" cy="954107"/>
              </a:xfrm>
              <a:prstGeom prst="rect">
                <a:avLst/>
              </a:prstGeom>
              <a:blipFill>
                <a:blip r:embed="rId9"/>
                <a:stretch>
                  <a:fillRect l="-88" t="-637" b="-5732"/>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6D39E09D-F575-4C09-9AEC-EDF474DA390D}"/>
              </a:ext>
            </a:extLst>
          </p:cNvPr>
          <p:cNvSpPr txBox="1"/>
          <p:nvPr/>
        </p:nvSpPr>
        <p:spPr>
          <a:xfrm>
            <a:off x="8219736" y="2819441"/>
            <a:ext cx="1965346" cy="307777"/>
          </a:xfrm>
          <a:prstGeom prst="rect">
            <a:avLst/>
          </a:prstGeom>
          <a:noFill/>
        </p:spPr>
        <p:txBody>
          <a:bodyPr wrap="none" rtlCol="0">
            <a:spAutoFit/>
          </a:bodyPr>
          <a:lstStyle/>
          <a:p>
            <a:r>
              <a:rPr lang="en-US" sz="1400" i="1" dirty="0">
                <a:solidFill>
                  <a:srgbClr val="FF0000"/>
                </a:solidFill>
              </a:rPr>
              <a:t>P.S. Derivation in backup</a:t>
            </a:r>
          </a:p>
        </p:txBody>
      </p:sp>
      <p:sp>
        <p:nvSpPr>
          <p:cNvPr id="21" name="TextBox 20">
            <a:extLst>
              <a:ext uri="{FF2B5EF4-FFF2-40B4-BE49-F238E27FC236}">
                <a16:creationId xmlns:a16="http://schemas.microsoft.com/office/drawing/2014/main" id="{2A22767C-835B-43BF-9C6D-646C13C95BF6}"/>
              </a:ext>
            </a:extLst>
          </p:cNvPr>
          <p:cNvSpPr txBox="1"/>
          <p:nvPr/>
        </p:nvSpPr>
        <p:spPr>
          <a:xfrm>
            <a:off x="9123220" y="5068138"/>
            <a:ext cx="2123723" cy="1015663"/>
          </a:xfrm>
          <a:prstGeom prst="rect">
            <a:avLst/>
          </a:prstGeom>
          <a:noFill/>
        </p:spPr>
        <p:txBody>
          <a:bodyPr wrap="none" rtlCol="0">
            <a:spAutoFit/>
          </a:bodyPr>
          <a:lstStyle/>
          <a:p>
            <a:r>
              <a:rPr lang="az-Latn-AZ" sz="1200" b="1" i="1" dirty="0"/>
              <a:t>Other optimization algorithms</a:t>
            </a:r>
          </a:p>
          <a:p>
            <a:pPr marL="171450" indent="-171450">
              <a:buFont typeface="Arial" panose="020B0604020202020204" pitchFamily="34" charset="0"/>
              <a:buChar char="•"/>
            </a:pPr>
            <a:r>
              <a:rPr lang="az-Latn-AZ" sz="1200" i="1" dirty="0"/>
              <a:t>Gradient descent</a:t>
            </a:r>
          </a:p>
          <a:p>
            <a:pPr marL="171450" indent="-171450">
              <a:buFont typeface="Arial" panose="020B0604020202020204" pitchFamily="34" charset="0"/>
              <a:buChar char="•"/>
            </a:pPr>
            <a:r>
              <a:rPr lang="az-Latn-AZ" sz="1200" i="1" dirty="0"/>
              <a:t>Conjugate gradient</a:t>
            </a:r>
          </a:p>
          <a:p>
            <a:pPr marL="171450" indent="-171450">
              <a:buFont typeface="Arial" panose="020B0604020202020204" pitchFamily="34" charset="0"/>
              <a:buChar char="•"/>
            </a:pPr>
            <a:r>
              <a:rPr lang="az-Latn-AZ" sz="1200" i="1" dirty="0"/>
              <a:t>BFGS</a:t>
            </a:r>
          </a:p>
          <a:p>
            <a:pPr marL="171450" indent="-171450">
              <a:buFont typeface="Arial" panose="020B0604020202020204" pitchFamily="34" charset="0"/>
              <a:buChar char="•"/>
            </a:pPr>
            <a:r>
              <a:rPr lang="az-Latn-AZ" sz="1200" i="1" dirty="0"/>
              <a:t>L-BFGS</a:t>
            </a:r>
            <a:endParaRPr lang="en-US" sz="1200" i="1" dirty="0"/>
          </a:p>
        </p:txBody>
      </p:sp>
      <p:sp>
        <p:nvSpPr>
          <p:cNvPr id="24" name="Title 1">
            <a:extLst>
              <a:ext uri="{FF2B5EF4-FFF2-40B4-BE49-F238E27FC236}">
                <a16:creationId xmlns:a16="http://schemas.microsoft.com/office/drawing/2014/main" id="{9206C937-6985-499B-9BAC-11EC6E86A5D5}"/>
              </a:ext>
            </a:extLst>
          </p:cNvPr>
          <p:cNvSpPr txBox="1">
            <a:spLocks/>
          </p:cNvSpPr>
          <p:nvPr/>
        </p:nvSpPr>
        <p:spPr>
          <a:xfrm>
            <a:off x="127425" y="127645"/>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all" spc="0" normalizeH="0" baseline="0" noProof="0" dirty="0">
                <a:ln>
                  <a:noFill/>
                </a:ln>
                <a:solidFill>
                  <a:sysClr val="windowText" lastClr="000000"/>
                </a:solidFill>
                <a:effectLst/>
                <a:uLnTx/>
                <a:uFillTx/>
                <a:latin typeface="Posterama"/>
                <a:ea typeface="+mj-ea"/>
                <a:cs typeface="+mj-cs"/>
              </a:rPr>
              <a:t>Gradient descent</a:t>
            </a:r>
          </a:p>
        </p:txBody>
      </p:sp>
      <p:sp>
        <p:nvSpPr>
          <p:cNvPr id="25" name="Slide Number Placeholder 24">
            <a:extLst>
              <a:ext uri="{FF2B5EF4-FFF2-40B4-BE49-F238E27FC236}">
                <a16:creationId xmlns:a16="http://schemas.microsoft.com/office/drawing/2014/main" id="{4089D6D0-5B26-4359-A457-3068E6B5A3B1}"/>
              </a:ext>
            </a:extLst>
          </p:cNvPr>
          <p:cNvSpPr>
            <a:spLocks noGrp="1"/>
          </p:cNvSpPr>
          <p:nvPr>
            <p:ph type="sldNum" sz="quarter" idx="12"/>
          </p:nvPr>
        </p:nvSpPr>
        <p:spPr/>
        <p:txBody>
          <a:bodyPr/>
          <a:lstStyle/>
          <a:p>
            <a:fld id="{836600DF-5D53-42A4-B23C-8345E9EFB9A6}" type="slidenum">
              <a:rPr lang="en-US" smtClean="0"/>
              <a:t>15</a:t>
            </a:fld>
            <a:endParaRPr lang="en-US"/>
          </a:p>
        </p:txBody>
      </p:sp>
      <p:pic>
        <p:nvPicPr>
          <p:cNvPr id="26" name="Picture 25">
            <a:extLst>
              <a:ext uri="{FF2B5EF4-FFF2-40B4-BE49-F238E27FC236}">
                <a16:creationId xmlns:a16="http://schemas.microsoft.com/office/drawing/2014/main" id="{3BDA309F-E958-4124-B65C-3B9A9400846E}"/>
              </a:ext>
            </a:extLst>
          </p:cNvPr>
          <p:cNvPicPr>
            <a:picLocks noChangeAspect="1"/>
          </p:cNvPicPr>
          <p:nvPr/>
        </p:nvPicPr>
        <p:blipFill>
          <a:blip r:embed="rId10"/>
          <a:stretch>
            <a:fillRect/>
          </a:stretch>
        </p:blipFill>
        <p:spPr>
          <a:xfrm>
            <a:off x="8610600" y="346728"/>
            <a:ext cx="3100793" cy="786768"/>
          </a:xfrm>
          <a:prstGeom prst="rect">
            <a:avLst/>
          </a:prstGeom>
        </p:spPr>
      </p:pic>
      <p:sp>
        <p:nvSpPr>
          <p:cNvPr id="27" name="TextBox 26">
            <a:extLst>
              <a:ext uri="{FF2B5EF4-FFF2-40B4-BE49-F238E27FC236}">
                <a16:creationId xmlns:a16="http://schemas.microsoft.com/office/drawing/2014/main" id="{F577FCA1-DC72-497B-9D80-8B42E49BB8B3}"/>
              </a:ext>
            </a:extLst>
          </p:cNvPr>
          <p:cNvSpPr txBox="1"/>
          <p:nvPr/>
        </p:nvSpPr>
        <p:spPr>
          <a:xfrm>
            <a:off x="7015730" y="462608"/>
            <a:ext cx="1465594" cy="523220"/>
          </a:xfrm>
          <a:prstGeom prst="rect">
            <a:avLst/>
          </a:prstGeom>
          <a:noFill/>
        </p:spPr>
        <p:txBody>
          <a:bodyPr wrap="none" rtlCol="0">
            <a:spAutoFit/>
          </a:bodyPr>
          <a:lstStyle/>
          <a:p>
            <a:r>
              <a:rPr lang="en-US" sz="1400" dirty="0"/>
              <a:t>Cost function for </a:t>
            </a:r>
          </a:p>
          <a:p>
            <a:r>
              <a:rPr lang="en-US" sz="1400" dirty="0"/>
              <a:t>linear regression:</a:t>
            </a:r>
          </a:p>
        </p:txBody>
      </p:sp>
    </p:spTree>
    <p:extLst>
      <p:ext uri="{BB962C8B-B14F-4D97-AF65-F5344CB8AC3E}">
        <p14:creationId xmlns:p14="http://schemas.microsoft.com/office/powerpoint/2010/main" val="3573696970"/>
      </p:ext>
    </p:extLst>
  </p:cSld>
  <p:clrMapOvr>
    <a:masterClrMapping/>
  </p:clrMapOvr>
  <p:transition>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D29D1EC8-5946-47E1-BB64-CB6D42E51666}"/>
              </a:ext>
            </a:extLst>
          </p:cNvPr>
          <p:cNvPicPr>
            <a:picLocks noChangeAspect="1"/>
          </p:cNvPicPr>
          <p:nvPr/>
        </p:nvPicPr>
        <p:blipFill>
          <a:blip r:embed="rId2"/>
          <a:stretch>
            <a:fillRect/>
          </a:stretch>
        </p:blipFill>
        <p:spPr>
          <a:xfrm>
            <a:off x="3630160" y="843113"/>
            <a:ext cx="2744062" cy="2189145"/>
          </a:xfrm>
          <a:prstGeom prst="rect">
            <a:avLst/>
          </a:prstGeom>
        </p:spPr>
      </p:pic>
      <p:sp>
        <p:nvSpPr>
          <p:cNvPr id="5" name="TextBox 4">
            <a:extLst>
              <a:ext uri="{FF2B5EF4-FFF2-40B4-BE49-F238E27FC236}">
                <a16:creationId xmlns:a16="http://schemas.microsoft.com/office/drawing/2014/main" id="{E305B409-D766-4A56-ACB7-DBC97C018CE8}"/>
              </a:ext>
            </a:extLst>
          </p:cNvPr>
          <p:cNvSpPr txBox="1"/>
          <p:nvPr/>
        </p:nvSpPr>
        <p:spPr>
          <a:xfrm>
            <a:off x="556077" y="873946"/>
            <a:ext cx="2345850" cy="954107"/>
          </a:xfrm>
          <a:prstGeom prst="rect">
            <a:avLst/>
          </a:prstGeom>
          <a:noFill/>
        </p:spPr>
        <p:txBody>
          <a:bodyPr wrap="square">
            <a:spAutoFit/>
          </a:bodyPr>
          <a:lstStyle/>
          <a:p>
            <a:r>
              <a:rPr lang="en-US" sz="1400" dirty="0"/>
              <a:t>Rock type classification</a:t>
            </a:r>
          </a:p>
          <a:p>
            <a:pPr marL="285750" indent="-285750">
              <a:buFont typeface="Arial" panose="020B0604020202020204" pitchFamily="34" charset="0"/>
              <a:buChar char="•"/>
            </a:pPr>
            <a:r>
              <a:rPr lang="en-US" sz="1400" dirty="0"/>
              <a:t>Sandstone – pay </a:t>
            </a:r>
          </a:p>
          <a:p>
            <a:pPr marL="285750" indent="-285750">
              <a:buFont typeface="Arial" panose="020B0604020202020204" pitchFamily="34" charset="0"/>
              <a:buChar char="•"/>
            </a:pPr>
            <a:r>
              <a:rPr lang="en-US" sz="1400" dirty="0"/>
              <a:t>Limestone – pay </a:t>
            </a:r>
          </a:p>
          <a:p>
            <a:pPr marL="285750" indent="-285750">
              <a:buFont typeface="Arial" panose="020B0604020202020204" pitchFamily="34" charset="0"/>
              <a:buChar char="•"/>
            </a:pPr>
            <a:r>
              <a:rPr lang="en-US" sz="1400" dirty="0"/>
              <a:t>Shale – non pay</a:t>
            </a:r>
          </a:p>
        </p:txBody>
      </p:sp>
      <p:sp>
        <p:nvSpPr>
          <p:cNvPr id="9" name="Multiplication Sign 8">
            <a:extLst>
              <a:ext uri="{FF2B5EF4-FFF2-40B4-BE49-F238E27FC236}">
                <a16:creationId xmlns:a16="http://schemas.microsoft.com/office/drawing/2014/main" id="{42A98581-81FC-4237-9BA7-5BEB2A6BAC78}"/>
              </a:ext>
            </a:extLst>
          </p:cNvPr>
          <p:cNvSpPr/>
          <p:nvPr/>
        </p:nvSpPr>
        <p:spPr>
          <a:xfrm>
            <a:off x="5692028" y="2135907"/>
            <a:ext cx="228600" cy="228600"/>
          </a:xfrm>
          <a:prstGeom prst="mathMultiply">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Multiplication Sign 9">
            <a:extLst>
              <a:ext uri="{FF2B5EF4-FFF2-40B4-BE49-F238E27FC236}">
                <a16:creationId xmlns:a16="http://schemas.microsoft.com/office/drawing/2014/main" id="{E65DB2B6-E13B-4593-9221-BCF38B01726C}"/>
              </a:ext>
            </a:extLst>
          </p:cNvPr>
          <p:cNvSpPr/>
          <p:nvPr/>
        </p:nvSpPr>
        <p:spPr>
          <a:xfrm>
            <a:off x="5445111" y="1566561"/>
            <a:ext cx="228600" cy="228600"/>
          </a:xfrm>
          <a:prstGeom prst="mathMultiply">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Multiplication Sign 10">
            <a:extLst>
              <a:ext uri="{FF2B5EF4-FFF2-40B4-BE49-F238E27FC236}">
                <a16:creationId xmlns:a16="http://schemas.microsoft.com/office/drawing/2014/main" id="{C3E1AACD-9D96-4745-84CE-372A0F214D7C}"/>
              </a:ext>
            </a:extLst>
          </p:cNvPr>
          <p:cNvSpPr/>
          <p:nvPr/>
        </p:nvSpPr>
        <p:spPr>
          <a:xfrm>
            <a:off x="5084903" y="1814693"/>
            <a:ext cx="228600" cy="228600"/>
          </a:xfrm>
          <a:prstGeom prst="mathMultiply">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Multiplication Sign 12">
            <a:extLst>
              <a:ext uri="{FF2B5EF4-FFF2-40B4-BE49-F238E27FC236}">
                <a16:creationId xmlns:a16="http://schemas.microsoft.com/office/drawing/2014/main" id="{D7E5EA8B-90DF-42CB-846A-392B2CB60C35}"/>
              </a:ext>
            </a:extLst>
          </p:cNvPr>
          <p:cNvSpPr/>
          <p:nvPr/>
        </p:nvSpPr>
        <p:spPr>
          <a:xfrm>
            <a:off x="5909666" y="1454729"/>
            <a:ext cx="228600" cy="228600"/>
          </a:xfrm>
          <a:prstGeom prst="mathMultiply">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Multiplication Sign 13">
            <a:extLst>
              <a:ext uri="{FF2B5EF4-FFF2-40B4-BE49-F238E27FC236}">
                <a16:creationId xmlns:a16="http://schemas.microsoft.com/office/drawing/2014/main" id="{3385D9CA-E345-4498-9DE9-A6380C176F42}"/>
              </a:ext>
            </a:extLst>
          </p:cNvPr>
          <p:cNvSpPr/>
          <p:nvPr/>
        </p:nvSpPr>
        <p:spPr>
          <a:xfrm>
            <a:off x="5155864" y="1120111"/>
            <a:ext cx="228600" cy="228600"/>
          </a:xfrm>
          <a:prstGeom prst="mathMultiply">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Multiplication Sign 14">
            <a:extLst>
              <a:ext uri="{FF2B5EF4-FFF2-40B4-BE49-F238E27FC236}">
                <a16:creationId xmlns:a16="http://schemas.microsoft.com/office/drawing/2014/main" id="{0BD4124D-3FFF-40EB-8476-6AF51B9034BB}"/>
              </a:ext>
            </a:extLst>
          </p:cNvPr>
          <p:cNvSpPr/>
          <p:nvPr/>
        </p:nvSpPr>
        <p:spPr>
          <a:xfrm>
            <a:off x="4777071" y="1426873"/>
            <a:ext cx="228600" cy="228600"/>
          </a:xfrm>
          <a:prstGeom prst="mathMultiply">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Diamond 16">
            <a:extLst>
              <a:ext uri="{FF2B5EF4-FFF2-40B4-BE49-F238E27FC236}">
                <a16:creationId xmlns:a16="http://schemas.microsoft.com/office/drawing/2014/main" id="{5E4AF31E-B2AB-4438-9947-7917A5E11E73}"/>
              </a:ext>
            </a:extLst>
          </p:cNvPr>
          <p:cNvSpPr/>
          <p:nvPr/>
        </p:nvSpPr>
        <p:spPr>
          <a:xfrm>
            <a:off x="4057801" y="2128604"/>
            <a:ext cx="182880" cy="182880"/>
          </a:xfrm>
          <a:prstGeom prst="diamond">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iamond 20">
            <a:extLst>
              <a:ext uri="{FF2B5EF4-FFF2-40B4-BE49-F238E27FC236}">
                <a16:creationId xmlns:a16="http://schemas.microsoft.com/office/drawing/2014/main" id="{5059677F-1E94-48B2-9AA1-5A81EC5698DF}"/>
              </a:ext>
            </a:extLst>
          </p:cNvPr>
          <p:cNvSpPr/>
          <p:nvPr/>
        </p:nvSpPr>
        <p:spPr>
          <a:xfrm>
            <a:off x="4250733" y="1747386"/>
            <a:ext cx="182880" cy="182880"/>
          </a:xfrm>
          <a:prstGeom prst="diamond">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iamond 21">
            <a:extLst>
              <a:ext uri="{FF2B5EF4-FFF2-40B4-BE49-F238E27FC236}">
                <a16:creationId xmlns:a16="http://schemas.microsoft.com/office/drawing/2014/main" id="{025C81E1-D882-4080-8509-2874004960E8}"/>
              </a:ext>
            </a:extLst>
          </p:cNvPr>
          <p:cNvSpPr/>
          <p:nvPr/>
        </p:nvSpPr>
        <p:spPr>
          <a:xfrm>
            <a:off x="3976008" y="2511526"/>
            <a:ext cx="182880" cy="182880"/>
          </a:xfrm>
          <a:prstGeom prst="diamond">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iamond 23">
            <a:extLst>
              <a:ext uri="{FF2B5EF4-FFF2-40B4-BE49-F238E27FC236}">
                <a16:creationId xmlns:a16="http://schemas.microsoft.com/office/drawing/2014/main" id="{9857F373-0BC2-4754-9C3F-E81FACB586F7}"/>
              </a:ext>
            </a:extLst>
          </p:cNvPr>
          <p:cNvSpPr/>
          <p:nvPr/>
        </p:nvSpPr>
        <p:spPr>
          <a:xfrm>
            <a:off x="4968195" y="2467185"/>
            <a:ext cx="182880" cy="182880"/>
          </a:xfrm>
          <a:prstGeom prst="diamond">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Diamond 27">
            <a:extLst>
              <a:ext uri="{FF2B5EF4-FFF2-40B4-BE49-F238E27FC236}">
                <a16:creationId xmlns:a16="http://schemas.microsoft.com/office/drawing/2014/main" id="{AA03BFF1-A4B6-46AB-91CB-1CE36D2EF735}"/>
              </a:ext>
            </a:extLst>
          </p:cNvPr>
          <p:cNvSpPr/>
          <p:nvPr/>
        </p:nvSpPr>
        <p:spPr>
          <a:xfrm>
            <a:off x="4597888" y="2116834"/>
            <a:ext cx="182880" cy="182880"/>
          </a:xfrm>
          <a:prstGeom prst="diamond">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Diamond 30">
            <a:extLst>
              <a:ext uri="{FF2B5EF4-FFF2-40B4-BE49-F238E27FC236}">
                <a16:creationId xmlns:a16="http://schemas.microsoft.com/office/drawing/2014/main" id="{BD4A87FF-6D19-4A4E-8D27-5D3C1E8B700E}"/>
              </a:ext>
            </a:extLst>
          </p:cNvPr>
          <p:cNvSpPr/>
          <p:nvPr/>
        </p:nvSpPr>
        <p:spPr>
          <a:xfrm>
            <a:off x="4616026" y="2574546"/>
            <a:ext cx="182880" cy="182880"/>
          </a:xfrm>
          <a:prstGeom prst="diamond">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7" name="Picture 56">
            <a:extLst>
              <a:ext uri="{FF2B5EF4-FFF2-40B4-BE49-F238E27FC236}">
                <a16:creationId xmlns:a16="http://schemas.microsoft.com/office/drawing/2014/main" id="{C3D34D50-CF4F-41F3-B341-55BBC2AF63E7}"/>
              </a:ext>
            </a:extLst>
          </p:cNvPr>
          <p:cNvPicPr>
            <a:picLocks noChangeAspect="1"/>
          </p:cNvPicPr>
          <p:nvPr/>
        </p:nvPicPr>
        <p:blipFill>
          <a:blip r:embed="rId2"/>
          <a:stretch>
            <a:fillRect/>
          </a:stretch>
        </p:blipFill>
        <p:spPr>
          <a:xfrm>
            <a:off x="7430155" y="850446"/>
            <a:ext cx="2744062" cy="2189145"/>
          </a:xfrm>
          <a:prstGeom prst="rect">
            <a:avLst/>
          </a:prstGeom>
        </p:spPr>
      </p:pic>
      <p:sp>
        <p:nvSpPr>
          <p:cNvPr id="58" name="Oval 57">
            <a:extLst>
              <a:ext uri="{FF2B5EF4-FFF2-40B4-BE49-F238E27FC236}">
                <a16:creationId xmlns:a16="http://schemas.microsoft.com/office/drawing/2014/main" id="{9A9E8BD2-0346-412C-A438-A80291064407}"/>
              </a:ext>
            </a:extLst>
          </p:cNvPr>
          <p:cNvSpPr/>
          <p:nvPr/>
        </p:nvSpPr>
        <p:spPr>
          <a:xfrm>
            <a:off x="9151532" y="1609753"/>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AC8656CC-C494-4C18-BEE1-8A0F888E095B}"/>
              </a:ext>
            </a:extLst>
          </p:cNvPr>
          <p:cNvSpPr/>
          <p:nvPr/>
        </p:nvSpPr>
        <p:spPr>
          <a:xfrm>
            <a:off x="8933456" y="1262932"/>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17A5EED8-B6CE-43E8-B15C-77471C974ECE}"/>
              </a:ext>
            </a:extLst>
          </p:cNvPr>
          <p:cNvSpPr/>
          <p:nvPr/>
        </p:nvSpPr>
        <p:spPr>
          <a:xfrm>
            <a:off x="8710746" y="1542497"/>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1AE7DDB0-4482-49E0-B64F-1E959A98B360}"/>
              </a:ext>
            </a:extLst>
          </p:cNvPr>
          <p:cNvSpPr/>
          <p:nvPr/>
        </p:nvSpPr>
        <p:spPr>
          <a:xfrm>
            <a:off x="9254397" y="1113962"/>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DEF3C705-66A3-43BE-876D-CF4A055C42FD}"/>
              </a:ext>
            </a:extLst>
          </p:cNvPr>
          <p:cNvSpPr/>
          <p:nvPr/>
        </p:nvSpPr>
        <p:spPr>
          <a:xfrm>
            <a:off x="8821537" y="932045"/>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E5ABD94B-BDC9-4D6A-BDE9-C37CC4E01E25}"/>
              </a:ext>
            </a:extLst>
          </p:cNvPr>
          <p:cNvSpPr/>
          <p:nvPr/>
        </p:nvSpPr>
        <p:spPr>
          <a:xfrm>
            <a:off x="8517458" y="1188054"/>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97FF76BC-4133-44D2-884E-137D4FDD77A0}"/>
              </a:ext>
            </a:extLst>
          </p:cNvPr>
          <p:cNvSpPr/>
          <p:nvPr/>
        </p:nvSpPr>
        <p:spPr>
          <a:xfrm>
            <a:off x="7857796" y="2135937"/>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FE99AE8E-5A32-49DF-81F3-2CA596A19EF1}"/>
              </a:ext>
            </a:extLst>
          </p:cNvPr>
          <p:cNvSpPr/>
          <p:nvPr/>
        </p:nvSpPr>
        <p:spPr>
          <a:xfrm>
            <a:off x="8050728" y="1754719"/>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A7BD2284-0483-4A40-B7BF-05A99F9ECCB9}"/>
              </a:ext>
            </a:extLst>
          </p:cNvPr>
          <p:cNvSpPr/>
          <p:nvPr/>
        </p:nvSpPr>
        <p:spPr>
          <a:xfrm>
            <a:off x="7776003" y="2518859"/>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99BB0954-79C5-450C-AC2B-504BC7933D5E}"/>
              </a:ext>
            </a:extLst>
          </p:cNvPr>
          <p:cNvSpPr/>
          <p:nvPr/>
        </p:nvSpPr>
        <p:spPr>
          <a:xfrm>
            <a:off x="8623517" y="2467185"/>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0AA23187-C25D-40A9-A002-DACA428CEAD5}"/>
              </a:ext>
            </a:extLst>
          </p:cNvPr>
          <p:cNvSpPr/>
          <p:nvPr/>
        </p:nvSpPr>
        <p:spPr>
          <a:xfrm>
            <a:off x="8253210" y="2116834"/>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50DCA5BB-C4BC-40F8-80AB-1F17FF976DAE}"/>
              </a:ext>
            </a:extLst>
          </p:cNvPr>
          <p:cNvSpPr/>
          <p:nvPr/>
        </p:nvSpPr>
        <p:spPr>
          <a:xfrm>
            <a:off x="8271348" y="2574546"/>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Cross 50">
            <a:extLst>
              <a:ext uri="{FF2B5EF4-FFF2-40B4-BE49-F238E27FC236}">
                <a16:creationId xmlns:a16="http://schemas.microsoft.com/office/drawing/2014/main" id="{7C6BE5DF-5CE8-4EE4-8D02-353B570C63E7}"/>
              </a:ext>
            </a:extLst>
          </p:cNvPr>
          <p:cNvSpPr/>
          <p:nvPr/>
        </p:nvSpPr>
        <p:spPr>
          <a:xfrm>
            <a:off x="9520701" y="1855094"/>
            <a:ext cx="192024" cy="182880"/>
          </a:xfrm>
          <a:prstGeom prst="plus">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Cross 51">
            <a:extLst>
              <a:ext uri="{FF2B5EF4-FFF2-40B4-BE49-F238E27FC236}">
                <a16:creationId xmlns:a16="http://schemas.microsoft.com/office/drawing/2014/main" id="{05D19328-5E4B-40C3-8CDC-F8E2EFED3971}"/>
              </a:ext>
            </a:extLst>
          </p:cNvPr>
          <p:cNvSpPr/>
          <p:nvPr/>
        </p:nvSpPr>
        <p:spPr>
          <a:xfrm>
            <a:off x="9496262" y="2220044"/>
            <a:ext cx="192024" cy="182880"/>
          </a:xfrm>
          <a:prstGeom prst="plus">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Cross 52">
            <a:extLst>
              <a:ext uri="{FF2B5EF4-FFF2-40B4-BE49-F238E27FC236}">
                <a16:creationId xmlns:a16="http://schemas.microsoft.com/office/drawing/2014/main" id="{A4668058-D8D1-4381-A449-D121F31D4391}"/>
              </a:ext>
            </a:extLst>
          </p:cNvPr>
          <p:cNvSpPr/>
          <p:nvPr/>
        </p:nvSpPr>
        <p:spPr>
          <a:xfrm>
            <a:off x="9831713" y="2128604"/>
            <a:ext cx="192024" cy="182880"/>
          </a:xfrm>
          <a:prstGeom prst="plus">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Cross 53">
            <a:extLst>
              <a:ext uri="{FF2B5EF4-FFF2-40B4-BE49-F238E27FC236}">
                <a16:creationId xmlns:a16="http://schemas.microsoft.com/office/drawing/2014/main" id="{82C021C9-1DFF-4EAF-930A-31C9F27C6ED1}"/>
              </a:ext>
            </a:extLst>
          </p:cNvPr>
          <p:cNvSpPr/>
          <p:nvPr/>
        </p:nvSpPr>
        <p:spPr>
          <a:xfrm>
            <a:off x="9154781" y="2037164"/>
            <a:ext cx="192024" cy="182880"/>
          </a:xfrm>
          <a:prstGeom prst="plus">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Cross 54">
            <a:extLst>
              <a:ext uri="{FF2B5EF4-FFF2-40B4-BE49-F238E27FC236}">
                <a16:creationId xmlns:a16="http://schemas.microsoft.com/office/drawing/2014/main" id="{675C5AAD-0900-45DF-B59A-9894908276CC}"/>
              </a:ext>
            </a:extLst>
          </p:cNvPr>
          <p:cNvSpPr/>
          <p:nvPr/>
        </p:nvSpPr>
        <p:spPr>
          <a:xfrm>
            <a:off x="9236146" y="2536587"/>
            <a:ext cx="192024" cy="182880"/>
          </a:xfrm>
          <a:prstGeom prst="plus">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Cross 55">
            <a:extLst>
              <a:ext uri="{FF2B5EF4-FFF2-40B4-BE49-F238E27FC236}">
                <a16:creationId xmlns:a16="http://schemas.microsoft.com/office/drawing/2014/main" id="{94D79265-608F-4921-A250-254A168F6F4A}"/>
              </a:ext>
            </a:extLst>
          </p:cNvPr>
          <p:cNvSpPr/>
          <p:nvPr/>
        </p:nvSpPr>
        <p:spPr>
          <a:xfrm>
            <a:off x="9712725" y="2579235"/>
            <a:ext cx="192024" cy="182880"/>
          </a:xfrm>
          <a:prstGeom prst="plus">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a:extLst>
              <a:ext uri="{FF2B5EF4-FFF2-40B4-BE49-F238E27FC236}">
                <a16:creationId xmlns:a16="http://schemas.microsoft.com/office/drawing/2014/main" id="{7FAB1AFA-732C-4F4C-A353-E724DF7F1124}"/>
              </a:ext>
            </a:extLst>
          </p:cNvPr>
          <p:cNvSpPr txBox="1"/>
          <p:nvPr/>
        </p:nvSpPr>
        <p:spPr>
          <a:xfrm>
            <a:off x="4616026" y="519087"/>
            <a:ext cx="697291" cy="307777"/>
          </a:xfrm>
          <a:prstGeom prst="rect">
            <a:avLst/>
          </a:prstGeom>
          <a:noFill/>
        </p:spPr>
        <p:txBody>
          <a:bodyPr wrap="square">
            <a:spAutoFit/>
          </a:bodyPr>
          <a:lstStyle/>
          <a:p>
            <a:r>
              <a:rPr lang="en-US" sz="1400" b="1" dirty="0"/>
              <a:t>Binary</a:t>
            </a:r>
          </a:p>
        </p:txBody>
      </p:sp>
      <p:sp>
        <p:nvSpPr>
          <p:cNvPr id="72" name="TextBox 71">
            <a:extLst>
              <a:ext uri="{FF2B5EF4-FFF2-40B4-BE49-F238E27FC236}">
                <a16:creationId xmlns:a16="http://schemas.microsoft.com/office/drawing/2014/main" id="{EF704663-6D25-471B-8220-638F0EA603AC}"/>
              </a:ext>
            </a:extLst>
          </p:cNvPr>
          <p:cNvSpPr txBox="1"/>
          <p:nvPr/>
        </p:nvSpPr>
        <p:spPr>
          <a:xfrm>
            <a:off x="8425031" y="519086"/>
            <a:ext cx="1040271" cy="307777"/>
          </a:xfrm>
          <a:prstGeom prst="rect">
            <a:avLst/>
          </a:prstGeom>
          <a:noFill/>
        </p:spPr>
        <p:txBody>
          <a:bodyPr wrap="square">
            <a:spAutoFit/>
          </a:bodyPr>
          <a:lstStyle/>
          <a:p>
            <a:r>
              <a:rPr lang="en-US" sz="1400" b="1" dirty="0"/>
              <a:t>Multi-class</a:t>
            </a:r>
          </a:p>
        </p:txBody>
      </p:sp>
      <p:pic>
        <p:nvPicPr>
          <p:cNvPr id="73" name="Picture 72">
            <a:extLst>
              <a:ext uri="{FF2B5EF4-FFF2-40B4-BE49-F238E27FC236}">
                <a16:creationId xmlns:a16="http://schemas.microsoft.com/office/drawing/2014/main" id="{0BC5E83A-9D5A-4D89-8A32-8E00CE37021D}"/>
              </a:ext>
            </a:extLst>
          </p:cNvPr>
          <p:cNvPicPr>
            <a:picLocks noChangeAspect="1"/>
          </p:cNvPicPr>
          <p:nvPr/>
        </p:nvPicPr>
        <p:blipFill>
          <a:blip r:embed="rId2"/>
          <a:stretch>
            <a:fillRect/>
          </a:stretch>
        </p:blipFill>
        <p:spPr>
          <a:xfrm>
            <a:off x="1277118" y="3428763"/>
            <a:ext cx="2744062" cy="2189145"/>
          </a:xfrm>
          <a:prstGeom prst="rect">
            <a:avLst/>
          </a:prstGeom>
        </p:spPr>
      </p:pic>
      <p:sp>
        <p:nvSpPr>
          <p:cNvPr id="74" name="Isosceles Triangle 73">
            <a:extLst>
              <a:ext uri="{FF2B5EF4-FFF2-40B4-BE49-F238E27FC236}">
                <a16:creationId xmlns:a16="http://schemas.microsoft.com/office/drawing/2014/main" id="{F19666C3-27E0-4DEF-BF3D-D6136569B680}"/>
              </a:ext>
            </a:extLst>
          </p:cNvPr>
          <p:cNvSpPr/>
          <p:nvPr/>
        </p:nvSpPr>
        <p:spPr>
          <a:xfrm>
            <a:off x="2998495" y="4188070"/>
            <a:ext cx="182880"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Isosceles Triangle 74">
            <a:extLst>
              <a:ext uri="{FF2B5EF4-FFF2-40B4-BE49-F238E27FC236}">
                <a16:creationId xmlns:a16="http://schemas.microsoft.com/office/drawing/2014/main" id="{7C28320E-7D25-48CA-9258-234DD6490CB3}"/>
              </a:ext>
            </a:extLst>
          </p:cNvPr>
          <p:cNvSpPr/>
          <p:nvPr/>
        </p:nvSpPr>
        <p:spPr>
          <a:xfrm>
            <a:off x="2780419" y="3841249"/>
            <a:ext cx="182880"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Isosceles Triangle 75">
            <a:extLst>
              <a:ext uri="{FF2B5EF4-FFF2-40B4-BE49-F238E27FC236}">
                <a16:creationId xmlns:a16="http://schemas.microsoft.com/office/drawing/2014/main" id="{71798758-5D46-40F9-A817-22DF54458B79}"/>
              </a:ext>
            </a:extLst>
          </p:cNvPr>
          <p:cNvSpPr/>
          <p:nvPr/>
        </p:nvSpPr>
        <p:spPr>
          <a:xfrm>
            <a:off x="2557709" y="4120814"/>
            <a:ext cx="182880"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Isosceles Triangle 76">
            <a:extLst>
              <a:ext uri="{FF2B5EF4-FFF2-40B4-BE49-F238E27FC236}">
                <a16:creationId xmlns:a16="http://schemas.microsoft.com/office/drawing/2014/main" id="{C6DAEA21-CAB2-4094-AEF6-945A6C5A5599}"/>
              </a:ext>
            </a:extLst>
          </p:cNvPr>
          <p:cNvSpPr/>
          <p:nvPr/>
        </p:nvSpPr>
        <p:spPr>
          <a:xfrm>
            <a:off x="3101360" y="3692279"/>
            <a:ext cx="182880"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Isosceles Triangle 77">
            <a:extLst>
              <a:ext uri="{FF2B5EF4-FFF2-40B4-BE49-F238E27FC236}">
                <a16:creationId xmlns:a16="http://schemas.microsoft.com/office/drawing/2014/main" id="{747B298B-44AA-42EF-8D82-F9D6A8821CBF}"/>
              </a:ext>
            </a:extLst>
          </p:cNvPr>
          <p:cNvSpPr/>
          <p:nvPr/>
        </p:nvSpPr>
        <p:spPr>
          <a:xfrm>
            <a:off x="2668500" y="3510362"/>
            <a:ext cx="182880"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Isosceles Triangle 78">
            <a:extLst>
              <a:ext uri="{FF2B5EF4-FFF2-40B4-BE49-F238E27FC236}">
                <a16:creationId xmlns:a16="http://schemas.microsoft.com/office/drawing/2014/main" id="{B99A0FD0-A7A4-4C0E-9E48-405024D6BF8D}"/>
              </a:ext>
            </a:extLst>
          </p:cNvPr>
          <p:cNvSpPr/>
          <p:nvPr/>
        </p:nvSpPr>
        <p:spPr>
          <a:xfrm>
            <a:off x="2364421" y="3766371"/>
            <a:ext cx="182880"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11AE5AAB-E336-417A-A109-848946915275}"/>
              </a:ext>
            </a:extLst>
          </p:cNvPr>
          <p:cNvSpPr/>
          <p:nvPr/>
        </p:nvSpPr>
        <p:spPr>
          <a:xfrm>
            <a:off x="1704759" y="4714254"/>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E998D720-CFB9-4ACB-850D-BB5A10EABE72}"/>
              </a:ext>
            </a:extLst>
          </p:cNvPr>
          <p:cNvSpPr/>
          <p:nvPr/>
        </p:nvSpPr>
        <p:spPr>
          <a:xfrm>
            <a:off x="1897691" y="4333036"/>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8C740956-94C7-41E7-BF8A-4A9464095E0E}"/>
              </a:ext>
            </a:extLst>
          </p:cNvPr>
          <p:cNvSpPr/>
          <p:nvPr/>
        </p:nvSpPr>
        <p:spPr>
          <a:xfrm>
            <a:off x="1622966" y="5097176"/>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EC0AAF82-E8D1-4ACD-A1C4-F6229691F6D5}"/>
              </a:ext>
            </a:extLst>
          </p:cNvPr>
          <p:cNvSpPr/>
          <p:nvPr/>
        </p:nvSpPr>
        <p:spPr>
          <a:xfrm>
            <a:off x="2470480" y="5045502"/>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A242661C-F3A1-49D3-8722-21AB2A7BD115}"/>
              </a:ext>
            </a:extLst>
          </p:cNvPr>
          <p:cNvSpPr/>
          <p:nvPr/>
        </p:nvSpPr>
        <p:spPr>
          <a:xfrm>
            <a:off x="2100173" y="4695151"/>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7BE1D674-A333-430D-B377-446A075B9342}"/>
              </a:ext>
            </a:extLst>
          </p:cNvPr>
          <p:cNvSpPr/>
          <p:nvPr/>
        </p:nvSpPr>
        <p:spPr>
          <a:xfrm>
            <a:off x="2118311" y="5152863"/>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Isosceles Triangle 85">
            <a:extLst>
              <a:ext uri="{FF2B5EF4-FFF2-40B4-BE49-F238E27FC236}">
                <a16:creationId xmlns:a16="http://schemas.microsoft.com/office/drawing/2014/main" id="{89409B75-6F5F-4058-8E4F-F4035273FEBE}"/>
              </a:ext>
            </a:extLst>
          </p:cNvPr>
          <p:cNvSpPr/>
          <p:nvPr/>
        </p:nvSpPr>
        <p:spPr>
          <a:xfrm>
            <a:off x="3367664" y="4433411"/>
            <a:ext cx="192024"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Isosceles Triangle 86">
            <a:extLst>
              <a:ext uri="{FF2B5EF4-FFF2-40B4-BE49-F238E27FC236}">
                <a16:creationId xmlns:a16="http://schemas.microsoft.com/office/drawing/2014/main" id="{14ABA18B-82D8-486A-A802-E87EB154425B}"/>
              </a:ext>
            </a:extLst>
          </p:cNvPr>
          <p:cNvSpPr/>
          <p:nvPr/>
        </p:nvSpPr>
        <p:spPr>
          <a:xfrm>
            <a:off x="3343225" y="4798361"/>
            <a:ext cx="192024"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Isosceles Triangle 87">
            <a:extLst>
              <a:ext uri="{FF2B5EF4-FFF2-40B4-BE49-F238E27FC236}">
                <a16:creationId xmlns:a16="http://schemas.microsoft.com/office/drawing/2014/main" id="{F1F63287-B76D-4F6D-ADA3-7904AF835B62}"/>
              </a:ext>
            </a:extLst>
          </p:cNvPr>
          <p:cNvSpPr/>
          <p:nvPr/>
        </p:nvSpPr>
        <p:spPr>
          <a:xfrm>
            <a:off x="3678676" y="4706921"/>
            <a:ext cx="192024"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Isosceles Triangle 88">
            <a:extLst>
              <a:ext uri="{FF2B5EF4-FFF2-40B4-BE49-F238E27FC236}">
                <a16:creationId xmlns:a16="http://schemas.microsoft.com/office/drawing/2014/main" id="{9EC6DA3A-11D5-433E-976C-1CAE130C351B}"/>
              </a:ext>
            </a:extLst>
          </p:cNvPr>
          <p:cNvSpPr/>
          <p:nvPr/>
        </p:nvSpPr>
        <p:spPr>
          <a:xfrm>
            <a:off x="3001744" y="4615481"/>
            <a:ext cx="192024"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Isosceles Triangle 89">
            <a:extLst>
              <a:ext uri="{FF2B5EF4-FFF2-40B4-BE49-F238E27FC236}">
                <a16:creationId xmlns:a16="http://schemas.microsoft.com/office/drawing/2014/main" id="{A4E093B9-A796-42D9-8EB3-FAD466E66024}"/>
              </a:ext>
            </a:extLst>
          </p:cNvPr>
          <p:cNvSpPr/>
          <p:nvPr/>
        </p:nvSpPr>
        <p:spPr>
          <a:xfrm>
            <a:off x="3083109" y="5114904"/>
            <a:ext cx="192024"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Isosceles Triangle 90">
            <a:extLst>
              <a:ext uri="{FF2B5EF4-FFF2-40B4-BE49-F238E27FC236}">
                <a16:creationId xmlns:a16="http://schemas.microsoft.com/office/drawing/2014/main" id="{EE390C56-F842-46BC-A448-1FD400790D9F}"/>
              </a:ext>
            </a:extLst>
          </p:cNvPr>
          <p:cNvSpPr/>
          <p:nvPr/>
        </p:nvSpPr>
        <p:spPr>
          <a:xfrm>
            <a:off x="3559688" y="5157552"/>
            <a:ext cx="192024"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 name="Picture 91">
            <a:extLst>
              <a:ext uri="{FF2B5EF4-FFF2-40B4-BE49-F238E27FC236}">
                <a16:creationId xmlns:a16="http://schemas.microsoft.com/office/drawing/2014/main" id="{E2C71876-A4A4-43B1-98FC-F768E4604DE3}"/>
              </a:ext>
            </a:extLst>
          </p:cNvPr>
          <p:cNvPicPr>
            <a:picLocks noChangeAspect="1"/>
          </p:cNvPicPr>
          <p:nvPr/>
        </p:nvPicPr>
        <p:blipFill>
          <a:blip r:embed="rId2"/>
          <a:stretch>
            <a:fillRect/>
          </a:stretch>
        </p:blipFill>
        <p:spPr>
          <a:xfrm>
            <a:off x="4477602" y="3436437"/>
            <a:ext cx="2744062" cy="2189145"/>
          </a:xfrm>
          <a:prstGeom prst="rect">
            <a:avLst/>
          </a:prstGeom>
        </p:spPr>
      </p:pic>
      <p:sp>
        <p:nvSpPr>
          <p:cNvPr id="93" name="Oval 92">
            <a:extLst>
              <a:ext uri="{FF2B5EF4-FFF2-40B4-BE49-F238E27FC236}">
                <a16:creationId xmlns:a16="http://schemas.microsoft.com/office/drawing/2014/main" id="{8AAF02E6-850D-4299-98D7-954D9B7381CE}"/>
              </a:ext>
            </a:extLst>
          </p:cNvPr>
          <p:cNvSpPr/>
          <p:nvPr/>
        </p:nvSpPr>
        <p:spPr>
          <a:xfrm>
            <a:off x="6198979" y="4195744"/>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51812E74-904C-4698-9A7B-DB58374DCBF8}"/>
              </a:ext>
            </a:extLst>
          </p:cNvPr>
          <p:cNvSpPr/>
          <p:nvPr/>
        </p:nvSpPr>
        <p:spPr>
          <a:xfrm>
            <a:off x="5980903" y="3848923"/>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4CD2684D-7007-4CA3-AA8C-289AAD771FAA}"/>
              </a:ext>
            </a:extLst>
          </p:cNvPr>
          <p:cNvSpPr/>
          <p:nvPr/>
        </p:nvSpPr>
        <p:spPr>
          <a:xfrm>
            <a:off x="5758193" y="4128488"/>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5734F245-3FE7-4787-98A7-A8222C825B32}"/>
              </a:ext>
            </a:extLst>
          </p:cNvPr>
          <p:cNvSpPr/>
          <p:nvPr/>
        </p:nvSpPr>
        <p:spPr>
          <a:xfrm>
            <a:off x="6301844" y="3699953"/>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16AEEFEE-5023-475D-BCBD-A0DC683E0A5B}"/>
              </a:ext>
            </a:extLst>
          </p:cNvPr>
          <p:cNvSpPr/>
          <p:nvPr/>
        </p:nvSpPr>
        <p:spPr>
          <a:xfrm>
            <a:off x="5868984" y="3518036"/>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2EF0F076-F694-4864-9356-A0A6E0DCFC95}"/>
              </a:ext>
            </a:extLst>
          </p:cNvPr>
          <p:cNvSpPr/>
          <p:nvPr/>
        </p:nvSpPr>
        <p:spPr>
          <a:xfrm>
            <a:off x="5564905" y="3774045"/>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Isosceles Triangle 98">
            <a:extLst>
              <a:ext uri="{FF2B5EF4-FFF2-40B4-BE49-F238E27FC236}">
                <a16:creationId xmlns:a16="http://schemas.microsoft.com/office/drawing/2014/main" id="{D97CEFC1-72F3-40EF-9754-961ECC5EFDF6}"/>
              </a:ext>
            </a:extLst>
          </p:cNvPr>
          <p:cNvSpPr/>
          <p:nvPr/>
        </p:nvSpPr>
        <p:spPr>
          <a:xfrm>
            <a:off x="4905243" y="4721928"/>
            <a:ext cx="182880"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Isosceles Triangle 99">
            <a:extLst>
              <a:ext uri="{FF2B5EF4-FFF2-40B4-BE49-F238E27FC236}">
                <a16:creationId xmlns:a16="http://schemas.microsoft.com/office/drawing/2014/main" id="{4904CF0D-8433-4652-A7EE-0E8EA38F7C83}"/>
              </a:ext>
            </a:extLst>
          </p:cNvPr>
          <p:cNvSpPr/>
          <p:nvPr/>
        </p:nvSpPr>
        <p:spPr>
          <a:xfrm>
            <a:off x="5098175" y="4340710"/>
            <a:ext cx="182880"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Isosceles Triangle 100">
            <a:extLst>
              <a:ext uri="{FF2B5EF4-FFF2-40B4-BE49-F238E27FC236}">
                <a16:creationId xmlns:a16="http://schemas.microsoft.com/office/drawing/2014/main" id="{2CC2CDC6-F76C-4CB3-9C3F-A41D5A3A43CB}"/>
              </a:ext>
            </a:extLst>
          </p:cNvPr>
          <p:cNvSpPr/>
          <p:nvPr/>
        </p:nvSpPr>
        <p:spPr>
          <a:xfrm>
            <a:off x="4823450" y="5104850"/>
            <a:ext cx="182880"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Isosceles Triangle 101">
            <a:extLst>
              <a:ext uri="{FF2B5EF4-FFF2-40B4-BE49-F238E27FC236}">
                <a16:creationId xmlns:a16="http://schemas.microsoft.com/office/drawing/2014/main" id="{0F753B19-6A83-4FBD-B34B-44490AC03009}"/>
              </a:ext>
            </a:extLst>
          </p:cNvPr>
          <p:cNvSpPr/>
          <p:nvPr/>
        </p:nvSpPr>
        <p:spPr>
          <a:xfrm>
            <a:off x="5670964" y="5053176"/>
            <a:ext cx="182880"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Isosceles Triangle 102">
            <a:extLst>
              <a:ext uri="{FF2B5EF4-FFF2-40B4-BE49-F238E27FC236}">
                <a16:creationId xmlns:a16="http://schemas.microsoft.com/office/drawing/2014/main" id="{42F683C2-2009-4CEC-A8DF-88D4E01E0271}"/>
              </a:ext>
            </a:extLst>
          </p:cNvPr>
          <p:cNvSpPr/>
          <p:nvPr/>
        </p:nvSpPr>
        <p:spPr>
          <a:xfrm>
            <a:off x="5300657" y="4702825"/>
            <a:ext cx="182880"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Isosceles Triangle 103">
            <a:extLst>
              <a:ext uri="{FF2B5EF4-FFF2-40B4-BE49-F238E27FC236}">
                <a16:creationId xmlns:a16="http://schemas.microsoft.com/office/drawing/2014/main" id="{BA8FA7E3-3C23-49E2-B58A-8027B3C0EB7A}"/>
              </a:ext>
            </a:extLst>
          </p:cNvPr>
          <p:cNvSpPr/>
          <p:nvPr/>
        </p:nvSpPr>
        <p:spPr>
          <a:xfrm>
            <a:off x="5318795" y="5160537"/>
            <a:ext cx="182880"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Isosceles Triangle 104">
            <a:extLst>
              <a:ext uri="{FF2B5EF4-FFF2-40B4-BE49-F238E27FC236}">
                <a16:creationId xmlns:a16="http://schemas.microsoft.com/office/drawing/2014/main" id="{2413BFB5-9097-4BBE-98ED-F4113EB4D9B7}"/>
              </a:ext>
            </a:extLst>
          </p:cNvPr>
          <p:cNvSpPr/>
          <p:nvPr/>
        </p:nvSpPr>
        <p:spPr>
          <a:xfrm>
            <a:off x="6568148" y="4441085"/>
            <a:ext cx="192024"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Isosceles Triangle 105">
            <a:extLst>
              <a:ext uri="{FF2B5EF4-FFF2-40B4-BE49-F238E27FC236}">
                <a16:creationId xmlns:a16="http://schemas.microsoft.com/office/drawing/2014/main" id="{16B17F57-89D5-40B7-87FB-C4D735474012}"/>
              </a:ext>
            </a:extLst>
          </p:cNvPr>
          <p:cNvSpPr/>
          <p:nvPr/>
        </p:nvSpPr>
        <p:spPr>
          <a:xfrm>
            <a:off x="6543709" y="4806035"/>
            <a:ext cx="192024"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Isosceles Triangle 106">
            <a:extLst>
              <a:ext uri="{FF2B5EF4-FFF2-40B4-BE49-F238E27FC236}">
                <a16:creationId xmlns:a16="http://schemas.microsoft.com/office/drawing/2014/main" id="{22276DCE-2698-48A7-8B84-E336142DE046}"/>
              </a:ext>
            </a:extLst>
          </p:cNvPr>
          <p:cNvSpPr/>
          <p:nvPr/>
        </p:nvSpPr>
        <p:spPr>
          <a:xfrm>
            <a:off x="6879160" y="4714595"/>
            <a:ext cx="192024"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Isosceles Triangle 107">
            <a:extLst>
              <a:ext uri="{FF2B5EF4-FFF2-40B4-BE49-F238E27FC236}">
                <a16:creationId xmlns:a16="http://schemas.microsoft.com/office/drawing/2014/main" id="{FA4DE9A5-1529-41EF-AFA3-DBEF6D360B6A}"/>
              </a:ext>
            </a:extLst>
          </p:cNvPr>
          <p:cNvSpPr/>
          <p:nvPr/>
        </p:nvSpPr>
        <p:spPr>
          <a:xfrm>
            <a:off x="6202228" y="4623155"/>
            <a:ext cx="192024"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Isosceles Triangle 108">
            <a:extLst>
              <a:ext uri="{FF2B5EF4-FFF2-40B4-BE49-F238E27FC236}">
                <a16:creationId xmlns:a16="http://schemas.microsoft.com/office/drawing/2014/main" id="{5C6BBC90-1CE1-4713-9189-D9F0DB699754}"/>
              </a:ext>
            </a:extLst>
          </p:cNvPr>
          <p:cNvSpPr/>
          <p:nvPr/>
        </p:nvSpPr>
        <p:spPr>
          <a:xfrm>
            <a:off x="6283593" y="5122578"/>
            <a:ext cx="192024"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Isosceles Triangle 109">
            <a:extLst>
              <a:ext uri="{FF2B5EF4-FFF2-40B4-BE49-F238E27FC236}">
                <a16:creationId xmlns:a16="http://schemas.microsoft.com/office/drawing/2014/main" id="{C799CF1B-45D2-4679-8E28-5E5FA1987E3D}"/>
              </a:ext>
            </a:extLst>
          </p:cNvPr>
          <p:cNvSpPr/>
          <p:nvPr/>
        </p:nvSpPr>
        <p:spPr>
          <a:xfrm>
            <a:off x="6760172" y="5165226"/>
            <a:ext cx="192024"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9" name="Picture 148">
            <a:extLst>
              <a:ext uri="{FF2B5EF4-FFF2-40B4-BE49-F238E27FC236}">
                <a16:creationId xmlns:a16="http://schemas.microsoft.com/office/drawing/2014/main" id="{94258343-7A0B-46DC-9A2C-D22CC442E305}"/>
              </a:ext>
            </a:extLst>
          </p:cNvPr>
          <p:cNvPicPr>
            <a:picLocks noChangeAspect="1"/>
          </p:cNvPicPr>
          <p:nvPr/>
        </p:nvPicPr>
        <p:blipFill>
          <a:blip r:embed="rId2"/>
          <a:stretch>
            <a:fillRect/>
          </a:stretch>
        </p:blipFill>
        <p:spPr>
          <a:xfrm>
            <a:off x="7713746" y="3429000"/>
            <a:ext cx="2744062" cy="2189145"/>
          </a:xfrm>
          <a:prstGeom prst="rect">
            <a:avLst/>
          </a:prstGeom>
        </p:spPr>
      </p:pic>
      <p:sp>
        <p:nvSpPr>
          <p:cNvPr id="150" name="Isosceles Triangle 149">
            <a:extLst>
              <a:ext uri="{FF2B5EF4-FFF2-40B4-BE49-F238E27FC236}">
                <a16:creationId xmlns:a16="http://schemas.microsoft.com/office/drawing/2014/main" id="{61D27DF0-0F31-4C5B-8484-B8AB0BEF0A5C}"/>
              </a:ext>
            </a:extLst>
          </p:cNvPr>
          <p:cNvSpPr/>
          <p:nvPr/>
        </p:nvSpPr>
        <p:spPr>
          <a:xfrm>
            <a:off x="9435123" y="4188307"/>
            <a:ext cx="182880"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Isosceles Triangle 150">
            <a:extLst>
              <a:ext uri="{FF2B5EF4-FFF2-40B4-BE49-F238E27FC236}">
                <a16:creationId xmlns:a16="http://schemas.microsoft.com/office/drawing/2014/main" id="{520396C2-49F8-4698-BE62-EA4A8FC96A10}"/>
              </a:ext>
            </a:extLst>
          </p:cNvPr>
          <p:cNvSpPr/>
          <p:nvPr/>
        </p:nvSpPr>
        <p:spPr>
          <a:xfrm>
            <a:off x="9217047" y="3841486"/>
            <a:ext cx="182880"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Isosceles Triangle 151">
            <a:extLst>
              <a:ext uri="{FF2B5EF4-FFF2-40B4-BE49-F238E27FC236}">
                <a16:creationId xmlns:a16="http://schemas.microsoft.com/office/drawing/2014/main" id="{E694A5A0-E30D-479B-BC4F-2B35F39F0568}"/>
              </a:ext>
            </a:extLst>
          </p:cNvPr>
          <p:cNvSpPr/>
          <p:nvPr/>
        </p:nvSpPr>
        <p:spPr>
          <a:xfrm>
            <a:off x="8994337" y="4121051"/>
            <a:ext cx="182880"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Isosceles Triangle 152">
            <a:extLst>
              <a:ext uri="{FF2B5EF4-FFF2-40B4-BE49-F238E27FC236}">
                <a16:creationId xmlns:a16="http://schemas.microsoft.com/office/drawing/2014/main" id="{EA571FB0-6F6C-4AF9-B68B-CE5AAEBBB9CF}"/>
              </a:ext>
            </a:extLst>
          </p:cNvPr>
          <p:cNvSpPr/>
          <p:nvPr/>
        </p:nvSpPr>
        <p:spPr>
          <a:xfrm>
            <a:off x="9537988" y="3692516"/>
            <a:ext cx="182880"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Isosceles Triangle 153">
            <a:extLst>
              <a:ext uri="{FF2B5EF4-FFF2-40B4-BE49-F238E27FC236}">
                <a16:creationId xmlns:a16="http://schemas.microsoft.com/office/drawing/2014/main" id="{CBF42EF4-B467-4D81-811D-CF8D4C2AAAD8}"/>
              </a:ext>
            </a:extLst>
          </p:cNvPr>
          <p:cNvSpPr/>
          <p:nvPr/>
        </p:nvSpPr>
        <p:spPr>
          <a:xfrm>
            <a:off x="9105128" y="3510599"/>
            <a:ext cx="182880"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Isosceles Triangle 154">
            <a:extLst>
              <a:ext uri="{FF2B5EF4-FFF2-40B4-BE49-F238E27FC236}">
                <a16:creationId xmlns:a16="http://schemas.microsoft.com/office/drawing/2014/main" id="{24E0982D-5F2B-4C9F-BBB8-B0A2C07E71F0}"/>
              </a:ext>
            </a:extLst>
          </p:cNvPr>
          <p:cNvSpPr/>
          <p:nvPr/>
        </p:nvSpPr>
        <p:spPr>
          <a:xfrm>
            <a:off x="8801049" y="3766608"/>
            <a:ext cx="182880"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Isosceles Triangle 155">
            <a:extLst>
              <a:ext uri="{FF2B5EF4-FFF2-40B4-BE49-F238E27FC236}">
                <a16:creationId xmlns:a16="http://schemas.microsoft.com/office/drawing/2014/main" id="{E3E318FD-FA6D-4D3A-A1BA-D0236307E352}"/>
              </a:ext>
            </a:extLst>
          </p:cNvPr>
          <p:cNvSpPr/>
          <p:nvPr/>
        </p:nvSpPr>
        <p:spPr>
          <a:xfrm>
            <a:off x="8141387" y="4714491"/>
            <a:ext cx="182880"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Isosceles Triangle 156">
            <a:extLst>
              <a:ext uri="{FF2B5EF4-FFF2-40B4-BE49-F238E27FC236}">
                <a16:creationId xmlns:a16="http://schemas.microsoft.com/office/drawing/2014/main" id="{2BE22085-4079-4CBD-8BD5-43BBF202141F}"/>
              </a:ext>
            </a:extLst>
          </p:cNvPr>
          <p:cNvSpPr/>
          <p:nvPr/>
        </p:nvSpPr>
        <p:spPr>
          <a:xfrm>
            <a:off x="8334319" y="4333273"/>
            <a:ext cx="182880"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Isosceles Triangle 157">
            <a:extLst>
              <a:ext uri="{FF2B5EF4-FFF2-40B4-BE49-F238E27FC236}">
                <a16:creationId xmlns:a16="http://schemas.microsoft.com/office/drawing/2014/main" id="{3FEA2C1B-D7FF-4308-9AB6-62ABBD545BAF}"/>
              </a:ext>
            </a:extLst>
          </p:cNvPr>
          <p:cNvSpPr/>
          <p:nvPr/>
        </p:nvSpPr>
        <p:spPr>
          <a:xfrm>
            <a:off x="8059594" y="5097413"/>
            <a:ext cx="182880"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Isosceles Triangle 158">
            <a:extLst>
              <a:ext uri="{FF2B5EF4-FFF2-40B4-BE49-F238E27FC236}">
                <a16:creationId xmlns:a16="http://schemas.microsoft.com/office/drawing/2014/main" id="{5545BC0E-849B-411E-AAF9-ED467F79DDB2}"/>
              </a:ext>
            </a:extLst>
          </p:cNvPr>
          <p:cNvSpPr/>
          <p:nvPr/>
        </p:nvSpPr>
        <p:spPr>
          <a:xfrm>
            <a:off x="8907108" y="5045739"/>
            <a:ext cx="182880"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Isosceles Triangle 159">
            <a:extLst>
              <a:ext uri="{FF2B5EF4-FFF2-40B4-BE49-F238E27FC236}">
                <a16:creationId xmlns:a16="http://schemas.microsoft.com/office/drawing/2014/main" id="{58CA3C57-6732-401C-B889-2AA8E0CFA80E}"/>
              </a:ext>
            </a:extLst>
          </p:cNvPr>
          <p:cNvSpPr/>
          <p:nvPr/>
        </p:nvSpPr>
        <p:spPr>
          <a:xfrm>
            <a:off x="8536801" y="4695388"/>
            <a:ext cx="182880"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Isosceles Triangle 160">
            <a:extLst>
              <a:ext uri="{FF2B5EF4-FFF2-40B4-BE49-F238E27FC236}">
                <a16:creationId xmlns:a16="http://schemas.microsoft.com/office/drawing/2014/main" id="{1C66005F-2815-42C6-97E2-0C663E289431}"/>
              </a:ext>
            </a:extLst>
          </p:cNvPr>
          <p:cNvSpPr/>
          <p:nvPr/>
        </p:nvSpPr>
        <p:spPr>
          <a:xfrm>
            <a:off x="8554939" y="5153100"/>
            <a:ext cx="182880" cy="182880"/>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Cross 161">
            <a:extLst>
              <a:ext uri="{FF2B5EF4-FFF2-40B4-BE49-F238E27FC236}">
                <a16:creationId xmlns:a16="http://schemas.microsoft.com/office/drawing/2014/main" id="{9CF45D0F-5790-4705-8FAD-0178743A4EC8}"/>
              </a:ext>
            </a:extLst>
          </p:cNvPr>
          <p:cNvSpPr/>
          <p:nvPr/>
        </p:nvSpPr>
        <p:spPr>
          <a:xfrm>
            <a:off x="9804292" y="4433648"/>
            <a:ext cx="192024" cy="182880"/>
          </a:xfrm>
          <a:prstGeom prst="plus">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Cross 162">
            <a:extLst>
              <a:ext uri="{FF2B5EF4-FFF2-40B4-BE49-F238E27FC236}">
                <a16:creationId xmlns:a16="http://schemas.microsoft.com/office/drawing/2014/main" id="{AA5AAC0E-F139-4B5F-9C15-6472CBDC24AD}"/>
              </a:ext>
            </a:extLst>
          </p:cNvPr>
          <p:cNvSpPr/>
          <p:nvPr/>
        </p:nvSpPr>
        <p:spPr>
          <a:xfrm>
            <a:off x="9779853" y="4798598"/>
            <a:ext cx="192024" cy="182880"/>
          </a:xfrm>
          <a:prstGeom prst="plus">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Cross 163">
            <a:extLst>
              <a:ext uri="{FF2B5EF4-FFF2-40B4-BE49-F238E27FC236}">
                <a16:creationId xmlns:a16="http://schemas.microsoft.com/office/drawing/2014/main" id="{BA84995D-BA42-400D-892D-2ADB6EAB3412}"/>
              </a:ext>
            </a:extLst>
          </p:cNvPr>
          <p:cNvSpPr/>
          <p:nvPr/>
        </p:nvSpPr>
        <p:spPr>
          <a:xfrm>
            <a:off x="10115304" y="4707158"/>
            <a:ext cx="192024" cy="182880"/>
          </a:xfrm>
          <a:prstGeom prst="plus">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Cross 164">
            <a:extLst>
              <a:ext uri="{FF2B5EF4-FFF2-40B4-BE49-F238E27FC236}">
                <a16:creationId xmlns:a16="http://schemas.microsoft.com/office/drawing/2014/main" id="{C3EC30B6-8B5B-4A0B-A31B-6FA2FDFA6FB1}"/>
              </a:ext>
            </a:extLst>
          </p:cNvPr>
          <p:cNvSpPr/>
          <p:nvPr/>
        </p:nvSpPr>
        <p:spPr>
          <a:xfrm>
            <a:off x="9438372" y="4615718"/>
            <a:ext cx="192024" cy="182880"/>
          </a:xfrm>
          <a:prstGeom prst="plus">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Cross 165">
            <a:extLst>
              <a:ext uri="{FF2B5EF4-FFF2-40B4-BE49-F238E27FC236}">
                <a16:creationId xmlns:a16="http://schemas.microsoft.com/office/drawing/2014/main" id="{6DC4D7E1-B6C9-4EF9-A483-6FD26CF3B644}"/>
              </a:ext>
            </a:extLst>
          </p:cNvPr>
          <p:cNvSpPr/>
          <p:nvPr/>
        </p:nvSpPr>
        <p:spPr>
          <a:xfrm>
            <a:off x="9519737" y="5115141"/>
            <a:ext cx="192024" cy="182880"/>
          </a:xfrm>
          <a:prstGeom prst="plus">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Cross 166">
            <a:extLst>
              <a:ext uri="{FF2B5EF4-FFF2-40B4-BE49-F238E27FC236}">
                <a16:creationId xmlns:a16="http://schemas.microsoft.com/office/drawing/2014/main" id="{D5B737CF-3E12-41D5-81F8-4D82E2F67B0A}"/>
              </a:ext>
            </a:extLst>
          </p:cNvPr>
          <p:cNvSpPr/>
          <p:nvPr/>
        </p:nvSpPr>
        <p:spPr>
          <a:xfrm>
            <a:off x="9996316" y="5157789"/>
            <a:ext cx="192024" cy="182880"/>
          </a:xfrm>
          <a:prstGeom prst="plus">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Diamond 167">
            <a:extLst>
              <a:ext uri="{FF2B5EF4-FFF2-40B4-BE49-F238E27FC236}">
                <a16:creationId xmlns:a16="http://schemas.microsoft.com/office/drawing/2014/main" id="{85EB9CF3-22A0-44BF-8A26-F5610993B78F}"/>
              </a:ext>
            </a:extLst>
          </p:cNvPr>
          <p:cNvSpPr/>
          <p:nvPr/>
        </p:nvSpPr>
        <p:spPr>
          <a:xfrm>
            <a:off x="4403133" y="1899786"/>
            <a:ext cx="182880" cy="182880"/>
          </a:xfrm>
          <a:prstGeom prst="diamond">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Diamond 168">
            <a:extLst>
              <a:ext uri="{FF2B5EF4-FFF2-40B4-BE49-F238E27FC236}">
                <a16:creationId xmlns:a16="http://schemas.microsoft.com/office/drawing/2014/main" id="{22568683-A375-406F-8999-DB49A9AAC33F}"/>
              </a:ext>
            </a:extLst>
          </p:cNvPr>
          <p:cNvSpPr/>
          <p:nvPr/>
        </p:nvSpPr>
        <p:spPr>
          <a:xfrm>
            <a:off x="2689981" y="2280758"/>
            <a:ext cx="182880" cy="182880"/>
          </a:xfrm>
          <a:prstGeom prst="diamond">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Multiplication Sign 169">
            <a:extLst>
              <a:ext uri="{FF2B5EF4-FFF2-40B4-BE49-F238E27FC236}">
                <a16:creationId xmlns:a16="http://schemas.microsoft.com/office/drawing/2014/main" id="{98B6C85E-99DA-4BA6-8B00-F49670C39FF3}"/>
              </a:ext>
            </a:extLst>
          </p:cNvPr>
          <p:cNvSpPr/>
          <p:nvPr/>
        </p:nvSpPr>
        <p:spPr>
          <a:xfrm>
            <a:off x="2667121" y="2559415"/>
            <a:ext cx="228600" cy="228600"/>
          </a:xfrm>
          <a:prstGeom prst="mathMultiply">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TextBox 170">
            <a:extLst>
              <a:ext uri="{FF2B5EF4-FFF2-40B4-BE49-F238E27FC236}">
                <a16:creationId xmlns:a16="http://schemas.microsoft.com/office/drawing/2014/main" id="{F4CB4E83-A457-4650-B3CF-4F5D4C9453B0}"/>
              </a:ext>
            </a:extLst>
          </p:cNvPr>
          <p:cNvSpPr txBox="1"/>
          <p:nvPr/>
        </p:nvSpPr>
        <p:spPr>
          <a:xfrm>
            <a:off x="2871689" y="2236782"/>
            <a:ext cx="697291" cy="276999"/>
          </a:xfrm>
          <a:prstGeom prst="rect">
            <a:avLst/>
          </a:prstGeom>
          <a:noFill/>
        </p:spPr>
        <p:txBody>
          <a:bodyPr wrap="square">
            <a:spAutoFit/>
          </a:bodyPr>
          <a:lstStyle/>
          <a:p>
            <a:r>
              <a:rPr lang="en-US" sz="1200" dirty="0"/>
              <a:t>Non pay</a:t>
            </a:r>
          </a:p>
        </p:txBody>
      </p:sp>
      <p:sp>
        <p:nvSpPr>
          <p:cNvPr id="172" name="TextBox 171">
            <a:extLst>
              <a:ext uri="{FF2B5EF4-FFF2-40B4-BE49-F238E27FC236}">
                <a16:creationId xmlns:a16="http://schemas.microsoft.com/office/drawing/2014/main" id="{A9F5FDDD-F152-4950-8055-1F2F6CFB17DA}"/>
              </a:ext>
            </a:extLst>
          </p:cNvPr>
          <p:cNvSpPr txBox="1"/>
          <p:nvPr/>
        </p:nvSpPr>
        <p:spPr>
          <a:xfrm>
            <a:off x="2863064" y="2524247"/>
            <a:ext cx="697291" cy="276999"/>
          </a:xfrm>
          <a:prstGeom prst="rect">
            <a:avLst/>
          </a:prstGeom>
          <a:noFill/>
        </p:spPr>
        <p:txBody>
          <a:bodyPr wrap="square">
            <a:spAutoFit/>
          </a:bodyPr>
          <a:lstStyle/>
          <a:p>
            <a:r>
              <a:rPr lang="en-US" sz="1200" dirty="0"/>
              <a:t>Pay</a:t>
            </a:r>
          </a:p>
        </p:txBody>
      </p:sp>
      <p:sp>
        <p:nvSpPr>
          <p:cNvPr id="173" name="Rectangle 172">
            <a:extLst>
              <a:ext uri="{FF2B5EF4-FFF2-40B4-BE49-F238E27FC236}">
                <a16:creationId xmlns:a16="http://schemas.microsoft.com/office/drawing/2014/main" id="{B0A7BC7D-871C-4A1D-9A0D-2540FEE74B70}"/>
              </a:ext>
            </a:extLst>
          </p:cNvPr>
          <p:cNvSpPr/>
          <p:nvPr/>
        </p:nvSpPr>
        <p:spPr>
          <a:xfrm>
            <a:off x="10457808" y="1930266"/>
            <a:ext cx="182880" cy="1828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a:extLst>
              <a:ext uri="{FF2B5EF4-FFF2-40B4-BE49-F238E27FC236}">
                <a16:creationId xmlns:a16="http://schemas.microsoft.com/office/drawing/2014/main" id="{35D2AEF2-1D69-44B3-A4C5-E9B9B4F2C987}"/>
              </a:ext>
            </a:extLst>
          </p:cNvPr>
          <p:cNvSpPr/>
          <p:nvPr/>
        </p:nvSpPr>
        <p:spPr>
          <a:xfrm>
            <a:off x="10457808" y="2251480"/>
            <a:ext cx="182880" cy="18288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Cross 174">
            <a:extLst>
              <a:ext uri="{FF2B5EF4-FFF2-40B4-BE49-F238E27FC236}">
                <a16:creationId xmlns:a16="http://schemas.microsoft.com/office/drawing/2014/main" id="{04E345D7-D1B8-44C0-AC47-9EA60D11B85C}"/>
              </a:ext>
            </a:extLst>
          </p:cNvPr>
          <p:cNvSpPr/>
          <p:nvPr/>
        </p:nvSpPr>
        <p:spPr>
          <a:xfrm>
            <a:off x="10457808" y="2553745"/>
            <a:ext cx="192024" cy="182880"/>
          </a:xfrm>
          <a:prstGeom prst="plus">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TextBox 175">
            <a:extLst>
              <a:ext uri="{FF2B5EF4-FFF2-40B4-BE49-F238E27FC236}">
                <a16:creationId xmlns:a16="http://schemas.microsoft.com/office/drawing/2014/main" id="{47B92F04-B911-4ECB-86E8-B1EA0590D1B4}"/>
              </a:ext>
            </a:extLst>
          </p:cNvPr>
          <p:cNvSpPr txBox="1"/>
          <p:nvPr/>
        </p:nvSpPr>
        <p:spPr>
          <a:xfrm>
            <a:off x="10654265" y="1865339"/>
            <a:ext cx="869054" cy="276999"/>
          </a:xfrm>
          <a:prstGeom prst="rect">
            <a:avLst/>
          </a:prstGeom>
          <a:noFill/>
        </p:spPr>
        <p:txBody>
          <a:bodyPr wrap="square">
            <a:spAutoFit/>
          </a:bodyPr>
          <a:lstStyle/>
          <a:p>
            <a:r>
              <a:rPr lang="en-US" sz="1200" dirty="0"/>
              <a:t>Shale</a:t>
            </a:r>
          </a:p>
        </p:txBody>
      </p:sp>
      <p:sp>
        <p:nvSpPr>
          <p:cNvPr id="177" name="TextBox 176">
            <a:extLst>
              <a:ext uri="{FF2B5EF4-FFF2-40B4-BE49-F238E27FC236}">
                <a16:creationId xmlns:a16="http://schemas.microsoft.com/office/drawing/2014/main" id="{543F6735-29B0-44E0-A725-BC150344C0E2}"/>
              </a:ext>
            </a:extLst>
          </p:cNvPr>
          <p:cNvSpPr txBox="1"/>
          <p:nvPr/>
        </p:nvSpPr>
        <p:spPr>
          <a:xfrm>
            <a:off x="10663867" y="2196020"/>
            <a:ext cx="869054" cy="276999"/>
          </a:xfrm>
          <a:prstGeom prst="rect">
            <a:avLst/>
          </a:prstGeom>
          <a:noFill/>
        </p:spPr>
        <p:txBody>
          <a:bodyPr wrap="square">
            <a:spAutoFit/>
          </a:bodyPr>
          <a:lstStyle/>
          <a:p>
            <a:r>
              <a:rPr lang="en-US" sz="1200" dirty="0"/>
              <a:t>Sandstone</a:t>
            </a:r>
          </a:p>
        </p:txBody>
      </p:sp>
      <p:sp>
        <p:nvSpPr>
          <p:cNvPr id="178" name="TextBox 177">
            <a:extLst>
              <a:ext uri="{FF2B5EF4-FFF2-40B4-BE49-F238E27FC236}">
                <a16:creationId xmlns:a16="http://schemas.microsoft.com/office/drawing/2014/main" id="{AC1BB8AA-A8CC-470D-A176-89ACCAED44B8}"/>
              </a:ext>
            </a:extLst>
          </p:cNvPr>
          <p:cNvSpPr txBox="1"/>
          <p:nvPr/>
        </p:nvSpPr>
        <p:spPr>
          <a:xfrm>
            <a:off x="10663867" y="2516590"/>
            <a:ext cx="869054" cy="276999"/>
          </a:xfrm>
          <a:prstGeom prst="rect">
            <a:avLst/>
          </a:prstGeom>
          <a:noFill/>
        </p:spPr>
        <p:txBody>
          <a:bodyPr wrap="square">
            <a:spAutoFit/>
          </a:bodyPr>
          <a:lstStyle/>
          <a:p>
            <a:r>
              <a:rPr lang="en-US" sz="1200" dirty="0"/>
              <a:t>Limestone</a:t>
            </a:r>
          </a:p>
        </p:txBody>
      </p:sp>
      <mc:AlternateContent xmlns:mc="http://schemas.openxmlformats.org/markup-compatibility/2006">
        <mc:Choice xmlns:a14="http://schemas.microsoft.com/office/drawing/2010/main" Requires="a14">
          <p:sp>
            <p:nvSpPr>
              <p:cNvPr id="179" name="TextBox 178">
                <a:extLst>
                  <a:ext uri="{FF2B5EF4-FFF2-40B4-BE49-F238E27FC236}">
                    <a16:creationId xmlns:a16="http://schemas.microsoft.com/office/drawing/2014/main" id="{F2309B14-9FC7-4D95-8C66-741F75286CCF}"/>
                  </a:ext>
                </a:extLst>
              </p:cNvPr>
              <p:cNvSpPr txBox="1"/>
              <p:nvPr/>
            </p:nvSpPr>
            <p:spPr>
              <a:xfrm>
                <a:off x="2791426" y="5645012"/>
                <a:ext cx="6827846" cy="559769"/>
              </a:xfrm>
              <a:prstGeom prst="rect">
                <a:avLst/>
              </a:prstGeom>
              <a:noFill/>
            </p:spPr>
            <p:txBody>
              <a:bodyPr wrap="square">
                <a:spAutoFit/>
              </a:bodyPr>
              <a:lstStyle/>
              <a:p>
                <a:pPr marL="285750" indent="-285750">
                  <a:buFont typeface="Arial" panose="020B0604020202020204" pitchFamily="34" charset="0"/>
                  <a:buChar char="•"/>
                </a:pPr>
                <a:r>
                  <a:rPr lang="az-Latn-AZ" sz="1200" dirty="0"/>
                  <a:t>Train a logistic regression classifier </a:t>
                </a:r>
                <a14:m>
                  <m:oMath xmlns:m="http://schemas.openxmlformats.org/officeDocument/2006/math">
                    <m:sSubSup>
                      <m:sSubSupPr>
                        <m:ctrlPr>
                          <a:rPr lang="en-US" sz="1200" b="0" i="1" smtClean="0">
                            <a:latin typeface="Cambria Math" panose="02040503050406030204" pitchFamily="18" charset="0"/>
                          </a:rPr>
                        </m:ctrlPr>
                      </m:sSubSupPr>
                      <m:e>
                        <m:r>
                          <a:rPr lang="az-Latn-AZ" sz="1200" b="0" i="1" smtClean="0">
                            <a:latin typeface="Cambria Math" panose="02040503050406030204" pitchFamily="18" charset="0"/>
                          </a:rPr>
                          <m:t>h</m:t>
                        </m:r>
                      </m:e>
                      <m:sub>
                        <m:r>
                          <a:rPr lang="az-Latn-AZ" sz="1200" b="0" i="1" smtClean="0">
                            <a:latin typeface="Cambria Math" panose="02040503050406030204" pitchFamily="18" charset="0"/>
                          </a:rPr>
                          <m:t>𝜃</m:t>
                        </m:r>
                      </m:sub>
                      <m:sup>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𝑖</m:t>
                            </m:r>
                          </m:e>
                        </m:d>
                      </m:sup>
                    </m:sSubSup>
                    <m:r>
                      <a:rPr lang="en-US" sz="1200" b="0" i="1" smtClean="0">
                        <a:latin typeface="Cambria Math" panose="02040503050406030204" pitchFamily="18" charset="0"/>
                      </a:rPr>
                      <m:t>(</m:t>
                    </m:r>
                    <m:r>
                      <a:rPr lang="en-US" sz="1200" b="0" i="1" smtClean="0">
                        <a:latin typeface="Cambria Math" panose="02040503050406030204" pitchFamily="18" charset="0"/>
                      </a:rPr>
                      <m:t>𝑥</m:t>
                    </m:r>
                    <m:r>
                      <a:rPr lang="en-US" sz="1200" b="0" i="1" smtClean="0">
                        <a:latin typeface="Cambria Math" panose="02040503050406030204" pitchFamily="18" charset="0"/>
                      </a:rPr>
                      <m:t>)</m:t>
                    </m:r>
                  </m:oMath>
                </a14:m>
                <a:r>
                  <a:rPr lang="en-US" sz="1200" dirty="0"/>
                  <a:t> for each class </a:t>
                </a:r>
                <a:r>
                  <a:rPr lang="en-US" sz="1200" dirty="0" err="1"/>
                  <a:t>i</a:t>
                </a:r>
                <a:r>
                  <a:rPr lang="en-US" sz="1200" dirty="0"/>
                  <a:t> to predict probability that y=I</a:t>
                </a:r>
              </a:p>
              <a:p>
                <a:pPr marL="285750" indent="-285750">
                  <a:buFont typeface="Arial" panose="020B0604020202020204" pitchFamily="34" charset="0"/>
                  <a:buChar char="•"/>
                </a:pPr>
                <a:r>
                  <a:rPr lang="en-US" sz="1200" dirty="0"/>
                  <a:t>On a new input x, run all the classifiers and pick the class </a:t>
                </a:r>
                <a:r>
                  <a:rPr lang="en-US" sz="1200" dirty="0" err="1"/>
                  <a:t>i</a:t>
                </a:r>
                <a:r>
                  <a:rPr lang="en-US" sz="1200" dirty="0"/>
                  <a:t> which maximizes </a:t>
                </a:r>
                <a14:m>
                  <m:oMath xmlns:m="http://schemas.openxmlformats.org/officeDocument/2006/math">
                    <m:sSubSup>
                      <m:sSubSupPr>
                        <m:ctrlPr>
                          <a:rPr lang="en-US" sz="1200" b="0" i="1" smtClean="0">
                            <a:latin typeface="Cambria Math" panose="02040503050406030204" pitchFamily="18" charset="0"/>
                          </a:rPr>
                        </m:ctrlPr>
                      </m:sSubSupPr>
                      <m:e>
                        <m:r>
                          <a:rPr lang="az-Latn-AZ" sz="1200" b="0" i="1" smtClean="0">
                            <a:latin typeface="Cambria Math" panose="02040503050406030204" pitchFamily="18" charset="0"/>
                          </a:rPr>
                          <m:t>h</m:t>
                        </m:r>
                      </m:e>
                      <m:sub>
                        <m:r>
                          <a:rPr lang="az-Latn-AZ" sz="1200" b="0" i="1" smtClean="0">
                            <a:latin typeface="Cambria Math" panose="02040503050406030204" pitchFamily="18" charset="0"/>
                          </a:rPr>
                          <m:t>𝜃</m:t>
                        </m:r>
                      </m:sub>
                      <m:sup>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𝑖</m:t>
                            </m:r>
                          </m:e>
                        </m:d>
                      </m:sup>
                    </m:sSubSup>
                    <m:r>
                      <a:rPr lang="en-US" sz="1200" b="0" i="1" smtClean="0">
                        <a:latin typeface="Cambria Math" panose="02040503050406030204" pitchFamily="18" charset="0"/>
                      </a:rPr>
                      <m:t>(</m:t>
                    </m:r>
                    <m:r>
                      <a:rPr lang="en-US" sz="1200" b="0" i="1" smtClean="0">
                        <a:latin typeface="Cambria Math" panose="02040503050406030204" pitchFamily="18" charset="0"/>
                      </a:rPr>
                      <m:t>𝑥</m:t>
                    </m:r>
                    <m:r>
                      <a:rPr lang="en-US" sz="1200" b="0" i="1" smtClean="0">
                        <a:latin typeface="Cambria Math" panose="02040503050406030204" pitchFamily="18" charset="0"/>
                      </a:rPr>
                      <m:t>)</m:t>
                    </m:r>
                  </m:oMath>
                </a14:m>
                <a:r>
                  <a:rPr lang="en-US" sz="1200" dirty="0"/>
                  <a:t> </a:t>
                </a:r>
              </a:p>
            </p:txBody>
          </p:sp>
        </mc:Choice>
        <mc:Fallback>
          <p:sp>
            <p:nvSpPr>
              <p:cNvPr id="179" name="TextBox 178">
                <a:extLst>
                  <a:ext uri="{FF2B5EF4-FFF2-40B4-BE49-F238E27FC236}">
                    <a16:creationId xmlns:a16="http://schemas.microsoft.com/office/drawing/2014/main" id="{F2309B14-9FC7-4D95-8C66-741F75286CCF}"/>
                  </a:ext>
                </a:extLst>
              </p:cNvPr>
              <p:cNvSpPr txBox="1">
                <a:spLocks noRot="1" noChangeAspect="1" noMove="1" noResize="1" noEditPoints="1" noAdjustHandles="1" noChangeArrowheads="1" noChangeShapeType="1" noTextEdit="1"/>
              </p:cNvSpPr>
              <p:nvPr/>
            </p:nvSpPr>
            <p:spPr>
              <a:xfrm>
                <a:off x="2791426" y="5645012"/>
                <a:ext cx="6827846" cy="559769"/>
              </a:xfrm>
              <a:prstGeom prst="rect">
                <a:avLst/>
              </a:prstGeom>
              <a:blipFill>
                <a:blip r:embed="rId3"/>
                <a:stretch>
                  <a:fillRect b="-6522"/>
                </a:stretch>
              </a:blipFill>
            </p:spPr>
            <p:txBody>
              <a:bodyPr/>
              <a:lstStyle/>
              <a:p>
                <a:r>
                  <a:rPr lang="en-US">
                    <a:noFill/>
                  </a:rPr>
                  <a:t> </a:t>
                </a:r>
              </a:p>
            </p:txBody>
          </p:sp>
        </mc:Fallback>
      </mc:AlternateContent>
      <p:sp>
        <p:nvSpPr>
          <p:cNvPr id="180" name="TextBox 179">
            <a:extLst>
              <a:ext uri="{FF2B5EF4-FFF2-40B4-BE49-F238E27FC236}">
                <a16:creationId xmlns:a16="http://schemas.microsoft.com/office/drawing/2014/main" id="{82BC8D80-19BE-4A59-A46B-13C72E470F58}"/>
              </a:ext>
            </a:extLst>
          </p:cNvPr>
          <p:cNvSpPr txBox="1"/>
          <p:nvPr/>
        </p:nvSpPr>
        <p:spPr>
          <a:xfrm>
            <a:off x="4698113" y="3068406"/>
            <a:ext cx="2196155" cy="307777"/>
          </a:xfrm>
          <a:prstGeom prst="rect">
            <a:avLst/>
          </a:prstGeom>
          <a:noFill/>
        </p:spPr>
        <p:txBody>
          <a:bodyPr wrap="square">
            <a:spAutoFit/>
          </a:bodyPr>
          <a:lstStyle/>
          <a:p>
            <a:r>
              <a:rPr lang="en-US" sz="1400" b="1" dirty="0"/>
              <a:t>“One vs all” method</a:t>
            </a:r>
          </a:p>
        </p:txBody>
      </p:sp>
      <p:sp>
        <p:nvSpPr>
          <p:cNvPr id="183" name="Title 1">
            <a:extLst>
              <a:ext uri="{FF2B5EF4-FFF2-40B4-BE49-F238E27FC236}">
                <a16:creationId xmlns:a16="http://schemas.microsoft.com/office/drawing/2014/main" id="{58135005-5319-4ACD-BBC0-0C95EC05087E}"/>
              </a:ext>
            </a:extLst>
          </p:cNvPr>
          <p:cNvSpPr txBox="1">
            <a:spLocks/>
          </p:cNvSpPr>
          <p:nvPr/>
        </p:nvSpPr>
        <p:spPr>
          <a:xfrm>
            <a:off x="147858" y="-31234"/>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all" spc="0" normalizeH="0" baseline="0" noProof="0" dirty="0">
                <a:ln>
                  <a:noFill/>
                </a:ln>
                <a:solidFill>
                  <a:sysClr val="windowText" lastClr="000000"/>
                </a:solidFill>
                <a:effectLst/>
                <a:uLnTx/>
                <a:uFillTx/>
                <a:latin typeface="Posterama"/>
                <a:ea typeface="+mj-ea"/>
                <a:cs typeface="+mj-cs"/>
              </a:rPr>
              <a:t>Multi-class classification</a:t>
            </a:r>
          </a:p>
        </p:txBody>
      </p:sp>
      <p:sp>
        <p:nvSpPr>
          <p:cNvPr id="184" name="Slide Number Placeholder 183">
            <a:extLst>
              <a:ext uri="{FF2B5EF4-FFF2-40B4-BE49-F238E27FC236}">
                <a16:creationId xmlns:a16="http://schemas.microsoft.com/office/drawing/2014/main" id="{FE0A2F69-C3B9-4BFD-A0D5-96A6CF7433D6}"/>
              </a:ext>
            </a:extLst>
          </p:cNvPr>
          <p:cNvSpPr>
            <a:spLocks noGrp="1"/>
          </p:cNvSpPr>
          <p:nvPr>
            <p:ph type="sldNum" sz="quarter" idx="12"/>
          </p:nvPr>
        </p:nvSpPr>
        <p:spPr/>
        <p:txBody>
          <a:bodyPr/>
          <a:lstStyle/>
          <a:p>
            <a:fld id="{836600DF-5D53-42A4-B23C-8345E9EFB9A6}" type="slidenum">
              <a:rPr lang="en-US" smtClean="0"/>
              <a:t>16</a:t>
            </a:fld>
            <a:endParaRPr lang="en-US" dirty="0"/>
          </a:p>
        </p:txBody>
      </p:sp>
    </p:spTree>
    <p:extLst>
      <p:ext uri="{BB962C8B-B14F-4D97-AF65-F5344CB8AC3E}">
        <p14:creationId xmlns:p14="http://schemas.microsoft.com/office/powerpoint/2010/main" val="2026385675"/>
      </p:ext>
    </p:extLst>
  </p:cSld>
  <p:clrMapOvr>
    <a:masterClrMapping/>
  </p:clrMapOvr>
  <p:transition>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6744AF5-3780-4A86-801C-09D76B6FD845}"/>
              </a:ext>
            </a:extLst>
          </p:cNvPr>
          <p:cNvGraphicFramePr>
            <a:graphicFrameLocks noGrp="1"/>
          </p:cNvGraphicFramePr>
          <p:nvPr/>
        </p:nvGraphicFramePr>
        <p:xfrm>
          <a:off x="567637" y="1097161"/>
          <a:ext cx="5257800" cy="914400"/>
        </p:xfrm>
        <a:graphic>
          <a:graphicData uri="http://schemas.openxmlformats.org/drawingml/2006/table">
            <a:tbl>
              <a:tblPr>
                <a:tableStyleId>{5940675A-B579-460E-94D1-54222C63F5DA}</a:tableStyleId>
              </a:tblPr>
              <a:tblGrid>
                <a:gridCol w="1685972">
                  <a:extLst>
                    <a:ext uri="{9D8B030D-6E8A-4147-A177-3AD203B41FA5}">
                      <a16:colId xmlns:a16="http://schemas.microsoft.com/office/drawing/2014/main" val="3834453930"/>
                    </a:ext>
                  </a:extLst>
                </a:gridCol>
                <a:gridCol w="1746806">
                  <a:extLst>
                    <a:ext uri="{9D8B030D-6E8A-4147-A177-3AD203B41FA5}">
                      <a16:colId xmlns:a16="http://schemas.microsoft.com/office/drawing/2014/main" val="2887102999"/>
                    </a:ext>
                  </a:extLst>
                </a:gridCol>
                <a:gridCol w="1825022">
                  <a:extLst>
                    <a:ext uri="{9D8B030D-6E8A-4147-A177-3AD203B41FA5}">
                      <a16:colId xmlns:a16="http://schemas.microsoft.com/office/drawing/2014/main" val="3908633611"/>
                    </a:ext>
                  </a:extLst>
                </a:gridCol>
              </a:tblGrid>
              <a:tr h="0">
                <a:tc>
                  <a:txBody>
                    <a:bodyPr/>
                    <a:lstStyle/>
                    <a:p>
                      <a:endParaRPr lang="en-US" sz="1400"/>
                    </a:p>
                  </a:txBody>
                  <a:tcPr anchor="ctr"/>
                </a:tc>
                <a:tc>
                  <a:txBody>
                    <a:bodyPr/>
                    <a:lstStyle/>
                    <a:p>
                      <a:r>
                        <a:rPr lang="en-US" sz="1400" b="1"/>
                        <a:t>Predicted Pay (1)</a:t>
                      </a:r>
                      <a:endParaRPr lang="en-US" sz="1400"/>
                    </a:p>
                  </a:txBody>
                  <a:tcPr anchor="ctr"/>
                </a:tc>
                <a:tc>
                  <a:txBody>
                    <a:bodyPr/>
                    <a:lstStyle/>
                    <a:p>
                      <a:r>
                        <a:rPr lang="en-US" sz="1400" b="1" dirty="0"/>
                        <a:t>Predicted Non-Pay (0)</a:t>
                      </a:r>
                      <a:endParaRPr lang="en-US" sz="1400" dirty="0"/>
                    </a:p>
                  </a:txBody>
                  <a:tcPr anchor="ctr"/>
                </a:tc>
                <a:extLst>
                  <a:ext uri="{0D108BD9-81ED-4DB2-BD59-A6C34878D82A}">
                    <a16:rowId xmlns:a16="http://schemas.microsoft.com/office/drawing/2014/main" val="3281318484"/>
                  </a:ext>
                </a:extLst>
              </a:tr>
              <a:tr h="0">
                <a:tc>
                  <a:txBody>
                    <a:bodyPr/>
                    <a:lstStyle/>
                    <a:p>
                      <a:r>
                        <a:rPr lang="en-US" sz="1400" b="1" dirty="0"/>
                        <a:t>Actual Pay (1)</a:t>
                      </a:r>
                      <a:endParaRPr lang="en-US" sz="1400" dirty="0"/>
                    </a:p>
                  </a:txBody>
                  <a:tcPr anchor="ctr"/>
                </a:tc>
                <a:tc>
                  <a:txBody>
                    <a:bodyPr/>
                    <a:lstStyle/>
                    <a:p>
                      <a:r>
                        <a:rPr lang="en-US" sz="1400" b="1" dirty="0"/>
                        <a:t>TP</a:t>
                      </a:r>
                      <a:endParaRPr lang="en-US" sz="1400" dirty="0"/>
                    </a:p>
                  </a:txBody>
                  <a:tcPr anchor="ctr">
                    <a:solidFill>
                      <a:srgbClr val="92D050"/>
                    </a:solidFill>
                  </a:tcPr>
                </a:tc>
                <a:tc>
                  <a:txBody>
                    <a:bodyPr/>
                    <a:lstStyle/>
                    <a:p>
                      <a:r>
                        <a:rPr lang="en-US" sz="1400" b="1" dirty="0"/>
                        <a:t>FN</a:t>
                      </a:r>
                      <a:endParaRPr lang="en-US" sz="1400" dirty="0"/>
                    </a:p>
                  </a:txBody>
                  <a:tcPr anchor="ctr">
                    <a:solidFill>
                      <a:srgbClr val="FF0000"/>
                    </a:solidFill>
                  </a:tcPr>
                </a:tc>
                <a:extLst>
                  <a:ext uri="{0D108BD9-81ED-4DB2-BD59-A6C34878D82A}">
                    <a16:rowId xmlns:a16="http://schemas.microsoft.com/office/drawing/2014/main" val="1170967956"/>
                  </a:ext>
                </a:extLst>
              </a:tr>
              <a:tr h="0">
                <a:tc>
                  <a:txBody>
                    <a:bodyPr/>
                    <a:lstStyle/>
                    <a:p>
                      <a:r>
                        <a:rPr lang="en-US" sz="1400" b="1"/>
                        <a:t>Actual Non-Pay (0)</a:t>
                      </a:r>
                      <a:endParaRPr lang="en-US" sz="1400"/>
                    </a:p>
                  </a:txBody>
                  <a:tcPr anchor="ctr"/>
                </a:tc>
                <a:tc>
                  <a:txBody>
                    <a:bodyPr/>
                    <a:lstStyle/>
                    <a:p>
                      <a:r>
                        <a:rPr lang="en-US" sz="1400" b="1" dirty="0"/>
                        <a:t>FP</a:t>
                      </a:r>
                      <a:endParaRPr lang="en-US" sz="1400" dirty="0"/>
                    </a:p>
                  </a:txBody>
                  <a:tcPr anchor="ctr">
                    <a:solidFill>
                      <a:srgbClr val="FF0000"/>
                    </a:solidFill>
                  </a:tcPr>
                </a:tc>
                <a:tc>
                  <a:txBody>
                    <a:bodyPr/>
                    <a:lstStyle/>
                    <a:p>
                      <a:r>
                        <a:rPr lang="en-US" sz="1400" b="1" dirty="0"/>
                        <a:t>TN</a:t>
                      </a:r>
                      <a:endParaRPr lang="en-US" sz="1400" dirty="0"/>
                    </a:p>
                  </a:txBody>
                  <a:tcPr anchor="ctr">
                    <a:solidFill>
                      <a:srgbClr val="92D050"/>
                    </a:solidFill>
                  </a:tcPr>
                </a:tc>
                <a:extLst>
                  <a:ext uri="{0D108BD9-81ED-4DB2-BD59-A6C34878D82A}">
                    <a16:rowId xmlns:a16="http://schemas.microsoft.com/office/drawing/2014/main" val="4827000"/>
                  </a:ext>
                </a:extLst>
              </a:tr>
            </a:tbl>
          </a:graphicData>
        </a:graphic>
      </p:graphicFrame>
      <p:sp>
        <p:nvSpPr>
          <p:cNvPr id="5" name="TextBox 4">
            <a:extLst>
              <a:ext uri="{FF2B5EF4-FFF2-40B4-BE49-F238E27FC236}">
                <a16:creationId xmlns:a16="http://schemas.microsoft.com/office/drawing/2014/main" id="{F1A4EFA9-D6D2-4FF4-BD2A-CFAF0FF35A76}"/>
              </a:ext>
            </a:extLst>
          </p:cNvPr>
          <p:cNvSpPr txBox="1"/>
          <p:nvPr/>
        </p:nvSpPr>
        <p:spPr>
          <a:xfrm>
            <a:off x="457200" y="2053262"/>
            <a:ext cx="3171509" cy="830997"/>
          </a:xfrm>
          <a:prstGeom prst="rect">
            <a:avLst/>
          </a:prstGeom>
          <a:noFill/>
        </p:spPr>
        <p:txBody>
          <a:bodyPr wrap="none" rtlCol="0">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1" u="none" strike="noStrike" cap="none" normalizeH="0" baseline="0" dirty="0">
                <a:ln>
                  <a:noFill/>
                </a:ln>
                <a:solidFill>
                  <a:schemeClr val="tx1"/>
                </a:solidFill>
                <a:effectLst/>
              </a:rPr>
              <a:t>True Positive</a:t>
            </a:r>
            <a:r>
              <a:rPr kumimoji="0" lang="en-US" altLang="en-US" sz="1200" b="0" i="1" u="none" strike="noStrike" cap="none" normalizeH="0" baseline="0" dirty="0">
                <a:ln>
                  <a:noFill/>
                </a:ln>
                <a:solidFill>
                  <a:schemeClr val="tx1"/>
                </a:solidFill>
                <a:effectLst/>
              </a:rPr>
              <a:t>: Correctly predicted pay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1" u="none" strike="noStrike" cap="none" normalizeH="0" baseline="0" dirty="0">
                <a:ln>
                  <a:noFill/>
                </a:ln>
                <a:solidFill>
                  <a:schemeClr val="tx1"/>
                </a:solidFill>
                <a:effectLst/>
              </a:rPr>
              <a:t>False Positive</a:t>
            </a:r>
            <a:r>
              <a:rPr kumimoji="0" lang="en-US" altLang="en-US" sz="1200" b="0" i="1" u="none" strike="noStrike" cap="none" normalizeH="0" baseline="0" dirty="0">
                <a:ln>
                  <a:noFill/>
                </a:ln>
                <a:solidFill>
                  <a:schemeClr val="tx1"/>
                </a:solidFill>
                <a:effectLst/>
              </a:rPr>
              <a:t>: Wrongly predicted pay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1" u="none" strike="noStrike" cap="none" normalizeH="0" baseline="0" dirty="0">
                <a:ln>
                  <a:noFill/>
                </a:ln>
                <a:solidFill>
                  <a:schemeClr val="tx1"/>
                </a:solidFill>
                <a:effectLst/>
              </a:rPr>
              <a:t>False Negative</a:t>
            </a:r>
            <a:r>
              <a:rPr kumimoji="0" lang="en-US" altLang="en-US" sz="1200" b="0" i="1" u="none" strike="noStrike" cap="none" normalizeH="0" baseline="0" dirty="0">
                <a:ln>
                  <a:noFill/>
                </a:ln>
                <a:solidFill>
                  <a:schemeClr val="tx1"/>
                </a:solidFill>
                <a:effectLst/>
              </a:rPr>
              <a:t>: Missed pay zone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1" u="none" strike="noStrike" cap="none" normalizeH="0" baseline="0" dirty="0">
                <a:ln>
                  <a:noFill/>
                </a:ln>
                <a:solidFill>
                  <a:schemeClr val="tx1"/>
                </a:solidFill>
                <a:effectLst/>
              </a:rPr>
              <a:t>True Negative</a:t>
            </a:r>
            <a:r>
              <a:rPr kumimoji="0" lang="en-US" altLang="en-US" sz="1200" b="0" i="1" u="none" strike="noStrike" cap="none" normalizeH="0" baseline="0" dirty="0">
                <a:ln>
                  <a:noFill/>
                </a:ln>
                <a:solidFill>
                  <a:schemeClr val="tx1"/>
                </a:solidFill>
                <a:effectLst/>
              </a:rPr>
              <a:t>: Correctly predicted non-pay</a:t>
            </a:r>
          </a:p>
        </p:txBody>
      </p:sp>
      <p:pic>
        <p:nvPicPr>
          <p:cNvPr id="8" name="Picture 7">
            <a:extLst>
              <a:ext uri="{FF2B5EF4-FFF2-40B4-BE49-F238E27FC236}">
                <a16:creationId xmlns:a16="http://schemas.microsoft.com/office/drawing/2014/main" id="{C444B57C-33CF-4FDF-A4B4-DA3A8F97ACD5}"/>
              </a:ext>
            </a:extLst>
          </p:cNvPr>
          <p:cNvPicPr>
            <a:picLocks noChangeAspect="1"/>
          </p:cNvPicPr>
          <p:nvPr/>
        </p:nvPicPr>
        <p:blipFill>
          <a:blip r:embed="rId2"/>
          <a:stretch>
            <a:fillRect/>
          </a:stretch>
        </p:blipFill>
        <p:spPr>
          <a:xfrm>
            <a:off x="6551148" y="1980282"/>
            <a:ext cx="2926522" cy="651278"/>
          </a:xfrm>
          <a:prstGeom prst="rect">
            <a:avLst/>
          </a:prstGeom>
        </p:spPr>
      </p:pic>
      <p:pic>
        <p:nvPicPr>
          <p:cNvPr id="10" name="Picture 9">
            <a:extLst>
              <a:ext uri="{FF2B5EF4-FFF2-40B4-BE49-F238E27FC236}">
                <a16:creationId xmlns:a16="http://schemas.microsoft.com/office/drawing/2014/main" id="{B5B93CB7-B3C5-4904-98B5-2C2760B99518}"/>
              </a:ext>
            </a:extLst>
          </p:cNvPr>
          <p:cNvPicPr>
            <a:picLocks noChangeAspect="1"/>
          </p:cNvPicPr>
          <p:nvPr/>
        </p:nvPicPr>
        <p:blipFill>
          <a:blip r:embed="rId3"/>
          <a:stretch>
            <a:fillRect/>
          </a:stretch>
        </p:blipFill>
        <p:spPr>
          <a:xfrm>
            <a:off x="6551148" y="2775118"/>
            <a:ext cx="1924320" cy="584168"/>
          </a:xfrm>
          <a:prstGeom prst="rect">
            <a:avLst/>
          </a:prstGeom>
        </p:spPr>
      </p:pic>
      <p:pic>
        <p:nvPicPr>
          <p:cNvPr id="12" name="Picture 11">
            <a:extLst>
              <a:ext uri="{FF2B5EF4-FFF2-40B4-BE49-F238E27FC236}">
                <a16:creationId xmlns:a16="http://schemas.microsoft.com/office/drawing/2014/main" id="{09BEBE3B-73D2-4453-A6D2-4A0291F97751}"/>
              </a:ext>
            </a:extLst>
          </p:cNvPr>
          <p:cNvPicPr>
            <a:picLocks noChangeAspect="1"/>
          </p:cNvPicPr>
          <p:nvPr/>
        </p:nvPicPr>
        <p:blipFill>
          <a:blip r:embed="rId4"/>
          <a:stretch>
            <a:fillRect/>
          </a:stretch>
        </p:blipFill>
        <p:spPr>
          <a:xfrm>
            <a:off x="9954807" y="1998646"/>
            <a:ext cx="1656331" cy="532977"/>
          </a:xfrm>
          <a:prstGeom prst="rect">
            <a:avLst/>
          </a:prstGeom>
        </p:spPr>
      </p:pic>
      <p:pic>
        <p:nvPicPr>
          <p:cNvPr id="14" name="Picture 13">
            <a:extLst>
              <a:ext uri="{FF2B5EF4-FFF2-40B4-BE49-F238E27FC236}">
                <a16:creationId xmlns:a16="http://schemas.microsoft.com/office/drawing/2014/main" id="{F802B0A7-A3EB-49D4-A5DA-8FCFF4536234}"/>
              </a:ext>
            </a:extLst>
          </p:cNvPr>
          <p:cNvPicPr>
            <a:picLocks noChangeAspect="1"/>
          </p:cNvPicPr>
          <p:nvPr/>
        </p:nvPicPr>
        <p:blipFill>
          <a:blip r:embed="rId5"/>
          <a:stretch>
            <a:fillRect/>
          </a:stretch>
        </p:blipFill>
        <p:spPr>
          <a:xfrm>
            <a:off x="9539882" y="2762260"/>
            <a:ext cx="2486182" cy="608685"/>
          </a:xfrm>
          <a:prstGeom prst="rect">
            <a:avLst/>
          </a:prstGeom>
        </p:spPr>
      </p:pic>
      <p:graphicFrame>
        <p:nvGraphicFramePr>
          <p:cNvPr id="15" name="Table 14">
            <a:extLst>
              <a:ext uri="{FF2B5EF4-FFF2-40B4-BE49-F238E27FC236}">
                <a16:creationId xmlns:a16="http://schemas.microsoft.com/office/drawing/2014/main" id="{8DB71CFC-9DFB-4B92-9EAB-A582F7943758}"/>
              </a:ext>
            </a:extLst>
          </p:cNvPr>
          <p:cNvGraphicFramePr>
            <a:graphicFrameLocks noGrp="1"/>
          </p:cNvGraphicFramePr>
          <p:nvPr>
            <p:extLst>
              <p:ext uri="{D42A27DB-BD31-4B8C-83A1-F6EECF244321}">
                <p14:modId xmlns:p14="http://schemas.microsoft.com/office/powerpoint/2010/main" val="2293187078"/>
              </p:ext>
            </p:extLst>
          </p:nvPr>
        </p:nvGraphicFramePr>
        <p:xfrm>
          <a:off x="337099" y="4250448"/>
          <a:ext cx="3064933" cy="1371600"/>
        </p:xfrm>
        <a:graphic>
          <a:graphicData uri="http://schemas.openxmlformats.org/drawingml/2006/table">
            <a:tbl>
              <a:tblPr>
                <a:tableStyleId>{5940675A-B579-460E-94D1-54222C63F5DA}</a:tableStyleId>
              </a:tblPr>
              <a:tblGrid>
                <a:gridCol w="982805">
                  <a:extLst>
                    <a:ext uri="{9D8B030D-6E8A-4147-A177-3AD203B41FA5}">
                      <a16:colId xmlns:a16="http://schemas.microsoft.com/office/drawing/2014/main" val="3834453930"/>
                    </a:ext>
                  </a:extLst>
                </a:gridCol>
                <a:gridCol w="1018267">
                  <a:extLst>
                    <a:ext uri="{9D8B030D-6E8A-4147-A177-3AD203B41FA5}">
                      <a16:colId xmlns:a16="http://schemas.microsoft.com/office/drawing/2014/main" val="2887102999"/>
                    </a:ext>
                  </a:extLst>
                </a:gridCol>
                <a:gridCol w="1063861">
                  <a:extLst>
                    <a:ext uri="{9D8B030D-6E8A-4147-A177-3AD203B41FA5}">
                      <a16:colId xmlns:a16="http://schemas.microsoft.com/office/drawing/2014/main" val="3908633611"/>
                    </a:ext>
                  </a:extLst>
                </a:gridCol>
              </a:tblGrid>
              <a:tr h="0">
                <a:tc>
                  <a:txBody>
                    <a:bodyPr/>
                    <a:lstStyle/>
                    <a:p>
                      <a:endParaRPr lang="en-US" sz="1200"/>
                    </a:p>
                  </a:txBody>
                  <a:tcPr anchor="ctr"/>
                </a:tc>
                <a:tc>
                  <a:txBody>
                    <a:bodyPr/>
                    <a:lstStyle/>
                    <a:p>
                      <a:r>
                        <a:rPr lang="en-US" sz="1200" b="1" dirty="0"/>
                        <a:t>Predicted Pay (1)</a:t>
                      </a:r>
                      <a:endParaRPr lang="en-US" sz="1200" dirty="0"/>
                    </a:p>
                  </a:txBody>
                  <a:tcPr anchor="ctr"/>
                </a:tc>
                <a:tc>
                  <a:txBody>
                    <a:bodyPr/>
                    <a:lstStyle/>
                    <a:p>
                      <a:r>
                        <a:rPr lang="en-US" sz="1200" b="1" dirty="0"/>
                        <a:t>Predicted Non-Pay (0)</a:t>
                      </a:r>
                      <a:endParaRPr lang="en-US" sz="1200" dirty="0"/>
                    </a:p>
                  </a:txBody>
                  <a:tcPr anchor="ctr"/>
                </a:tc>
                <a:extLst>
                  <a:ext uri="{0D108BD9-81ED-4DB2-BD59-A6C34878D82A}">
                    <a16:rowId xmlns:a16="http://schemas.microsoft.com/office/drawing/2014/main" val="3281318484"/>
                  </a:ext>
                </a:extLst>
              </a:tr>
              <a:tr h="0">
                <a:tc>
                  <a:txBody>
                    <a:bodyPr/>
                    <a:lstStyle/>
                    <a:p>
                      <a:r>
                        <a:rPr lang="en-US" sz="1200" b="1" dirty="0"/>
                        <a:t>Actual Pay (1)</a:t>
                      </a:r>
                      <a:endParaRPr lang="en-US" sz="1200" dirty="0"/>
                    </a:p>
                  </a:txBody>
                  <a:tcPr anchor="ctr"/>
                </a:tc>
                <a:tc>
                  <a:txBody>
                    <a:bodyPr/>
                    <a:lstStyle/>
                    <a:p>
                      <a:r>
                        <a:rPr lang="en-US" sz="1200" b="1" dirty="0"/>
                        <a:t>0</a:t>
                      </a:r>
                      <a:endParaRPr lang="en-US" sz="1200" dirty="0"/>
                    </a:p>
                  </a:txBody>
                  <a:tcPr anchor="ctr">
                    <a:solidFill>
                      <a:srgbClr val="92D050"/>
                    </a:solidFill>
                  </a:tcPr>
                </a:tc>
                <a:tc>
                  <a:txBody>
                    <a:bodyPr/>
                    <a:lstStyle/>
                    <a:p>
                      <a:r>
                        <a:rPr lang="en-US" sz="1200" b="1" dirty="0"/>
                        <a:t>50</a:t>
                      </a:r>
                      <a:endParaRPr lang="en-US" sz="1200" dirty="0"/>
                    </a:p>
                  </a:txBody>
                  <a:tcPr anchor="ctr">
                    <a:solidFill>
                      <a:srgbClr val="FF0000"/>
                    </a:solidFill>
                  </a:tcPr>
                </a:tc>
                <a:extLst>
                  <a:ext uri="{0D108BD9-81ED-4DB2-BD59-A6C34878D82A}">
                    <a16:rowId xmlns:a16="http://schemas.microsoft.com/office/drawing/2014/main" val="1170967956"/>
                  </a:ext>
                </a:extLst>
              </a:tr>
              <a:tr h="0">
                <a:tc>
                  <a:txBody>
                    <a:bodyPr/>
                    <a:lstStyle/>
                    <a:p>
                      <a:r>
                        <a:rPr lang="en-US" sz="1200" b="1"/>
                        <a:t>Actual Non-Pay (0)</a:t>
                      </a:r>
                      <a:endParaRPr lang="en-US" sz="1200"/>
                    </a:p>
                  </a:txBody>
                  <a:tcPr anchor="ctr"/>
                </a:tc>
                <a:tc>
                  <a:txBody>
                    <a:bodyPr/>
                    <a:lstStyle/>
                    <a:p>
                      <a:r>
                        <a:rPr lang="en-US" sz="1200" b="1" dirty="0"/>
                        <a:t>0</a:t>
                      </a:r>
                      <a:endParaRPr lang="en-US" sz="1200" dirty="0"/>
                    </a:p>
                  </a:txBody>
                  <a:tcPr anchor="ctr">
                    <a:solidFill>
                      <a:srgbClr val="FF0000"/>
                    </a:solidFill>
                  </a:tcPr>
                </a:tc>
                <a:tc>
                  <a:txBody>
                    <a:bodyPr/>
                    <a:lstStyle/>
                    <a:p>
                      <a:r>
                        <a:rPr lang="en-US" sz="1200" b="1" dirty="0"/>
                        <a:t>950</a:t>
                      </a:r>
                      <a:endParaRPr lang="en-US" sz="1200" dirty="0"/>
                    </a:p>
                  </a:txBody>
                  <a:tcPr anchor="ctr">
                    <a:solidFill>
                      <a:srgbClr val="92D050"/>
                    </a:solidFill>
                  </a:tcPr>
                </a:tc>
                <a:extLst>
                  <a:ext uri="{0D108BD9-81ED-4DB2-BD59-A6C34878D82A}">
                    <a16:rowId xmlns:a16="http://schemas.microsoft.com/office/drawing/2014/main" val="4827000"/>
                  </a:ext>
                </a:extLst>
              </a:tr>
            </a:tbl>
          </a:graphicData>
        </a:graphic>
      </p:graphicFrame>
      <p:sp>
        <p:nvSpPr>
          <p:cNvPr id="16" name="TextBox 15">
            <a:extLst>
              <a:ext uri="{FF2B5EF4-FFF2-40B4-BE49-F238E27FC236}">
                <a16:creationId xmlns:a16="http://schemas.microsoft.com/office/drawing/2014/main" id="{B4C15151-F562-4DA3-BD37-3463300DAB5A}"/>
              </a:ext>
            </a:extLst>
          </p:cNvPr>
          <p:cNvSpPr txBox="1"/>
          <p:nvPr/>
        </p:nvSpPr>
        <p:spPr>
          <a:xfrm>
            <a:off x="6927775" y="870992"/>
            <a:ext cx="4849891" cy="954107"/>
          </a:xfrm>
          <a:prstGeom prst="rect">
            <a:avLst/>
          </a:prstGeom>
          <a:noFill/>
        </p:spPr>
        <p:txBody>
          <a:bodyPr wrap="square" rtlCol="0">
            <a:spAutoFit/>
          </a:bodyPr>
          <a:lstStyle/>
          <a:p>
            <a:r>
              <a:rPr lang="en-US" sz="1400" b="1" i="1" dirty="0"/>
              <a:t>Accuracy</a:t>
            </a:r>
            <a:r>
              <a:rPr lang="en-US" sz="1400" i="1" dirty="0"/>
              <a:t> – overall correctness</a:t>
            </a:r>
          </a:p>
          <a:p>
            <a:r>
              <a:rPr lang="en-US" sz="1400" b="1" i="1" dirty="0"/>
              <a:t>Precision</a:t>
            </a:r>
            <a:r>
              <a:rPr lang="en-US" sz="1400" i="1" dirty="0"/>
              <a:t> – When we predict Pay, how often are we correct?</a:t>
            </a:r>
          </a:p>
          <a:p>
            <a:r>
              <a:rPr lang="en-US" sz="1400" b="1" i="1" dirty="0"/>
              <a:t>Recall</a:t>
            </a:r>
            <a:r>
              <a:rPr lang="en-US" sz="1400" i="1" dirty="0"/>
              <a:t> – How many real Pay zones did we detect?</a:t>
            </a:r>
          </a:p>
          <a:p>
            <a:r>
              <a:rPr lang="en-US" sz="1400" b="1" i="1" dirty="0"/>
              <a:t>F1</a:t>
            </a:r>
            <a:r>
              <a:rPr lang="en-US" sz="1400" i="1" dirty="0"/>
              <a:t> – Balance between Precision and Recall</a:t>
            </a:r>
          </a:p>
        </p:txBody>
      </p:sp>
      <p:sp>
        <p:nvSpPr>
          <p:cNvPr id="19" name="TextBox 18">
            <a:extLst>
              <a:ext uri="{FF2B5EF4-FFF2-40B4-BE49-F238E27FC236}">
                <a16:creationId xmlns:a16="http://schemas.microsoft.com/office/drawing/2014/main" id="{EDB34A62-0622-4CAA-AD10-018B5762B058}"/>
              </a:ext>
            </a:extLst>
          </p:cNvPr>
          <p:cNvSpPr txBox="1"/>
          <p:nvPr/>
        </p:nvSpPr>
        <p:spPr>
          <a:xfrm>
            <a:off x="2799508" y="3037992"/>
            <a:ext cx="2408095" cy="95410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rPr>
              <a:t>Example Dataset: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rPr>
              <a:t>Total intervals: </a:t>
            </a:r>
            <a:r>
              <a:rPr kumimoji="0" lang="en-US" altLang="en-US" sz="1400" b="1" i="0" u="none" strike="noStrike" cap="none" normalizeH="0" baseline="0" dirty="0">
                <a:ln>
                  <a:noFill/>
                </a:ln>
                <a:solidFill>
                  <a:schemeClr val="tx1"/>
                </a:solidFill>
                <a:effectLst/>
              </a:rPr>
              <a:t>1000</a:t>
            </a:r>
            <a:endParaRPr kumimoji="0" lang="en-US" altLang="en-US" sz="14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rPr>
              <a:t>Actual Pay zones: </a:t>
            </a:r>
            <a:r>
              <a:rPr kumimoji="0" lang="en-US" altLang="en-US" sz="1400" b="1" i="0" u="none" strike="noStrike" cap="none" normalizeH="0" baseline="0" dirty="0">
                <a:ln>
                  <a:noFill/>
                </a:ln>
                <a:solidFill>
                  <a:schemeClr val="tx1"/>
                </a:solidFill>
                <a:effectLst/>
              </a:rPr>
              <a:t>50</a:t>
            </a:r>
            <a:endParaRPr kumimoji="0" lang="en-US" altLang="en-US" sz="14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rPr>
              <a:t>Actual Non-Pay zones: </a:t>
            </a:r>
            <a:r>
              <a:rPr kumimoji="0" lang="en-US" altLang="en-US" sz="1400" b="1" i="0" u="none" strike="noStrike" cap="none" normalizeH="0" baseline="0" dirty="0">
                <a:ln>
                  <a:noFill/>
                </a:ln>
                <a:solidFill>
                  <a:schemeClr val="tx1"/>
                </a:solidFill>
                <a:effectLst/>
              </a:rPr>
              <a:t>950</a:t>
            </a:r>
            <a:endParaRPr kumimoji="0" lang="en-US" altLang="en-US" sz="1400" b="0" i="0" u="none" strike="noStrike" cap="none" normalizeH="0" baseline="0" dirty="0">
              <a:ln>
                <a:noFill/>
              </a:ln>
              <a:solidFill>
                <a:schemeClr val="tx1"/>
              </a:solidFill>
              <a:effectLst/>
            </a:endParaRPr>
          </a:p>
        </p:txBody>
      </p:sp>
      <p:sp>
        <p:nvSpPr>
          <p:cNvPr id="20" name="TextBox 19">
            <a:extLst>
              <a:ext uri="{FF2B5EF4-FFF2-40B4-BE49-F238E27FC236}">
                <a16:creationId xmlns:a16="http://schemas.microsoft.com/office/drawing/2014/main" id="{F725E9E3-28F9-49E0-9FC7-046A5D1804E4}"/>
              </a:ext>
            </a:extLst>
          </p:cNvPr>
          <p:cNvSpPr txBox="1"/>
          <p:nvPr/>
        </p:nvSpPr>
        <p:spPr>
          <a:xfrm>
            <a:off x="1469455" y="3897537"/>
            <a:ext cx="800219"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rPr>
              <a:t>Model 1</a:t>
            </a:r>
            <a:endParaRPr kumimoji="0" lang="en-US" altLang="en-US" sz="1400" b="0" i="0" u="none" strike="noStrike" cap="none" normalizeH="0" baseline="0" dirty="0">
              <a:ln>
                <a:noFill/>
              </a:ln>
              <a:solidFill>
                <a:schemeClr val="tx1"/>
              </a:solidFill>
              <a:effectLst/>
            </a:endParaRPr>
          </a:p>
        </p:txBody>
      </p:sp>
      <p:graphicFrame>
        <p:nvGraphicFramePr>
          <p:cNvPr id="21" name="Table 20">
            <a:extLst>
              <a:ext uri="{FF2B5EF4-FFF2-40B4-BE49-F238E27FC236}">
                <a16:creationId xmlns:a16="http://schemas.microsoft.com/office/drawing/2014/main" id="{5F71C81B-BB69-4EBF-9212-924005287AE7}"/>
              </a:ext>
            </a:extLst>
          </p:cNvPr>
          <p:cNvGraphicFramePr>
            <a:graphicFrameLocks noGrp="1"/>
          </p:cNvGraphicFramePr>
          <p:nvPr>
            <p:extLst>
              <p:ext uri="{D42A27DB-BD31-4B8C-83A1-F6EECF244321}">
                <p14:modId xmlns:p14="http://schemas.microsoft.com/office/powerpoint/2010/main" val="532537"/>
              </p:ext>
            </p:extLst>
          </p:nvPr>
        </p:nvGraphicFramePr>
        <p:xfrm>
          <a:off x="3943899" y="4250448"/>
          <a:ext cx="3064933" cy="1371600"/>
        </p:xfrm>
        <a:graphic>
          <a:graphicData uri="http://schemas.openxmlformats.org/drawingml/2006/table">
            <a:tbl>
              <a:tblPr>
                <a:tableStyleId>{5940675A-B579-460E-94D1-54222C63F5DA}</a:tableStyleId>
              </a:tblPr>
              <a:tblGrid>
                <a:gridCol w="982805">
                  <a:extLst>
                    <a:ext uri="{9D8B030D-6E8A-4147-A177-3AD203B41FA5}">
                      <a16:colId xmlns:a16="http://schemas.microsoft.com/office/drawing/2014/main" val="3834453930"/>
                    </a:ext>
                  </a:extLst>
                </a:gridCol>
                <a:gridCol w="1018267">
                  <a:extLst>
                    <a:ext uri="{9D8B030D-6E8A-4147-A177-3AD203B41FA5}">
                      <a16:colId xmlns:a16="http://schemas.microsoft.com/office/drawing/2014/main" val="2887102999"/>
                    </a:ext>
                  </a:extLst>
                </a:gridCol>
                <a:gridCol w="1063861">
                  <a:extLst>
                    <a:ext uri="{9D8B030D-6E8A-4147-A177-3AD203B41FA5}">
                      <a16:colId xmlns:a16="http://schemas.microsoft.com/office/drawing/2014/main" val="3908633611"/>
                    </a:ext>
                  </a:extLst>
                </a:gridCol>
              </a:tblGrid>
              <a:tr h="0">
                <a:tc>
                  <a:txBody>
                    <a:bodyPr/>
                    <a:lstStyle/>
                    <a:p>
                      <a:endParaRPr lang="en-US" sz="1200"/>
                    </a:p>
                  </a:txBody>
                  <a:tcPr anchor="ctr"/>
                </a:tc>
                <a:tc>
                  <a:txBody>
                    <a:bodyPr/>
                    <a:lstStyle/>
                    <a:p>
                      <a:r>
                        <a:rPr lang="en-US" sz="1200" b="1" dirty="0"/>
                        <a:t>Predicted Pay (1)</a:t>
                      </a:r>
                      <a:endParaRPr lang="en-US" sz="1200" dirty="0"/>
                    </a:p>
                  </a:txBody>
                  <a:tcPr anchor="ctr"/>
                </a:tc>
                <a:tc>
                  <a:txBody>
                    <a:bodyPr/>
                    <a:lstStyle/>
                    <a:p>
                      <a:r>
                        <a:rPr lang="en-US" sz="1200" b="1" dirty="0"/>
                        <a:t>Predicted Non-Pay (0)</a:t>
                      </a:r>
                      <a:endParaRPr lang="en-US" sz="1200" dirty="0"/>
                    </a:p>
                  </a:txBody>
                  <a:tcPr anchor="ctr"/>
                </a:tc>
                <a:extLst>
                  <a:ext uri="{0D108BD9-81ED-4DB2-BD59-A6C34878D82A}">
                    <a16:rowId xmlns:a16="http://schemas.microsoft.com/office/drawing/2014/main" val="3281318484"/>
                  </a:ext>
                </a:extLst>
              </a:tr>
              <a:tr h="0">
                <a:tc>
                  <a:txBody>
                    <a:bodyPr/>
                    <a:lstStyle/>
                    <a:p>
                      <a:r>
                        <a:rPr lang="en-US" sz="1200" b="1" dirty="0"/>
                        <a:t>Actual Pay (1)</a:t>
                      </a:r>
                      <a:endParaRPr lang="en-US" sz="1200" dirty="0"/>
                    </a:p>
                  </a:txBody>
                  <a:tcPr anchor="ctr"/>
                </a:tc>
                <a:tc>
                  <a:txBody>
                    <a:bodyPr/>
                    <a:lstStyle/>
                    <a:p>
                      <a:r>
                        <a:rPr lang="en-US" sz="1200" b="1" dirty="0"/>
                        <a:t>35</a:t>
                      </a:r>
                      <a:endParaRPr lang="en-US" sz="1200" dirty="0"/>
                    </a:p>
                  </a:txBody>
                  <a:tcPr anchor="ctr">
                    <a:solidFill>
                      <a:srgbClr val="92D050"/>
                    </a:solidFill>
                  </a:tcPr>
                </a:tc>
                <a:tc>
                  <a:txBody>
                    <a:bodyPr/>
                    <a:lstStyle/>
                    <a:p>
                      <a:r>
                        <a:rPr lang="en-US" sz="1200" b="1" dirty="0"/>
                        <a:t>15</a:t>
                      </a:r>
                      <a:endParaRPr lang="en-US" sz="1200" dirty="0"/>
                    </a:p>
                  </a:txBody>
                  <a:tcPr anchor="ctr">
                    <a:solidFill>
                      <a:srgbClr val="FF0000"/>
                    </a:solidFill>
                  </a:tcPr>
                </a:tc>
                <a:extLst>
                  <a:ext uri="{0D108BD9-81ED-4DB2-BD59-A6C34878D82A}">
                    <a16:rowId xmlns:a16="http://schemas.microsoft.com/office/drawing/2014/main" val="1170967956"/>
                  </a:ext>
                </a:extLst>
              </a:tr>
              <a:tr h="0">
                <a:tc>
                  <a:txBody>
                    <a:bodyPr/>
                    <a:lstStyle/>
                    <a:p>
                      <a:r>
                        <a:rPr lang="en-US" sz="1200" b="1"/>
                        <a:t>Actual Non-Pay (0)</a:t>
                      </a:r>
                      <a:endParaRPr lang="en-US" sz="1200"/>
                    </a:p>
                  </a:txBody>
                  <a:tcPr anchor="ctr"/>
                </a:tc>
                <a:tc>
                  <a:txBody>
                    <a:bodyPr/>
                    <a:lstStyle/>
                    <a:p>
                      <a:r>
                        <a:rPr lang="en-US" sz="1200" b="1" dirty="0"/>
                        <a:t>100</a:t>
                      </a:r>
                      <a:endParaRPr lang="en-US" sz="1200" dirty="0"/>
                    </a:p>
                  </a:txBody>
                  <a:tcPr anchor="ctr">
                    <a:solidFill>
                      <a:srgbClr val="FF0000"/>
                    </a:solidFill>
                  </a:tcPr>
                </a:tc>
                <a:tc>
                  <a:txBody>
                    <a:bodyPr/>
                    <a:lstStyle/>
                    <a:p>
                      <a:r>
                        <a:rPr lang="en-US" sz="1200" b="1" dirty="0"/>
                        <a:t>850</a:t>
                      </a:r>
                      <a:endParaRPr lang="en-US" sz="1200" dirty="0"/>
                    </a:p>
                  </a:txBody>
                  <a:tcPr anchor="ctr">
                    <a:solidFill>
                      <a:srgbClr val="92D050"/>
                    </a:solidFill>
                  </a:tcPr>
                </a:tc>
                <a:extLst>
                  <a:ext uri="{0D108BD9-81ED-4DB2-BD59-A6C34878D82A}">
                    <a16:rowId xmlns:a16="http://schemas.microsoft.com/office/drawing/2014/main" val="4827000"/>
                  </a:ext>
                </a:extLst>
              </a:tr>
            </a:tbl>
          </a:graphicData>
        </a:graphic>
      </p:graphicFrame>
      <p:sp>
        <p:nvSpPr>
          <p:cNvPr id="22" name="TextBox 21">
            <a:extLst>
              <a:ext uri="{FF2B5EF4-FFF2-40B4-BE49-F238E27FC236}">
                <a16:creationId xmlns:a16="http://schemas.microsoft.com/office/drawing/2014/main" id="{C83879BC-1B5D-457B-9858-17422C4A589E}"/>
              </a:ext>
            </a:extLst>
          </p:cNvPr>
          <p:cNvSpPr txBox="1"/>
          <p:nvPr/>
        </p:nvSpPr>
        <p:spPr>
          <a:xfrm>
            <a:off x="5076255" y="3897537"/>
            <a:ext cx="800219"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rPr>
              <a:t>Model 2</a:t>
            </a:r>
            <a:endParaRPr kumimoji="0" lang="en-US" altLang="en-US" sz="1400" b="0" i="0" u="none" strike="noStrike" cap="none" normalizeH="0" baseline="0" dirty="0">
              <a:ln>
                <a:noFill/>
              </a:ln>
              <a:solidFill>
                <a:schemeClr val="tx1"/>
              </a:solidFill>
              <a:effectLst/>
            </a:endParaRPr>
          </a:p>
        </p:txBody>
      </p:sp>
      <p:sp>
        <p:nvSpPr>
          <p:cNvPr id="23" name="TextBox 22">
            <a:extLst>
              <a:ext uri="{FF2B5EF4-FFF2-40B4-BE49-F238E27FC236}">
                <a16:creationId xmlns:a16="http://schemas.microsoft.com/office/drawing/2014/main" id="{16461B63-F815-4746-8160-A8868CEEFBA1}"/>
              </a:ext>
            </a:extLst>
          </p:cNvPr>
          <p:cNvSpPr txBox="1"/>
          <p:nvPr/>
        </p:nvSpPr>
        <p:spPr>
          <a:xfrm>
            <a:off x="228410" y="5849059"/>
            <a:ext cx="6806928" cy="307777"/>
          </a:xfrm>
          <a:prstGeom prst="rect">
            <a:avLst/>
          </a:prstGeom>
          <a:noFill/>
        </p:spPr>
        <p:txBody>
          <a:bodyPr wrap="none" rtlCol="0">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rPr>
              <a:t>Calculate Accuracy, Precision and Recall for these tw</a:t>
            </a:r>
            <a:r>
              <a:rPr lang="en-US" altLang="en-US" sz="1400" dirty="0"/>
              <a:t>o models and comment on metrics</a:t>
            </a:r>
            <a:endParaRPr kumimoji="0" lang="en-US" altLang="en-US" sz="1400" b="0" i="0" u="none" strike="noStrike" cap="none" normalizeH="0" baseline="0" dirty="0">
              <a:ln>
                <a:noFill/>
              </a:ln>
              <a:solidFill>
                <a:schemeClr val="tx1"/>
              </a:solidFill>
              <a:effectLst/>
            </a:endParaRPr>
          </a:p>
        </p:txBody>
      </p:sp>
      <p:graphicFrame>
        <p:nvGraphicFramePr>
          <p:cNvPr id="25" name="Table 24">
            <a:extLst>
              <a:ext uri="{FF2B5EF4-FFF2-40B4-BE49-F238E27FC236}">
                <a16:creationId xmlns:a16="http://schemas.microsoft.com/office/drawing/2014/main" id="{E9EFC8CD-145B-4872-926C-5F54E28600AD}"/>
              </a:ext>
            </a:extLst>
          </p:cNvPr>
          <p:cNvGraphicFramePr>
            <a:graphicFrameLocks noGrp="1"/>
          </p:cNvGraphicFramePr>
          <p:nvPr/>
        </p:nvGraphicFramePr>
        <p:xfrm>
          <a:off x="7889460" y="4359576"/>
          <a:ext cx="3965441" cy="1554480"/>
        </p:xfrm>
        <a:graphic>
          <a:graphicData uri="http://schemas.openxmlformats.org/drawingml/2006/table">
            <a:tbl>
              <a:tblPr>
                <a:tableStyleId>{5940675A-B579-460E-94D1-54222C63F5DA}</a:tableStyleId>
              </a:tblPr>
              <a:tblGrid>
                <a:gridCol w="815839">
                  <a:extLst>
                    <a:ext uri="{9D8B030D-6E8A-4147-A177-3AD203B41FA5}">
                      <a16:colId xmlns:a16="http://schemas.microsoft.com/office/drawing/2014/main" val="903307445"/>
                    </a:ext>
                  </a:extLst>
                </a:gridCol>
                <a:gridCol w="1349584">
                  <a:extLst>
                    <a:ext uri="{9D8B030D-6E8A-4147-A177-3AD203B41FA5}">
                      <a16:colId xmlns:a16="http://schemas.microsoft.com/office/drawing/2014/main" val="2504681082"/>
                    </a:ext>
                  </a:extLst>
                </a:gridCol>
                <a:gridCol w="1800018">
                  <a:extLst>
                    <a:ext uri="{9D8B030D-6E8A-4147-A177-3AD203B41FA5}">
                      <a16:colId xmlns:a16="http://schemas.microsoft.com/office/drawing/2014/main" val="1938737950"/>
                    </a:ext>
                  </a:extLst>
                </a:gridCol>
              </a:tblGrid>
              <a:tr h="0">
                <a:tc>
                  <a:txBody>
                    <a:bodyPr/>
                    <a:lstStyle/>
                    <a:p>
                      <a:r>
                        <a:rPr lang="en-US" sz="1200" b="1" dirty="0"/>
                        <a:t>Metric</a:t>
                      </a:r>
                    </a:p>
                  </a:txBody>
                  <a:tcPr anchor="ctr"/>
                </a:tc>
                <a:tc>
                  <a:txBody>
                    <a:bodyPr/>
                    <a:lstStyle/>
                    <a:p>
                      <a:r>
                        <a:rPr lang="en-US" sz="1200" b="1" dirty="0"/>
                        <a:t>Focus</a:t>
                      </a:r>
                    </a:p>
                  </a:txBody>
                  <a:tcPr anchor="ctr"/>
                </a:tc>
                <a:tc>
                  <a:txBody>
                    <a:bodyPr/>
                    <a:lstStyle/>
                    <a:p>
                      <a:r>
                        <a:rPr lang="en-US" sz="1200" b="1" dirty="0"/>
                        <a:t>When to Use</a:t>
                      </a:r>
                    </a:p>
                  </a:txBody>
                  <a:tcPr anchor="ctr"/>
                </a:tc>
                <a:extLst>
                  <a:ext uri="{0D108BD9-81ED-4DB2-BD59-A6C34878D82A}">
                    <a16:rowId xmlns:a16="http://schemas.microsoft.com/office/drawing/2014/main" val="380147932"/>
                  </a:ext>
                </a:extLst>
              </a:tr>
              <a:tr h="0">
                <a:tc>
                  <a:txBody>
                    <a:bodyPr/>
                    <a:lstStyle/>
                    <a:p>
                      <a:r>
                        <a:rPr lang="en-US" sz="1200"/>
                        <a:t>Accuracy</a:t>
                      </a:r>
                    </a:p>
                  </a:txBody>
                  <a:tcPr anchor="ctr"/>
                </a:tc>
                <a:tc>
                  <a:txBody>
                    <a:bodyPr/>
                    <a:lstStyle/>
                    <a:p>
                      <a:r>
                        <a:rPr lang="en-US" sz="1200"/>
                        <a:t>Overall correctness</a:t>
                      </a:r>
                    </a:p>
                  </a:txBody>
                  <a:tcPr anchor="ctr"/>
                </a:tc>
                <a:tc>
                  <a:txBody>
                    <a:bodyPr/>
                    <a:lstStyle/>
                    <a:p>
                      <a:r>
                        <a:rPr lang="en-US" sz="1200"/>
                        <a:t>Balanced dataset</a:t>
                      </a:r>
                    </a:p>
                  </a:txBody>
                  <a:tcPr anchor="ctr"/>
                </a:tc>
                <a:extLst>
                  <a:ext uri="{0D108BD9-81ED-4DB2-BD59-A6C34878D82A}">
                    <a16:rowId xmlns:a16="http://schemas.microsoft.com/office/drawing/2014/main" val="3935234171"/>
                  </a:ext>
                </a:extLst>
              </a:tr>
              <a:tr h="0">
                <a:tc>
                  <a:txBody>
                    <a:bodyPr/>
                    <a:lstStyle/>
                    <a:p>
                      <a:r>
                        <a:rPr lang="en-US" sz="1200"/>
                        <a:t>Recall</a:t>
                      </a:r>
                    </a:p>
                  </a:txBody>
                  <a:tcPr anchor="ctr"/>
                </a:tc>
                <a:tc>
                  <a:txBody>
                    <a:bodyPr/>
                    <a:lstStyle/>
                    <a:p>
                      <a:r>
                        <a:rPr lang="en-US" sz="1200"/>
                        <a:t>Minimize FN</a:t>
                      </a:r>
                    </a:p>
                  </a:txBody>
                  <a:tcPr anchor="ctr"/>
                </a:tc>
                <a:tc>
                  <a:txBody>
                    <a:bodyPr/>
                    <a:lstStyle/>
                    <a:p>
                      <a:r>
                        <a:rPr lang="en-US" sz="1200" dirty="0"/>
                        <a:t>Missing pay is costly</a:t>
                      </a:r>
                    </a:p>
                  </a:txBody>
                  <a:tcPr anchor="ctr"/>
                </a:tc>
                <a:extLst>
                  <a:ext uri="{0D108BD9-81ED-4DB2-BD59-A6C34878D82A}">
                    <a16:rowId xmlns:a16="http://schemas.microsoft.com/office/drawing/2014/main" val="577667826"/>
                  </a:ext>
                </a:extLst>
              </a:tr>
              <a:tr h="0">
                <a:tc>
                  <a:txBody>
                    <a:bodyPr/>
                    <a:lstStyle/>
                    <a:p>
                      <a:r>
                        <a:rPr lang="en-US" sz="1200"/>
                        <a:t>Precision</a:t>
                      </a:r>
                    </a:p>
                  </a:txBody>
                  <a:tcPr anchor="ctr"/>
                </a:tc>
                <a:tc>
                  <a:txBody>
                    <a:bodyPr/>
                    <a:lstStyle/>
                    <a:p>
                      <a:r>
                        <a:rPr lang="en-US" sz="1200"/>
                        <a:t>Minimize FP</a:t>
                      </a:r>
                    </a:p>
                  </a:txBody>
                  <a:tcPr anchor="ctr"/>
                </a:tc>
                <a:tc>
                  <a:txBody>
                    <a:bodyPr/>
                    <a:lstStyle/>
                    <a:p>
                      <a:r>
                        <a:rPr lang="en-US" sz="1200"/>
                        <a:t>Wrong completion costly</a:t>
                      </a:r>
                    </a:p>
                  </a:txBody>
                  <a:tcPr anchor="ctr"/>
                </a:tc>
                <a:extLst>
                  <a:ext uri="{0D108BD9-81ED-4DB2-BD59-A6C34878D82A}">
                    <a16:rowId xmlns:a16="http://schemas.microsoft.com/office/drawing/2014/main" val="2021334637"/>
                  </a:ext>
                </a:extLst>
              </a:tr>
              <a:tr h="0">
                <a:tc>
                  <a:txBody>
                    <a:bodyPr/>
                    <a:lstStyle/>
                    <a:p>
                      <a:r>
                        <a:rPr lang="en-US" sz="1200"/>
                        <a:t>F1</a:t>
                      </a:r>
                    </a:p>
                  </a:txBody>
                  <a:tcPr anchor="ctr"/>
                </a:tc>
                <a:tc>
                  <a:txBody>
                    <a:bodyPr/>
                    <a:lstStyle/>
                    <a:p>
                      <a:r>
                        <a:rPr lang="en-US" sz="1200"/>
                        <a:t>Balance</a:t>
                      </a:r>
                    </a:p>
                  </a:txBody>
                  <a:tcPr anchor="ctr"/>
                </a:tc>
                <a:tc>
                  <a:txBody>
                    <a:bodyPr/>
                    <a:lstStyle/>
                    <a:p>
                      <a:r>
                        <a:rPr lang="en-US" sz="1200" dirty="0"/>
                        <a:t>Both errors matter</a:t>
                      </a:r>
                    </a:p>
                  </a:txBody>
                  <a:tcPr anchor="ctr"/>
                </a:tc>
                <a:extLst>
                  <a:ext uri="{0D108BD9-81ED-4DB2-BD59-A6C34878D82A}">
                    <a16:rowId xmlns:a16="http://schemas.microsoft.com/office/drawing/2014/main" val="3788792435"/>
                  </a:ext>
                </a:extLst>
              </a:tr>
            </a:tbl>
          </a:graphicData>
        </a:graphic>
      </p:graphicFrame>
      <p:sp>
        <p:nvSpPr>
          <p:cNvPr id="28" name="Title 1">
            <a:extLst>
              <a:ext uri="{FF2B5EF4-FFF2-40B4-BE49-F238E27FC236}">
                <a16:creationId xmlns:a16="http://schemas.microsoft.com/office/drawing/2014/main" id="{B5BF333E-F691-47E4-94AD-95B9683D1536}"/>
              </a:ext>
            </a:extLst>
          </p:cNvPr>
          <p:cNvSpPr txBox="1">
            <a:spLocks/>
          </p:cNvSpPr>
          <p:nvPr/>
        </p:nvSpPr>
        <p:spPr>
          <a:xfrm>
            <a:off x="127425" y="127645"/>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all" spc="0" normalizeH="0" baseline="0" noProof="0" dirty="0">
                <a:ln>
                  <a:noFill/>
                </a:ln>
                <a:solidFill>
                  <a:sysClr val="windowText" lastClr="000000"/>
                </a:solidFill>
                <a:effectLst/>
                <a:uLnTx/>
                <a:uFillTx/>
                <a:latin typeface="Posterama"/>
                <a:ea typeface="+mj-ea"/>
                <a:cs typeface="+mj-cs"/>
              </a:rPr>
              <a:t>Accuracy metrics</a:t>
            </a:r>
          </a:p>
        </p:txBody>
      </p:sp>
      <p:sp>
        <p:nvSpPr>
          <p:cNvPr id="29" name="Slide Number Placeholder 28">
            <a:extLst>
              <a:ext uri="{FF2B5EF4-FFF2-40B4-BE49-F238E27FC236}">
                <a16:creationId xmlns:a16="http://schemas.microsoft.com/office/drawing/2014/main" id="{A0A09281-591F-46D8-97B0-589FF38F6011}"/>
              </a:ext>
            </a:extLst>
          </p:cNvPr>
          <p:cNvSpPr>
            <a:spLocks noGrp="1"/>
          </p:cNvSpPr>
          <p:nvPr>
            <p:ph type="sldNum" sz="quarter" idx="12"/>
          </p:nvPr>
        </p:nvSpPr>
        <p:spPr/>
        <p:txBody>
          <a:bodyPr/>
          <a:lstStyle/>
          <a:p>
            <a:fld id="{836600DF-5D53-42A4-B23C-8345E9EFB9A6}" type="slidenum">
              <a:rPr lang="en-US" smtClean="0"/>
              <a:t>17</a:t>
            </a:fld>
            <a:endParaRPr lang="en-US"/>
          </a:p>
        </p:txBody>
      </p:sp>
      <p:sp>
        <p:nvSpPr>
          <p:cNvPr id="90" name="TextBox 89">
            <a:extLst>
              <a:ext uri="{FF2B5EF4-FFF2-40B4-BE49-F238E27FC236}">
                <a16:creationId xmlns:a16="http://schemas.microsoft.com/office/drawing/2014/main" id="{82B14274-1E28-47F1-8D99-409562EF1E6C}"/>
              </a:ext>
            </a:extLst>
          </p:cNvPr>
          <p:cNvSpPr txBox="1"/>
          <p:nvPr/>
        </p:nvSpPr>
        <p:spPr>
          <a:xfrm>
            <a:off x="228410" y="3058406"/>
            <a:ext cx="1857356" cy="738664"/>
          </a:xfrm>
          <a:prstGeom prst="rect">
            <a:avLst/>
          </a:prstGeom>
          <a:noFill/>
        </p:spPr>
        <p:txBody>
          <a:bodyPr wrap="square" rtlCol="0">
            <a:spAutoFit/>
          </a:bodyPr>
          <a:lstStyle/>
          <a:p>
            <a:r>
              <a:rPr lang="az-Latn-AZ" sz="1400" dirty="0">
                <a:solidFill>
                  <a:srgbClr val="FF0000"/>
                </a:solidFill>
              </a:rPr>
              <a:t>Question</a:t>
            </a:r>
            <a:r>
              <a:rPr lang="en-US" sz="1400" dirty="0">
                <a:solidFill>
                  <a:srgbClr val="FF0000"/>
                </a:solidFill>
              </a:rPr>
              <a:t>: Which model is performing better?</a:t>
            </a:r>
          </a:p>
        </p:txBody>
      </p:sp>
    </p:spTree>
    <p:extLst>
      <p:ext uri="{BB962C8B-B14F-4D97-AF65-F5344CB8AC3E}">
        <p14:creationId xmlns:p14="http://schemas.microsoft.com/office/powerpoint/2010/main" val="1416654696"/>
      </p:ext>
    </p:extLst>
  </p:cSld>
  <p:clrMapOvr>
    <a:masterClrMapping/>
  </p:clrMapOvr>
  <p:transition>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03EAE-068B-4507-7A66-A6A98DE6155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4A3C2BA-75DE-D4C8-B142-1F3CE13A81B2}"/>
              </a:ext>
            </a:extLst>
          </p:cNvPr>
          <p:cNvSpPr txBox="1">
            <a:spLocks/>
          </p:cNvSpPr>
          <p:nvPr/>
        </p:nvSpPr>
        <p:spPr>
          <a:xfrm>
            <a:off x="238248" y="202976"/>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200">
                <a:solidFill>
                  <a:sysClr val="windowText" lastClr="000000"/>
                </a:solidFill>
                <a:latin typeface="Posterama"/>
              </a:rPr>
              <a:t>Decision trees</a:t>
            </a:r>
            <a:endParaRPr kumimoji="0" lang="en-US" sz="3200" b="1" i="0" u="none" strike="noStrike" kern="1200" cap="all" spc="0" normalizeH="0" baseline="0" noProof="0">
              <a:ln>
                <a:noFill/>
              </a:ln>
              <a:solidFill>
                <a:sysClr val="windowText" lastClr="000000"/>
              </a:solidFill>
              <a:effectLst/>
              <a:uLnTx/>
              <a:uFillTx/>
              <a:latin typeface="Posterama"/>
              <a:ea typeface="+mj-ea"/>
              <a:cs typeface="+mj-cs"/>
            </a:endParaRPr>
          </a:p>
        </p:txBody>
      </p:sp>
      <p:sp>
        <p:nvSpPr>
          <p:cNvPr id="3" name="TextBox 2">
            <a:extLst>
              <a:ext uri="{FF2B5EF4-FFF2-40B4-BE49-F238E27FC236}">
                <a16:creationId xmlns:a16="http://schemas.microsoft.com/office/drawing/2014/main" id="{DE0E10FA-9122-A762-8C3A-CD5801B41446}"/>
              </a:ext>
            </a:extLst>
          </p:cNvPr>
          <p:cNvSpPr txBox="1"/>
          <p:nvPr/>
        </p:nvSpPr>
        <p:spPr>
          <a:xfrm>
            <a:off x="238248" y="2160046"/>
            <a:ext cx="5762218" cy="3369577"/>
          </a:xfrm>
          <a:prstGeom prst="rect">
            <a:avLst/>
          </a:prstGeom>
          <a:noFill/>
        </p:spPr>
        <p:txBody>
          <a:bodyPr wrap="square">
            <a:spAutoFit/>
          </a:bodyPr>
          <a:lstStyle/>
          <a:p>
            <a:pPr>
              <a:lnSpc>
                <a:spcPct val="150000"/>
              </a:lnSpc>
            </a:pPr>
            <a:r>
              <a:rPr lang="en-US">
                <a:latin typeface="Avenir Next LT Pro" panose="020B0504020202020204" pitchFamily="34" charset="0"/>
              </a:rPr>
              <a:t>Why it's worth to learn decision trees:</a:t>
            </a:r>
          </a:p>
          <a:p>
            <a:pPr>
              <a:lnSpc>
                <a:spcPct val="150000"/>
              </a:lnSpc>
            </a:pPr>
            <a:endParaRPr lang="en-US">
              <a:latin typeface="Avenir Next LT Pro" panose="020B0504020202020204" pitchFamily="34" charset="0"/>
            </a:endParaRPr>
          </a:p>
          <a:p>
            <a:pPr marL="342900" indent="-342900">
              <a:lnSpc>
                <a:spcPct val="150000"/>
              </a:lnSpc>
              <a:buAutoNum type="arabicParenR"/>
            </a:pPr>
            <a:r>
              <a:rPr lang="en-US">
                <a:latin typeface="Avenir Next LT Pro" panose="020B0504020202020204" pitchFamily="34" charset="0"/>
              </a:rPr>
              <a:t>Relatively easy to understand and interpret</a:t>
            </a:r>
          </a:p>
          <a:p>
            <a:pPr marL="342900" indent="-342900">
              <a:lnSpc>
                <a:spcPct val="150000"/>
              </a:lnSpc>
              <a:buAutoNum type="arabicParenR"/>
            </a:pPr>
            <a:r>
              <a:rPr lang="en-US">
                <a:latin typeface="Avenir Next LT Pro" panose="020B0504020202020204" pitchFamily="34" charset="0"/>
              </a:rPr>
              <a:t>They are non-parametric models</a:t>
            </a:r>
          </a:p>
          <a:p>
            <a:pPr marL="342900" indent="-342900">
              <a:lnSpc>
                <a:spcPct val="150000"/>
              </a:lnSpc>
              <a:buAutoNum type="arabicParenR"/>
            </a:pPr>
            <a:r>
              <a:rPr lang="en-US">
                <a:latin typeface="Avenir Next LT Pro" panose="020B0504020202020204" pitchFamily="34" charset="0"/>
              </a:rPr>
              <a:t>Their extensions still achieve cutting edge accuracy in tabular data with Bagging, Boosting</a:t>
            </a:r>
          </a:p>
          <a:p>
            <a:pPr marL="342900" indent="-342900">
              <a:lnSpc>
                <a:spcPct val="150000"/>
              </a:lnSpc>
              <a:buAutoNum type="arabicParenR"/>
            </a:pPr>
            <a:r>
              <a:rPr lang="en-US">
                <a:latin typeface="Avenir Next LT Pro" panose="020B0504020202020204" pitchFamily="34" charset="0"/>
              </a:rPr>
              <a:t>Extensive set of applications in subsurface tasks, with improvements on spatial understanding</a:t>
            </a:r>
          </a:p>
        </p:txBody>
      </p:sp>
      <p:grpSp>
        <p:nvGrpSpPr>
          <p:cNvPr id="4" name="Group 3">
            <a:extLst>
              <a:ext uri="{FF2B5EF4-FFF2-40B4-BE49-F238E27FC236}">
                <a16:creationId xmlns:a16="http://schemas.microsoft.com/office/drawing/2014/main" id="{30890D85-F7CC-65E0-8189-88B2B94FD389}"/>
              </a:ext>
            </a:extLst>
          </p:cNvPr>
          <p:cNvGrpSpPr/>
          <p:nvPr/>
        </p:nvGrpSpPr>
        <p:grpSpPr>
          <a:xfrm>
            <a:off x="7486081" y="1218676"/>
            <a:ext cx="4339503" cy="3466819"/>
            <a:chOff x="6508750" y="960979"/>
            <a:chExt cx="3840489" cy="3121190"/>
          </a:xfrm>
        </p:grpSpPr>
        <p:pic>
          <p:nvPicPr>
            <p:cNvPr id="1026" name="Picture 2" descr="Decision Trees: A Deep Dive into Making Smarter Decisions | by Ishwarya S |  GoPenAI">
              <a:extLst>
                <a:ext uri="{FF2B5EF4-FFF2-40B4-BE49-F238E27FC236}">
                  <a16:creationId xmlns:a16="http://schemas.microsoft.com/office/drawing/2014/main" id="{6E7B1288-63F1-7996-33C4-D90BBFA2541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607"/>
            <a:stretch>
              <a:fillRect/>
            </a:stretch>
          </p:blipFill>
          <p:spPr bwMode="auto">
            <a:xfrm>
              <a:off x="6544574" y="960979"/>
              <a:ext cx="3804665" cy="3121190"/>
            </a:xfrm>
            <a:prstGeom prst="rect">
              <a:avLst/>
            </a:prstGeom>
            <a:noFill/>
            <a:extLst>
              <a:ext uri="{909E8E84-426E-40DD-AFC4-6F175D3DCCD1}">
                <a14:hiddenFill xmlns:a14="http://schemas.microsoft.com/office/drawing/2010/main">
                  <a:solidFill>
                    <a:srgbClr val="FFFFFF"/>
                  </a:solidFill>
                </a14:hiddenFill>
              </a:ext>
            </a:extLst>
          </p:spPr>
        </p:pic>
        <p:sp>
          <p:nvSpPr>
            <p:cNvPr id="2" name="Freeform: Shape 1">
              <a:extLst>
                <a:ext uri="{FF2B5EF4-FFF2-40B4-BE49-F238E27FC236}">
                  <a16:creationId xmlns:a16="http://schemas.microsoft.com/office/drawing/2014/main" id="{EC2DF031-D058-D778-6DF3-2CC0CEDAC804}"/>
                </a:ext>
              </a:extLst>
            </p:cNvPr>
            <p:cNvSpPr/>
            <p:nvPr/>
          </p:nvSpPr>
          <p:spPr>
            <a:xfrm>
              <a:off x="6508750" y="968375"/>
              <a:ext cx="1158875" cy="1593850"/>
            </a:xfrm>
            <a:custGeom>
              <a:avLst/>
              <a:gdLst>
                <a:gd name="csX0" fmla="*/ 15875 w 1158875"/>
                <a:gd name="csY0" fmla="*/ 63500 h 1593850"/>
                <a:gd name="csX1" fmla="*/ 69850 w 1158875"/>
                <a:gd name="csY1" fmla="*/ 25400 h 1593850"/>
                <a:gd name="csX2" fmla="*/ 95250 w 1158875"/>
                <a:gd name="csY2" fmla="*/ 22225 h 1593850"/>
                <a:gd name="csX3" fmla="*/ 177800 w 1158875"/>
                <a:gd name="csY3" fmla="*/ 6350 h 1593850"/>
                <a:gd name="csX4" fmla="*/ 193675 w 1158875"/>
                <a:gd name="csY4" fmla="*/ 0 h 1593850"/>
                <a:gd name="csX5" fmla="*/ 330200 w 1158875"/>
                <a:gd name="csY5" fmla="*/ 3175 h 1593850"/>
                <a:gd name="csX6" fmla="*/ 342900 w 1158875"/>
                <a:gd name="csY6" fmla="*/ 6350 h 1593850"/>
                <a:gd name="csX7" fmla="*/ 444500 w 1158875"/>
                <a:gd name="csY7" fmla="*/ 92075 h 1593850"/>
                <a:gd name="csX8" fmla="*/ 482600 w 1158875"/>
                <a:gd name="csY8" fmla="*/ 123825 h 1593850"/>
                <a:gd name="csX9" fmla="*/ 561975 w 1158875"/>
                <a:gd name="csY9" fmla="*/ 177800 h 1593850"/>
                <a:gd name="csX10" fmla="*/ 600075 w 1158875"/>
                <a:gd name="csY10" fmla="*/ 193675 h 1593850"/>
                <a:gd name="csX11" fmla="*/ 682625 w 1158875"/>
                <a:gd name="csY11" fmla="*/ 247650 h 1593850"/>
                <a:gd name="csX12" fmla="*/ 815975 w 1158875"/>
                <a:gd name="csY12" fmla="*/ 355600 h 1593850"/>
                <a:gd name="csX13" fmla="*/ 876300 w 1158875"/>
                <a:gd name="csY13" fmla="*/ 371475 h 1593850"/>
                <a:gd name="csX14" fmla="*/ 936625 w 1158875"/>
                <a:gd name="csY14" fmla="*/ 390525 h 1593850"/>
                <a:gd name="csX15" fmla="*/ 1060450 w 1158875"/>
                <a:gd name="csY15" fmla="*/ 450850 h 1593850"/>
                <a:gd name="csX16" fmla="*/ 1130300 w 1158875"/>
                <a:gd name="csY16" fmla="*/ 508000 h 1593850"/>
                <a:gd name="csX17" fmla="*/ 1158875 w 1158875"/>
                <a:gd name="csY17" fmla="*/ 549275 h 1593850"/>
                <a:gd name="csX18" fmla="*/ 1133475 w 1158875"/>
                <a:gd name="csY18" fmla="*/ 596900 h 1593850"/>
                <a:gd name="csX19" fmla="*/ 1006475 w 1158875"/>
                <a:gd name="csY19" fmla="*/ 688975 h 1593850"/>
                <a:gd name="csX20" fmla="*/ 981075 w 1158875"/>
                <a:gd name="csY20" fmla="*/ 720725 h 1593850"/>
                <a:gd name="csX21" fmla="*/ 974725 w 1158875"/>
                <a:gd name="csY21" fmla="*/ 739775 h 1593850"/>
                <a:gd name="csX22" fmla="*/ 889000 w 1158875"/>
                <a:gd name="csY22" fmla="*/ 844550 h 1593850"/>
                <a:gd name="csX23" fmla="*/ 841375 w 1158875"/>
                <a:gd name="csY23" fmla="*/ 898525 h 1593850"/>
                <a:gd name="csX24" fmla="*/ 787400 w 1158875"/>
                <a:gd name="csY24" fmla="*/ 962025 h 1593850"/>
                <a:gd name="csX25" fmla="*/ 774700 w 1158875"/>
                <a:gd name="csY25" fmla="*/ 1012825 h 1593850"/>
                <a:gd name="csX26" fmla="*/ 771525 w 1158875"/>
                <a:gd name="csY26" fmla="*/ 1054100 h 1593850"/>
                <a:gd name="csX27" fmla="*/ 749300 w 1158875"/>
                <a:gd name="csY27" fmla="*/ 1238250 h 1593850"/>
                <a:gd name="csX28" fmla="*/ 714375 w 1158875"/>
                <a:gd name="csY28" fmla="*/ 1311275 h 1593850"/>
                <a:gd name="csX29" fmla="*/ 698500 w 1158875"/>
                <a:gd name="csY29" fmla="*/ 1349375 h 1593850"/>
                <a:gd name="csX30" fmla="*/ 676275 w 1158875"/>
                <a:gd name="csY30" fmla="*/ 1460500 h 1593850"/>
                <a:gd name="csX31" fmla="*/ 666750 w 1158875"/>
                <a:gd name="csY31" fmla="*/ 1476375 h 1593850"/>
                <a:gd name="csX32" fmla="*/ 552450 w 1158875"/>
                <a:gd name="csY32" fmla="*/ 1514475 h 1593850"/>
                <a:gd name="csX33" fmla="*/ 266700 w 1158875"/>
                <a:gd name="csY33" fmla="*/ 1565275 h 1593850"/>
                <a:gd name="csX34" fmla="*/ 50800 w 1158875"/>
                <a:gd name="csY34" fmla="*/ 1590675 h 1593850"/>
                <a:gd name="csX35" fmla="*/ 0 w 1158875"/>
                <a:gd name="csY35" fmla="*/ 1593850 h 15938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158875" h="1593850">
                  <a:moveTo>
                    <a:pt x="15875" y="63500"/>
                  </a:moveTo>
                  <a:cubicBezTo>
                    <a:pt x="33172" y="48674"/>
                    <a:pt x="47820" y="33967"/>
                    <a:pt x="69850" y="25400"/>
                  </a:cubicBezTo>
                  <a:cubicBezTo>
                    <a:pt x="77802" y="22307"/>
                    <a:pt x="86825" y="23573"/>
                    <a:pt x="95250" y="22225"/>
                  </a:cubicBezTo>
                  <a:cubicBezTo>
                    <a:pt x="106616" y="20406"/>
                    <a:pt x="159279" y="11642"/>
                    <a:pt x="177800" y="6350"/>
                  </a:cubicBezTo>
                  <a:cubicBezTo>
                    <a:pt x="183280" y="4784"/>
                    <a:pt x="188383" y="2117"/>
                    <a:pt x="193675" y="0"/>
                  </a:cubicBezTo>
                  <a:lnTo>
                    <a:pt x="330200" y="3175"/>
                  </a:lnTo>
                  <a:cubicBezTo>
                    <a:pt x="334560" y="3361"/>
                    <a:pt x="339111" y="4185"/>
                    <a:pt x="342900" y="6350"/>
                  </a:cubicBezTo>
                  <a:cubicBezTo>
                    <a:pt x="379443" y="27232"/>
                    <a:pt x="416206" y="67109"/>
                    <a:pt x="444500" y="92075"/>
                  </a:cubicBezTo>
                  <a:cubicBezTo>
                    <a:pt x="456896" y="103013"/>
                    <a:pt x="468930" y="114529"/>
                    <a:pt x="482600" y="123825"/>
                  </a:cubicBezTo>
                  <a:cubicBezTo>
                    <a:pt x="509058" y="141817"/>
                    <a:pt x="532440" y="165494"/>
                    <a:pt x="561975" y="177800"/>
                  </a:cubicBezTo>
                  <a:cubicBezTo>
                    <a:pt x="574675" y="183092"/>
                    <a:pt x="587769" y="187522"/>
                    <a:pt x="600075" y="193675"/>
                  </a:cubicBezTo>
                  <a:cubicBezTo>
                    <a:pt x="630839" y="209057"/>
                    <a:pt x="656427" y="225482"/>
                    <a:pt x="682625" y="247650"/>
                  </a:cubicBezTo>
                  <a:cubicBezTo>
                    <a:pt x="704532" y="266186"/>
                    <a:pt x="775503" y="337745"/>
                    <a:pt x="815975" y="355600"/>
                  </a:cubicBezTo>
                  <a:cubicBezTo>
                    <a:pt x="834999" y="363993"/>
                    <a:pt x="856327" y="365693"/>
                    <a:pt x="876300" y="371475"/>
                  </a:cubicBezTo>
                  <a:cubicBezTo>
                    <a:pt x="896556" y="377338"/>
                    <a:pt x="916730" y="383535"/>
                    <a:pt x="936625" y="390525"/>
                  </a:cubicBezTo>
                  <a:cubicBezTo>
                    <a:pt x="981819" y="406404"/>
                    <a:pt x="1021517" y="423040"/>
                    <a:pt x="1060450" y="450850"/>
                  </a:cubicBezTo>
                  <a:cubicBezTo>
                    <a:pt x="1066824" y="455403"/>
                    <a:pt x="1116102" y="489745"/>
                    <a:pt x="1130300" y="508000"/>
                  </a:cubicBezTo>
                  <a:cubicBezTo>
                    <a:pt x="1140574" y="521209"/>
                    <a:pt x="1158875" y="549275"/>
                    <a:pt x="1158875" y="549275"/>
                  </a:cubicBezTo>
                  <a:cubicBezTo>
                    <a:pt x="1150408" y="565150"/>
                    <a:pt x="1144361" y="582576"/>
                    <a:pt x="1133475" y="596900"/>
                  </a:cubicBezTo>
                  <a:cubicBezTo>
                    <a:pt x="1102072" y="638220"/>
                    <a:pt x="1040178" y="655272"/>
                    <a:pt x="1006475" y="688975"/>
                  </a:cubicBezTo>
                  <a:cubicBezTo>
                    <a:pt x="993445" y="702005"/>
                    <a:pt x="988506" y="704377"/>
                    <a:pt x="981075" y="720725"/>
                  </a:cubicBezTo>
                  <a:cubicBezTo>
                    <a:pt x="978305" y="726819"/>
                    <a:pt x="978007" y="733941"/>
                    <a:pt x="974725" y="739775"/>
                  </a:cubicBezTo>
                  <a:cubicBezTo>
                    <a:pt x="956724" y="771777"/>
                    <a:pt x="904240" y="827133"/>
                    <a:pt x="889000" y="844550"/>
                  </a:cubicBezTo>
                  <a:cubicBezTo>
                    <a:pt x="873200" y="862607"/>
                    <a:pt x="857071" y="880377"/>
                    <a:pt x="841375" y="898525"/>
                  </a:cubicBezTo>
                  <a:cubicBezTo>
                    <a:pt x="823203" y="919537"/>
                    <a:pt x="787400" y="962025"/>
                    <a:pt x="787400" y="962025"/>
                  </a:cubicBezTo>
                  <a:cubicBezTo>
                    <a:pt x="783167" y="978958"/>
                    <a:pt x="777666" y="995624"/>
                    <a:pt x="774700" y="1012825"/>
                  </a:cubicBezTo>
                  <a:cubicBezTo>
                    <a:pt x="772355" y="1026423"/>
                    <a:pt x="773070" y="1040388"/>
                    <a:pt x="771525" y="1054100"/>
                  </a:cubicBezTo>
                  <a:cubicBezTo>
                    <a:pt x="764602" y="1115540"/>
                    <a:pt x="762713" y="1177894"/>
                    <a:pt x="749300" y="1238250"/>
                  </a:cubicBezTo>
                  <a:cubicBezTo>
                    <a:pt x="743447" y="1264590"/>
                    <a:pt x="725593" y="1286735"/>
                    <a:pt x="714375" y="1311275"/>
                  </a:cubicBezTo>
                  <a:cubicBezTo>
                    <a:pt x="708655" y="1323788"/>
                    <a:pt x="702490" y="1336208"/>
                    <a:pt x="698500" y="1349375"/>
                  </a:cubicBezTo>
                  <a:cubicBezTo>
                    <a:pt x="620375" y="1607186"/>
                    <a:pt x="724366" y="1277754"/>
                    <a:pt x="676275" y="1460500"/>
                  </a:cubicBezTo>
                  <a:cubicBezTo>
                    <a:pt x="674704" y="1466468"/>
                    <a:pt x="672407" y="1473909"/>
                    <a:pt x="666750" y="1476375"/>
                  </a:cubicBezTo>
                  <a:cubicBezTo>
                    <a:pt x="629935" y="1492423"/>
                    <a:pt x="591677" y="1505864"/>
                    <a:pt x="552450" y="1514475"/>
                  </a:cubicBezTo>
                  <a:cubicBezTo>
                    <a:pt x="390989" y="1549918"/>
                    <a:pt x="442810" y="1541913"/>
                    <a:pt x="266700" y="1565275"/>
                  </a:cubicBezTo>
                  <a:cubicBezTo>
                    <a:pt x="250073" y="1567481"/>
                    <a:pt x="101543" y="1586326"/>
                    <a:pt x="50800" y="1590675"/>
                  </a:cubicBezTo>
                  <a:cubicBezTo>
                    <a:pt x="33896" y="1592124"/>
                    <a:pt x="16933" y="1592792"/>
                    <a:pt x="0" y="1593850"/>
                  </a:cubicBezTo>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D43971FA-E3BC-997E-6BFC-847659AA04FB}"/>
              </a:ext>
            </a:extLst>
          </p:cNvPr>
          <p:cNvSpPr txBox="1"/>
          <p:nvPr/>
        </p:nvSpPr>
        <p:spPr>
          <a:xfrm>
            <a:off x="7471170" y="4883292"/>
            <a:ext cx="4826468" cy="646331"/>
          </a:xfrm>
          <a:prstGeom prst="rect">
            <a:avLst/>
          </a:prstGeom>
          <a:noFill/>
        </p:spPr>
        <p:txBody>
          <a:bodyPr wrap="square">
            <a:spAutoFit/>
          </a:bodyPr>
          <a:lstStyle/>
          <a:p>
            <a:pPr algn="ctr"/>
            <a:r>
              <a:rPr lang="en-US">
                <a:latin typeface="Avenir Next LT Pro" panose="020B0504020202020204" pitchFamily="34" charset="0"/>
              </a:rPr>
              <a:t>Will applicant accept the offer?  </a:t>
            </a:r>
          </a:p>
          <a:p>
            <a:pPr algn="ctr"/>
            <a:r>
              <a:rPr lang="en-US">
                <a:latin typeface="Avenir Next LT Pro" panose="020B0504020202020204" pitchFamily="34" charset="0"/>
              </a:rPr>
              <a:t>Y = [no; yes]</a:t>
            </a:r>
            <a:endParaRPr lang="en-US"/>
          </a:p>
        </p:txBody>
      </p:sp>
      <p:sp>
        <p:nvSpPr>
          <p:cNvPr id="9" name="TextBox 8">
            <a:extLst>
              <a:ext uri="{FF2B5EF4-FFF2-40B4-BE49-F238E27FC236}">
                <a16:creationId xmlns:a16="http://schemas.microsoft.com/office/drawing/2014/main" id="{B9ED4AB6-CDA0-0BCC-2E7E-68A24F6534C7}"/>
              </a:ext>
            </a:extLst>
          </p:cNvPr>
          <p:cNvSpPr txBox="1"/>
          <p:nvPr/>
        </p:nvSpPr>
        <p:spPr>
          <a:xfrm>
            <a:off x="177833" y="891921"/>
            <a:ext cx="7700959" cy="876587"/>
          </a:xfrm>
          <a:prstGeom prst="rect">
            <a:avLst/>
          </a:prstGeom>
          <a:noFill/>
        </p:spPr>
        <p:txBody>
          <a:bodyPr wrap="square">
            <a:spAutoFit/>
          </a:bodyPr>
          <a:lstStyle/>
          <a:p>
            <a:pPr>
              <a:lnSpc>
                <a:spcPct val="150000"/>
              </a:lnSpc>
            </a:pPr>
            <a:r>
              <a:rPr lang="en-US">
                <a:latin typeface="Avenir Next LT Pro" panose="020B0504020202020204" pitchFamily="34" charset="0"/>
              </a:rPr>
              <a:t>The goal is to create a model that predicts the value of a target variable by learning </a:t>
            </a:r>
            <a:r>
              <a:rPr lang="en-US" b="1">
                <a:latin typeface="Avenir Next LT Pro" panose="020B0504020202020204" pitchFamily="34" charset="0"/>
              </a:rPr>
              <a:t>simple decision rules inferred from the features. </a:t>
            </a:r>
          </a:p>
        </p:txBody>
      </p:sp>
    </p:spTree>
    <p:extLst>
      <p:ext uri="{BB962C8B-B14F-4D97-AF65-F5344CB8AC3E}">
        <p14:creationId xmlns:p14="http://schemas.microsoft.com/office/powerpoint/2010/main" val="556367839"/>
      </p:ext>
    </p:extLst>
  </p:cSld>
  <p:clrMapOvr>
    <a:masterClrMapping/>
  </p:clrMapOvr>
  <p:transition spd="med">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9A71E-DD32-3464-D13F-10E4BE2D85C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7029546-7C29-6095-E8CE-0944F4388270}"/>
              </a:ext>
            </a:extLst>
          </p:cNvPr>
          <p:cNvSpPr txBox="1">
            <a:spLocks/>
          </p:cNvSpPr>
          <p:nvPr/>
        </p:nvSpPr>
        <p:spPr>
          <a:xfrm>
            <a:off x="128980" y="81635"/>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200">
                <a:solidFill>
                  <a:sysClr val="windowText" lastClr="000000"/>
                </a:solidFill>
                <a:latin typeface="Posterama"/>
              </a:rPr>
              <a:t>Making prediction with trees</a:t>
            </a:r>
            <a:endParaRPr kumimoji="0" lang="en-US" sz="3200" b="1" i="0" u="none" strike="noStrike" kern="1200" cap="all" spc="0" normalizeH="0" baseline="0" noProof="0">
              <a:ln>
                <a:noFill/>
              </a:ln>
              <a:solidFill>
                <a:sysClr val="windowText" lastClr="000000"/>
              </a:solidFill>
              <a:effectLst/>
              <a:uLnTx/>
              <a:uFillTx/>
              <a:latin typeface="Posterama"/>
              <a:ea typeface="+mj-ea"/>
              <a:cs typeface="+mj-cs"/>
            </a:endParaRPr>
          </a:p>
        </p:txBody>
      </p:sp>
      <p:sp>
        <p:nvSpPr>
          <p:cNvPr id="3" name="TextBox 2">
            <a:extLst>
              <a:ext uri="{FF2B5EF4-FFF2-40B4-BE49-F238E27FC236}">
                <a16:creationId xmlns:a16="http://schemas.microsoft.com/office/drawing/2014/main" id="{5755C581-79F7-1594-9181-279E36015B44}"/>
              </a:ext>
            </a:extLst>
          </p:cNvPr>
          <p:cNvSpPr txBox="1"/>
          <p:nvPr/>
        </p:nvSpPr>
        <p:spPr>
          <a:xfrm>
            <a:off x="1064666" y="4693532"/>
            <a:ext cx="1736000" cy="369332"/>
          </a:xfrm>
          <a:prstGeom prst="rect">
            <a:avLst/>
          </a:prstGeom>
          <a:noFill/>
        </p:spPr>
        <p:txBody>
          <a:bodyPr wrap="square">
            <a:spAutoFit/>
          </a:bodyPr>
          <a:lstStyle/>
          <a:p>
            <a:r>
              <a:rPr lang="en-US">
                <a:latin typeface="Avenir Next LT Pro" panose="020B0504020202020204" pitchFamily="34" charset="0"/>
              </a:rPr>
              <a:t>Testing data</a:t>
            </a:r>
          </a:p>
        </p:txBody>
      </p:sp>
      <p:graphicFrame>
        <p:nvGraphicFramePr>
          <p:cNvPr id="4" name="Table 3">
            <a:extLst>
              <a:ext uri="{FF2B5EF4-FFF2-40B4-BE49-F238E27FC236}">
                <a16:creationId xmlns:a16="http://schemas.microsoft.com/office/drawing/2014/main" id="{427B8471-A176-7BD5-9A32-09AC950D1DFF}"/>
              </a:ext>
            </a:extLst>
          </p:cNvPr>
          <p:cNvGraphicFramePr>
            <a:graphicFrameLocks noGrp="1"/>
          </p:cNvGraphicFramePr>
          <p:nvPr>
            <p:extLst>
              <p:ext uri="{D42A27DB-BD31-4B8C-83A1-F6EECF244321}">
                <p14:modId xmlns:p14="http://schemas.microsoft.com/office/powerpoint/2010/main" val="3715090247"/>
              </p:ext>
            </p:extLst>
          </p:nvPr>
        </p:nvGraphicFramePr>
        <p:xfrm>
          <a:off x="232496" y="5170028"/>
          <a:ext cx="3493834" cy="304800"/>
        </p:xfrm>
        <a:graphic>
          <a:graphicData uri="http://schemas.openxmlformats.org/drawingml/2006/table">
            <a:tbl>
              <a:tblPr>
                <a:tableStyleId>{5C22544A-7EE6-4342-B048-85BDC9FD1C3A}</a:tableStyleId>
              </a:tblPr>
              <a:tblGrid>
                <a:gridCol w="1300402">
                  <a:extLst>
                    <a:ext uri="{9D8B030D-6E8A-4147-A177-3AD203B41FA5}">
                      <a16:colId xmlns:a16="http://schemas.microsoft.com/office/drawing/2014/main" val="2816476394"/>
                    </a:ext>
                  </a:extLst>
                </a:gridCol>
                <a:gridCol w="1096716">
                  <a:extLst>
                    <a:ext uri="{9D8B030D-6E8A-4147-A177-3AD203B41FA5}">
                      <a16:colId xmlns:a16="http://schemas.microsoft.com/office/drawing/2014/main" val="735045969"/>
                    </a:ext>
                  </a:extLst>
                </a:gridCol>
                <a:gridCol w="1096716">
                  <a:extLst>
                    <a:ext uri="{9D8B030D-6E8A-4147-A177-3AD203B41FA5}">
                      <a16:colId xmlns:a16="http://schemas.microsoft.com/office/drawing/2014/main" val="2049578623"/>
                    </a:ext>
                  </a:extLst>
                </a:gridCol>
              </a:tblGrid>
              <a:tr h="0">
                <a:tc>
                  <a:txBody>
                    <a:bodyPr/>
                    <a:lstStyle/>
                    <a:p>
                      <a:pPr>
                        <a:buNone/>
                      </a:pPr>
                      <a:r>
                        <a:rPr lang="en-US" sz="1400">
                          <a:latin typeface="Avenir Next LT Pro" panose="020B0504020202020204" pitchFamily="34" charset="0"/>
                        </a:rPr>
                        <a:t>13</a:t>
                      </a:r>
                    </a:p>
                  </a:txBody>
                  <a:tcPr anchor="ctr"/>
                </a:tc>
                <a:tc>
                  <a:txBody>
                    <a:bodyPr/>
                    <a:lstStyle/>
                    <a:p>
                      <a:pPr>
                        <a:buNone/>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a:t>
                      </a:r>
                    </a:p>
                  </a:txBody>
                  <a:tcPr anchor="ctr">
                    <a:solidFill>
                      <a:schemeClr val="accent6">
                        <a:lumMod val="60000"/>
                        <a:lumOff val="40000"/>
                      </a:schemeClr>
                    </a:solidFill>
                  </a:tcPr>
                </a:tc>
                <a:extLst>
                  <a:ext uri="{0D108BD9-81ED-4DB2-BD59-A6C34878D82A}">
                    <a16:rowId xmlns:a16="http://schemas.microsoft.com/office/drawing/2014/main" val="1282928598"/>
                  </a:ext>
                </a:extLst>
              </a:tr>
            </a:tbl>
          </a:graphicData>
        </a:graphic>
      </p:graphicFrame>
      <p:sp>
        <p:nvSpPr>
          <p:cNvPr id="6" name="TextBox 5">
            <a:extLst>
              <a:ext uri="{FF2B5EF4-FFF2-40B4-BE49-F238E27FC236}">
                <a16:creationId xmlns:a16="http://schemas.microsoft.com/office/drawing/2014/main" id="{B002690D-B038-5055-612A-D8B520926E1B}"/>
              </a:ext>
            </a:extLst>
          </p:cNvPr>
          <p:cNvSpPr txBox="1"/>
          <p:nvPr/>
        </p:nvSpPr>
        <p:spPr>
          <a:xfrm>
            <a:off x="1064666" y="1140534"/>
            <a:ext cx="1736000" cy="369332"/>
          </a:xfrm>
          <a:prstGeom prst="rect">
            <a:avLst/>
          </a:prstGeom>
          <a:noFill/>
        </p:spPr>
        <p:txBody>
          <a:bodyPr wrap="square">
            <a:spAutoFit/>
          </a:bodyPr>
          <a:lstStyle/>
          <a:p>
            <a:r>
              <a:rPr lang="en-US">
                <a:latin typeface="Avenir Next LT Pro" panose="020B0504020202020204" pitchFamily="34" charset="0"/>
              </a:rPr>
              <a:t>Training data</a:t>
            </a:r>
          </a:p>
        </p:txBody>
      </p:sp>
      <p:sp>
        <p:nvSpPr>
          <p:cNvPr id="7" name="Arrow: Curved Down 6">
            <a:extLst>
              <a:ext uri="{FF2B5EF4-FFF2-40B4-BE49-F238E27FC236}">
                <a16:creationId xmlns:a16="http://schemas.microsoft.com/office/drawing/2014/main" id="{648B8B70-F540-6165-C6DC-764128A2BE14}"/>
              </a:ext>
            </a:extLst>
          </p:cNvPr>
          <p:cNvSpPr/>
          <p:nvPr/>
        </p:nvSpPr>
        <p:spPr>
          <a:xfrm>
            <a:off x="3679582" y="841521"/>
            <a:ext cx="3428583" cy="657054"/>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aphicFrame>
        <p:nvGraphicFramePr>
          <p:cNvPr id="11" name="Table 10">
            <a:extLst>
              <a:ext uri="{FF2B5EF4-FFF2-40B4-BE49-F238E27FC236}">
                <a16:creationId xmlns:a16="http://schemas.microsoft.com/office/drawing/2014/main" id="{D915DEF1-0A3C-F2ED-450D-D94220EDA6D4}"/>
              </a:ext>
            </a:extLst>
          </p:cNvPr>
          <p:cNvGraphicFramePr>
            <a:graphicFrameLocks noGrp="1"/>
          </p:cNvGraphicFramePr>
          <p:nvPr>
            <p:extLst>
              <p:ext uri="{D42A27DB-BD31-4B8C-83A1-F6EECF244321}">
                <p14:modId xmlns:p14="http://schemas.microsoft.com/office/powerpoint/2010/main" val="872114209"/>
              </p:ext>
            </p:extLst>
          </p:nvPr>
        </p:nvGraphicFramePr>
        <p:xfrm>
          <a:off x="232496" y="5499984"/>
          <a:ext cx="3493834" cy="304800"/>
        </p:xfrm>
        <a:graphic>
          <a:graphicData uri="http://schemas.openxmlformats.org/drawingml/2006/table">
            <a:tbl>
              <a:tblPr>
                <a:tableStyleId>{5C22544A-7EE6-4342-B048-85BDC9FD1C3A}</a:tableStyleId>
              </a:tblPr>
              <a:tblGrid>
                <a:gridCol w="1300402">
                  <a:extLst>
                    <a:ext uri="{9D8B030D-6E8A-4147-A177-3AD203B41FA5}">
                      <a16:colId xmlns:a16="http://schemas.microsoft.com/office/drawing/2014/main" val="362153458"/>
                    </a:ext>
                  </a:extLst>
                </a:gridCol>
                <a:gridCol w="1096716">
                  <a:extLst>
                    <a:ext uri="{9D8B030D-6E8A-4147-A177-3AD203B41FA5}">
                      <a16:colId xmlns:a16="http://schemas.microsoft.com/office/drawing/2014/main" val="3371440067"/>
                    </a:ext>
                  </a:extLst>
                </a:gridCol>
                <a:gridCol w="1096716">
                  <a:extLst>
                    <a:ext uri="{9D8B030D-6E8A-4147-A177-3AD203B41FA5}">
                      <a16:colId xmlns:a16="http://schemas.microsoft.com/office/drawing/2014/main" val="1671491795"/>
                    </a:ext>
                  </a:extLst>
                </a:gridCol>
              </a:tblGrid>
              <a:tr h="0">
                <a:tc>
                  <a:txBody>
                    <a:bodyPr/>
                    <a:lstStyle/>
                    <a:p>
                      <a:pPr>
                        <a:buNone/>
                      </a:pPr>
                      <a:r>
                        <a:rPr lang="en-US" sz="1400">
                          <a:latin typeface="Avenir Next LT Pro" panose="020B0504020202020204" pitchFamily="34" charset="0"/>
                        </a:rPr>
                        <a:t>60</a:t>
                      </a:r>
                    </a:p>
                  </a:txBody>
                  <a:tcPr anchor="ctr"/>
                </a:tc>
                <a:tc>
                  <a:txBody>
                    <a:bodyPr/>
                    <a:lstStyle/>
                    <a:p>
                      <a:pPr>
                        <a:buNone/>
                      </a:pPr>
                      <a:r>
                        <a:rPr lang="en-US" sz="1400">
                          <a:latin typeface="Avenir Next LT Pro" panose="020B0504020202020204" pitchFamily="34" charset="0"/>
                        </a:rPr>
                        <a:t>Online</a:t>
                      </a:r>
                    </a:p>
                  </a:txBody>
                  <a:tcPr anchor="ctr"/>
                </a:tc>
                <a:tc>
                  <a:txBody>
                    <a:bodyPr/>
                    <a:lstStyle/>
                    <a:p>
                      <a:pPr>
                        <a:buNone/>
                      </a:pPr>
                      <a:r>
                        <a:rPr lang="en-US" sz="1400">
                          <a:latin typeface="Avenir Next LT Pro" panose="020B0504020202020204" pitchFamily="34" charset="0"/>
                        </a:rPr>
                        <a:t>?</a:t>
                      </a:r>
                    </a:p>
                  </a:txBody>
                  <a:tcPr anchor="ctr">
                    <a:solidFill>
                      <a:schemeClr val="accent6">
                        <a:lumMod val="60000"/>
                        <a:lumOff val="40000"/>
                      </a:schemeClr>
                    </a:solidFill>
                  </a:tcPr>
                </a:tc>
                <a:extLst>
                  <a:ext uri="{0D108BD9-81ED-4DB2-BD59-A6C34878D82A}">
                    <a16:rowId xmlns:a16="http://schemas.microsoft.com/office/drawing/2014/main" val="387018965"/>
                  </a:ext>
                </a:extLst>
              </a:tr>
            </a:tbl>
          </a:graphicData>
        </a:graphic>
      </p:graphicFrame>
      <p:sp>
        <p:nvSpPr>
          <p:cNvPr id="13" name="TextBox 12">
            <a:extLst>
              <a:ext uri="{FF2B5EF4-FFF2-40B4-BE49-F238E27FC236}">
                <a16:creationId xmlns:a16="http://schemas.microsoft.com/office/drawing/2014/main" id="{BF3C36BD-5A8D-BD38-CEEF-ACAAE8671ED1}"/>
              </a:ext>
            </a:extLst>
          </p:cNvPr>
          <p:cNvSpPr txBox="1"/>
          <p:nvPr/>
        </p:nvSpPr>
        <p:spPr>
          <a:xfrm>
            <a:off x="4308716" y="1142666"/>
            <a:ext cx="2384079" cy="430887"/>
          </a:xfrm>
          <a:prstGeom prst="rect">
            <a:avLst/>
          </a:prstGeom>
          <a:noFill/>
        </p:spPr>
        <p:txBody>
          <a:bodyPr wrap="square">
            <a:spAutoFit/>
          </a:bodyPr>
          <a:lstStyle/>
          <a:p>
            <a:r>
              <a:rPr lang="en-US" sz="1050" dirty="0">
                <a:latin typeface="Avenir Next LT Pro" panose="020B0504020202020204" pitchFamily="34" charset="0"/>
              </a:rPr>
              <a:t>Construct tree with lowest impurity</a:t>
            </a:r>
          </a:p>
          <a:p>
            <a:r>
              <a:rPr lang="en-US" sz="1050" dirty="0">
                <a:latin typeface="Avenir Next LT Pro" panose="020B0504020202020204" pitchFamily="34" charset="0"/>
              </a:rPr>
              <a:t>(highest similarity in leaf nodes)</a:t>
            </a:r>
          </a:p>
        </p:txBody>
      </p:sp>
      <p:graphicFrame>
        <p:nvGraphicFramePr>
          <p:cNvPr id="33" name="Table 32">
            <a:extLst>
              <a:ext uri="{FF2B5EF4-FFF2-40B4-BE49-F238E27FC236}">
                <a16:creationId xmlns:a16="http://schemas.microsoft.com/office/drawing/2014/main" id="{593F5EFE-81C3-76B7-BCC7-2F8B25FA41B1}"/>
              </a:ext>
            </a:extLst>
          </p:cNvPr>
          <p:cNvGraphicFramePr>
            <a:graphicFrameLocks noGrp="1"/>
          </p:cNvGraphicFramePr>
          <p:nvPr>
            <p:extLst>
              <p:ext uri="{D42A27DB-BD31-4B8C-83A1-F6EECF244321}">
                <p14:modId xmlns:p14="http://schemas.microsoft.com/office/powerpoint/2010/main" val="939538564"/>
              </p:ext>
            </p:extLst>
          </p:nvPr>
        </p:nvGraphicFramePr>
        <p:xfrm>
          <a:off x="265059" y="1720293"/>
          <a:ext cx="3493834" cy="2651760"/>
        </p:xfrm>
        <a:graphic>
          <a:graphicData uri="http://schemas.openxmlformats.org/drawingml/2006/table">
            <a:tbl>
              <a:tblPr>
                <a:tableStyleId>{5C22544A-7EE6-4342-B048-85BDC9FD1C3A}</a:tableStyleId>
              </a:tblPr>
              <a:tblGrid>
                <a:gridCol w="1127352">
                  <a:extLst>
                    <a:ext uri="{9D8B030D-6E8A-4147-A177-3AD203B41FA5}">
                      <a16:colId xmlns:a16="http://schemas.microsoft.com/office/drawing/2014/main" val="1358912614"/>
                    </a:ext>
                  </a:extLst>
                </a:gridCol>
                <a:gridCol w="1269766">
                  <a:extLst>
                    <a:ext uri="{9D8B030D-6E8A-4147-A177-3AD203B41FA5}">
                      <a16:colId xmlns:a16="http://schemas.microsoft.com/office/drawing/2014/main" val="1550944172"/>
                    </a:ext>
                  </a:extLst>
                </a:gridCol>
                <a:gridCol w="1096716">
                  <a:extLst>
                    <a:ext uri="{9D8B030D-6E8A-4147-A177-3AD203B41FA5}">
                      <a16:colId xmlns:a16="http://schemas.microsoft.com/office/drawing/2014/main" val="353788413"/>
                    </a:ext>
                  </a:extLst>
                </a:gridCol>
              </a:tblGrid>
              <a:tr h="0">
                <a:tc>
                  <a:txBody>
                    <a:bodyPr/>
                    <a:lstStyle/>
                    <a:p>
                      <a:pPr>
                        <a:buNone/>
                      </a:pPr>
                      <a:r>
                        <a:rPr lang="en-US" sz="1400">
                          <a:latin typeface="Avenir Next LT Pro" panose="020B0504020202020204" pitchFamily="34" charset="0"/>
                        </a:rPr>
                        <a:t>Wait Time (min)</a:t>
                      </a:r>
                    </a:p>
                  </a:txBody>
                  <a:tcPr anchor="ctr"/>
                </a:tc>
                <a:tc>
                  <a:txBody>
                    <a:bodyPr/>
                    <a:lstStyle/>
                    <a:p>
                      <a:pPr>
                        <a:buNone/>
                      </a:pPr>
                      <a:r>
                        <a:rPr lang="en-US" sz="1400">
                          <a:latin typeface="Avenir Next LT Pro" panose="020B0504020202020204" pitchFamily="34" charset="0"/>
                        </a:rPr>
                        <a:t>Appointment</a:t>
                      </a:r>
                    </a:p>
                  </a:txBody>
                  <a:tcPr anchor="ctr"/>
                </a:tc>
                <a:tc>
                  <a:txBody>
                    <a:bodyPr/>
                    <a:lstStyle/>
                    <a:p>
                      <a:pPr>
                        <a:buNone/>
                      </a:pPr>
                      <a:r>
                        <a:rPr lang="en-US" sz="1400">
                          <a:latin typeface="Avenir Next LT Pro" panose="020B0504020202020204" pitchFamily="34" charset="0"/>
                        </a:rPr>
                        <a:t>Liked Service?</a:t>
                      </a:r>
                    </a:p>
                  </a:txBody>
                  <a:tcPr anchor="ctr">
                    <a:solidFill>
                      <a:schemeClr val="accent6">
                        <a:lumMod val="60000"/>
                        <a:lumOff val="40000"/>
                      </a:schemeClr>
                    </a:solidFill>
                  </a:tcPr>
                </a:tc>
                <a:extLst>
                  <a:ext uri="{0D108BD9-81ED-4DB2-BD59-A6C34878D82A}">
                    <a16:rowId xmlns:a16="http://schemas.microsoft.com/office/drawing/2014/main" val="2726122514"/>
                  </a:ext>
                </a:extLst>
              </a:tr>
              <a:tr h="0">
                <a:tc>
                  <a:txBody>
                    <a:bodyPr/>
                    <a:lstStyle/>
                    <a:p>
                      <a:pPr>
                        <a:buNone/>
                      </a:pPr>
                      <a:r>
                        <a:rPr lang="en-US" sz="1400">
                          <a:latin typeface="Avenir Next LT Pro" panose="020B0504020202020204" pitchFamily="34" charset="0"/>
                        </a:rPr>
                        <a:t>5</a:t>
                      </a:r>
                    </a:p>
                  </a:txBody>
                  <a:tcPr anchor="ctr"/>
                </a:tc>
                <a:tc>
                  <a:txBody>
                    <a:bodyPr/>
                    <a:lstStyle/>
                    <a:p>
                      <a:pPr>
                        <a:buNone/>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4082045142"/>
                  </a:ext>
                </a:extLst>
              </a:tr>
              <a:tr h="0">
                <a:tc>
                  <a:txBody>
                    <a:bodyPr/>
                    <a:lstStyle/>
                    <a:p>
                      <a:pPr>
                        <a:buNone/>
                      </a:pPr>
                      <a:r>
                        <a:rPr lang="en-US" sz="1400">
                          <a:latin typeface="Avenir Next LT Pro" panose="020B0504020202020204" pitchFamily="34" charset="0"/>
                        </a:rPr>
                        <a:t>10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1287225360"/>
                  </a:ext>
                </a:extLst>
              </a:tr>
              <a:tr h="0">
                <a:tc>
                  <a:txBody>
                    <a:bodyPr/>
                    <a:lstStyle/>
                    <a:p>
                      <a:pPr>
                        <a:buNone/>
                      </a:pPr>
                      <a:r>
                        <a:rPr lang="en-US" sz="1400">
                          <a:latin typeface="Avenir Next LT Pro" panose="020B0504020202020204" pitchFamily="34" charset="0"/>
                        </a:rPr>
                        <a:t>15</a:t>
                      </a:r>
                    </a:p>
                  </a:txBody>
                  <a:tcPr anchor="ctr"/>
                </a:tc>
                <a:tc>
                  <a:txBody>
                    <a:bodyPr/>
                    <a:lstStyle/>
                    <a:p>
                      <a:pPr>
                        <a:buNone/>
                      </a:pPr>
                      <a:r>
                        <a:rPr lang="en-US" sz="1400">
                          <a:latin typeface="Avenir Next LT Pro" panose="020B0504020202020204" pitchFamily="34" charset="0"/>
                        </a:rPr>
                        <a:t>Online</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2026427864"/>
                  </a:ext>
                </a:extLst>
              </a:tr>
              <a:tr h="0">
                <a:tc>
                  <a:txBody>
                    <a:bodyPr/>
                    <a:lstStyle/>
                    <a:p>
                      <a:pPr>
                        <a:buNone/>
                      </a:pPr>
                      <a:r>
                        <a:rPr lang="en-US" sz="1400">
                          <a:latin typeface="Avenir Next LT Pro" panose="020B0504020202020204" pitchFamily="34" charset="0"/>
                        </a:rPr>
                        <a:t>40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1088004045"/>
                  </a:ext>
                </a:extLst>
              </a:tr>
              <a:tr h="0">
                <a:tc>
                  <a:txBody>
                    <a:bodyPr/>
                    <a:lstStyle/>
                    <a:p>
                      <a:pPr>
                        <a:buNone/>
                      </a:pPr>
                      <a:r>
                        <a:rPr lang="en-US" sz="1400">
                          <a:latin typeface="Avenir Next LT Pro" panose="020B0504020202020204" pitchFamily="34" charset="0"/>
                        </a:rPr>
                        <a:t>20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3534601565"/>
                  </a:ext>
                </a:extLst>
              </a:tr>
              <a:tr h="0">
                <a:tc>
                  <a:txBody>
                    <a:bodyPr/>
                    <a:lstStyle/>
                    <a:p>
                      <a:pPr>
                        <a:buNone/>
                      </a:pPr>
                      <a:r>
                        <a:rPr lang="en-US" sz="1400">
                          <a:latin typeface="Avenir Next LT Pro" panose="020B0504020202020204" pitchFamily="34" charset="0"/>
                        </a:rPr>
                        <a:t>12</a:t>
                      </a:r>
                    </a:p>
                  </a:txBody>
                  <a:tcPr anchor="ctr"/>
                </a:tc>
                <a:tc>
                  <a:txBody>
                    <a:bodyPr/>
                    <a:lstStyle/>
                    <a:p>
                      <a:pPr>
                        <a:buNone/>
                      </a:pPr>
                      <a:r>
                        <a:rPr lang="en-US" sz="1400">
                          <a:latin typeface="Avenir Next LT Pro" panose="020B0504020202020204" pitchFamily="34" charset="0"/>
                        </a:rPr>
                        <a:t>Online</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403771513"/>
                  </a:ext>
                </a:extLst>
              </a:tr>
              <a:tr h="0">
                <a:tc>
                  <a:txBody>
                    <a:bodyPr/>
                    <a:lstStyle/>
                    <a:p>
                      <a:pPr>
                        <a:buNone/>
                      </a:pPr>
                      <a:r>
                        <a:rPr lang="en-US" sz="1400">
                          <a:latin typeface="Avenir Next LT Pro" panose="020B0504020202020204" pitchFamily="34" charset="0"/>
                        </a:rPr>
                        <a:t>60</a:t>
                      </a:r>
                    </a:p>
                  </a:txBody>
                  <a:tcPr anchor="ctr"/>
                </a:tc>
                <a:tc>
                  <a:txBody>
                    <a:bodyPr/>
                    <a:lstStyle/>
                    <a:p>
                      <a:pPr>
                        <a:buNone/>
                      </a:pPr>
                      <a:r>
                        <a:rPr lang="en-US" sz="1400">
                          <a:latin typeface="Avenir Next LT Pro" panose="020B0504020202020204" pitchFamily="34" charset="0"/>
                        </a:rPr>
                        <a:t>Online</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928281934"/>
                  </a:ext>
                </a:extLst>
              </a:tr>
            </a:tbl>
          </a:graphicData>
        </a:graphic>
      </p:graphicFrame>
      <p:sp>
        <p:nvSpPr>
          <p:cNvPr id="2" name="Rectangle: Rounded Corners 1">
            <a:extLst>
              <a:ext uri="{FF2B5EF4-FFF2-40B4-BE49-F238E27FC236}">
                <a16:creationId xmlns:a16="http://schemas.microsoft.com/office/drawing/2014/main" id="{B9EB7901-5244-4AED-D537-6E2C45CA6623}"/>
              </a:ext>
            </a:extLst>
          </p:cNvPr>
          <p:cNvSpPr/>
          <p:nvPr/>
        </p:nvSpPr>
        <p:spPr>
          <a:xfrm>
            <a:off x="7615771" y="1605709"/>
            <a:ext cx="2169374" cy="741238"/>
          </a:xfrm>
          <a:prstGeom prst="roundRect">
            <a:avLst/>
          </a:prstGeom>
          <a:noFill/>
          <a:ln w="2857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10" name="Rectangle: Rounded Corners 9">
            <a:extLst>
              <a:ext uri="{FF2B5EF4-FFF2-40B4-BE49-F238E27FC236}">
                <a16:creationId xmlns:a16="http://schemas.microsoft.com/office/drawing/2014/main" id="{F298A835-9F48-5438-FAE6-401A6FFAD20D}"/>
              </a:ext>
            </a:extLst>
          </p:cNvPr>
          <p:cNvSpPr/>
          <p:nvPr/>
        </p:nvSpPr>
        <p:spPr>
          <a:xfrm>
            <a:off x="5753058" y="2855850"/>
            <a:ext cx="1938076" cy="700511"/>
          </a:xfrm>
          <a:prstGeom prst="roundRect">
            <a:avLst/>
          </a:prstGeom>
          <a:noFill/>
          <a:ln w="2857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cxnSp>
        <p:nvCxnSpPr>
          <p:cNvPr id="12" name="Straight Arrow Connector 11">
            <a:extLst>
              <a:ext uri="{FF2B5EF4-FFF2-40B4-BE49-F238E27FC236}">
                <a16:creationId xmlns:a16="http://schemas.microsoft.com/office/drawing/2014/main" id="{568B7376-D2E7-BE94-E5F2-6DD9A9B23F60}"/>
              </a:ext>
            </a:extLst>
          </p:cNvPr>
          <p:cNvCxnSpPr>
            <a:cxnSpLocks/>
            <a:stCxn id="2" idx="2"/>
            <a:endCxn id="10" idx="0"/>
          </p:cNvCxnSpPr>
          <p:nvPr/>
        </p:nvCxnSpPr>
        <p:spPr>
          <a:xfrm flipH="1">
            <a:off x="6722096" y="2346947"/>
            <a:ext cx="1978362" cy="5089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651FE99E-8939-8F53-D923-E18FC3B4EC94}"/>
              </a:ext>
            </a:extLst>
          </p:cNvPr>
          <p:cNvCxnSpPr>
            <a:cxnSpLocks/>
            <a:stCxn id="2" idx="2"/>
            <a:endCxn id="15" idx="0"/>
          </p:cNvCxnSpPr>
          <p:nvPr/>
        </p:nvCxnSpPr>
        <p:spPr>
          <a:xfrm>
            <a:off x="8700458" y="2346947"/>
            <a:ext cx="1943463" cy="4554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Oval 14">
            <a:extLst>
              <a:ext uri="{FF2B5EF4-FFF2-40B4-BE49-F238E27FC236}">
                <a16:creationId xmlns:a16="http://schemas.microsoft.com/office/drawing/2014/main" id="{A3C85EF4-9764-5E4A-AA4D-A6A50C33C00A}"/>
              </a:ext>
            </a:extLst>
          </p:cNvPr>
          <p:cNvSpPr/>
          <p:nvPr/>
        </p:nvSpPr>
        <p:spPr>
          <a:xfrm>
            <a:off x="9925053" y="2802376"/>
            <a:ext cx="1437736" cy="700511"/>
          </a:xfrm>
          <a:prstGeom prst="ellipse">
            <a:avLst/>
          </a:prstGeom>
          <a:noFill/>
          <a:ln w="1905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18" name="TextBox 17">
            <a:extLst>
              <a:ext uri="{FF2B5EF4-FFF2-40B4-BE49-F238E27FC236}">
                <a16:creationId xmlns:a16="http://schemas.microsoft.com/office/drawing/2014/main" id="{E38D9A33-A462-625A-E087-AA1351D3EBA8}"/>
              </a:ext>
            </a:extLst>
          </p:cNvPr>
          <p:cNvSpPr txBox="1"/>
          <p:nvPr/>
        </p:nvSpPr>
        <p:spPr>
          <a:xfrm>
            <a:off x="7615771" y="1819879"/>
            <a:ext cx="2169374" cy="276999"/>
          </a:xfrm>
          <a:prstGeom prst="rect">
            <a:avLst/>
          </a:prstGeom>
          <a:noFill/>
        </p:spPr>
        <p:txBody>
          <a:bodyPr wrap="square">
            <a:spAutoFit/>
          </a:bodyPr>
          <a:lstStyle/>
          <a:p>
            <a:pPr algn="ctr">
              <a:buNone/>
            </a:pPr>
            <a:r>
              <a:rPr lang="en-US" sz="1200" b="1" dirty="0">
                <a:latin typeface="Avenir Next LT Pro" panose="020B0504020202020204" pitchFamily="34" charset="0"/>
              </a:rPr>
              <a:t>Wait time: &lt; 30</a:t>
            </a:r>
          </a:p>
        </p:txBody>
      </p:sp>
      <p:sp>
        <p:nvSpPr>
          <p:cNvPr id="19" name="TextBox 18">
            <a:extLst>
              <a:ext uri="{FF2B5EF4-FFF2-40B4-BE49-F238E27FC236}">
                <a16:creationId xmlns:a16="http://schemas.microsoft.com/office/drawing/2014/main" id="{F3501640-02D4-46F6-9B6F-FFCCE7E874DF}"/>
              </a:ext>
            </a:extLst>
          </p:cNvPr>
          <p:cNvSpPr txBox="1"/>
          <p:nvPr/>
        </p:nvSpPr>
        <p:spPr>
          <a:xfrm>
            <a:off x="7143564" y="2354034"/>
            <a:ext cx="755677" cy="307777"/>
          </a:xfrm>
          <a:prstGeom prst="rect">
            <a:avLst/>
          </a:prstGeom>
          <a:noFill/>
        </p:spPr>
        <p:txBody>
          <a:bodyPr wrap="square">
            <a:spAutoFit/>
          </a:bodyPr>
          <a:lstStyle/>
          <a:p>
            <a:r>
              <a:rPr lang="en-US" sz="1400">
                <a:latin typeface="Avenir Next LT Pro" panose="020B0504020202020204" pitchFamily="34" charset="0"/>
              </a:rPr>
              <a:t>Yes</a:t>
            </a:r>
            <a:endParaRPr lang="en-US" sz="1400"/>
          </a:p>
        </p:txBody>
      </p:sp>
      <p:sp>
        <p:nvSpPr>
          <p:cNvPr id="22" name="TextBox 21">
            <a:extLst>
              <a:ext uri="{FF2B5EF4-FFF2-40B4-BE49-F238E27FC236}">
                <a16:creationId xmlns:a16="http://schemas.microsoft.com/office/drawing/2014/main" id="{898364F4-C28E-E22A-8699-F9555EA1F3FE}"/>
              </a:ext>
            </a:extLst>
          </p:cNvPr>
          <p:cNvSpPr txBox="1"/>
          <p:nvPr/>
        </p:nvSpPr>
        <p:spPr>
          <a:xfrm>
            <a:off x="9547215" y="2346947"/>
            <a:ext cx="755677" cy="307777"/>
          </a:xfrm>
          <a:prstGeom prst="rect">
            <a:avLst/>
          </a:prstGeom>
          <a:noFill/>
        </p:spPr>
        <p:txBody>
          <a:bodyPr wrap="square">
            <a:spAutoFit/>
          </a:bodyPr>
          <a:lstStyle/>
          <a:p>
            <a:r>
              <a:rPr lang="en-US" sz="1400">
                <a:latin typeface="Avenir Next LT Pro" panose="020B0504020202020204" pitchFamily="34" charset="0"/>
              </a:rPr>
              <a:t>No</a:t>
            </a:r>
            <a:endParaRPr lang="en-US" sz="1400"/>
          </a:p>
        </p:txBody>
      </p:sp>
      <p:sp>
        <p:nvSpPr>
          <p:cNvPr id="23" name="TextBox 22">
            <a:extLst>
              <a:ext uri="{FF2B5EF4-FFF2-40B4-BE49-F238E27FC236}">
                <a16:creationId xmlns:a16="http://schemas.microsoft.com/office/drawing/2014/main" id="{BD505814-A89D-1830-C78D-677125D8788C}"/>
              </a:ext>
            </a:extLst>
          </p:cNvPr>
          <p:cNvSpPr txBox="1"/>
          <p:nvPr/>
        </p:nvSpPr>
        <p:spPr>
          <a:xfrm>
            <a:off x="10183844" y="3024463"/>
            <a:ext cx="1337095" cy="369332"/>
          </a:xfrm>
          <a:prstGeom prst="rect">
            <a:avLst/>
          </a:prstGeom>
          <a:noFill/>
        </p:spPr>
        <p:txBody>
          <a:bodyPr wrap="square">
            <a:spAutoFit/>
          </a:bodyPr>
          <a:lstStyle/>
          <a:p>
            <a:r>
              <a:rPr lang="en-US" b="1">
                <a:solidFill>
                  <a:srgbClr val="00B050"/>
                </a:solidFill>
                <a:latin typeface="Avenir Next LT Pro" panose="020B0504020202020204" pitchFamily="34" charset="0"/>
              </a:rPr>
              <a:t>Dislike</a:t>
            </a:r>
            <a:endParaRPr lang="en-US">
              <a:solidFill>
                <a:srgbClr val="C00000"/>
              </a:solidFill>
            </a:endParaRPr>
          </a:p>
        </p:txBody>
      </p:sp>
      <p:cxnSp>
        <p:nvCxnSpPr>
          <p:cNvPr id="24" name="Straight Arrow Connector 23">
            <a:extLst>
              <a:ext uri="{FF2B5EF4-FFF2-40B4-BE49-F238E27FC236}">
                <a16:creationId xmlns:a16="http://schemas.microsoft.com/office/drawing/2014/main" id="{EA431429-B0F9-D8B4-A872-67DBDDF5277F}"/>
              </a:ext>
            </a:extLst>
          </p:cNvPr>
          <p:cNvCxnSpPr>
            <a:cxnSpLocks/>
            <a:stCxn id="10" idx="2"/>
            <a:endCxn id="28" idx="0"/>
          </p:cNvCxnSpPr>
          <p:nvPr/>
        </p:nvCxnSpPr>
        <p:spPr>
          <a:xfrm flipH="1">
            <a:off x="5739040" y="3556361"/>
            <a:ext cx="983056" cy="5567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61571B5C-496D-2DF9-CE25-9F605E3FCEF5}"/>
              </a:ext>
            </a:extLst>
          </p:cNvPr>
          <p:cNvCxnSpPr>
            <a:cxnSpLocks/>
            <a:stCxn id="10" idx="2"/>
          </p:cNvCxnSpPr>
          <p:nvPr/>
        </p:nvCxnSpPr>
        <p:spPr>
          <a:xfrm>
            <a:off x="6722096" y="3556361"/>
            <a:ext cx="799306" cy="5567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Oval 27">
            <a:extLst>
              <a:ext uri="{FF2B5EF4-FFF2-40B4-BE49-F238E27FC236}">
                <a16:creationId xmlns:a16="http://schemas.microsoft.com/office/drawing/2014/main" id="{090B11A3-98B1-E80D-8CE3-054B2F07B745}"/>
              </a:ext>
            </a:extLst>
          </p:cNvPr>
          <p:cNvSpPr/>
          <p:nvPr/>
        </p:nvSpPr>
        <p:spPr>
          <a:xfrm>
            <a:off x="5020172" y="4113145"/>
            <a:ext cx="1437736" cy="700511"/>
          </a:xfrm>
          <a:prstGeom prst="ellipse">
            <a:avLst/>
          </a:prstGeom>
          <a:noFill/>
          <a:ln w="1905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29" name="TextBox 28">
            <a:extLst>
              <a:ext uri="{FF2B5EF4-FFF2-40B4-BE49-F238E27FC236}">
                <a16:creationId xmlns:a16="http://schemas.microsoft.com/office/drawing/2014/main" id="{EEC47621-A6E7-EE92-ADB7-7E35CDC1F7EB}"/>
              </a:ext>
            </a:extLst>
          </p:cNvPr>
          <p:cNvSpPr txBox="1"/>
          <p:nvPr/>
        </p:nvSpPr>
        <p:spPr>
          <a:xfrm>
            <a:off x="5637409" y="3024463"/>
            <a:ext cx="2169374" cy="276999"/>
          </a:xfrm>
          <a:prstGeom prst="rect">
            <a:avLst/>
          </a:prstGeom>
          <a:noFill/>
        </p:spPr>
        <p:txBody>
          <a:bodyPr wrap="square">
            <a:spAutoFit/>
          </a:bodyPr>
          <a:lstStyle/>
          <a:p>
            <a:pPr algn="ctr">
              <a:buNone/>
            </a:pPr>
            <a:r>
              <a:rPr lang="en-US" sz="1200" b="1">
                <a:latin typeface="Avenir Next LT Pro" panose="020B0504020202020204" pitchFamily="34" charset="0"/>
              </a:rPr>
              <a:t>Appointment: In person?</a:t>
            </a:r>
          </a:p>
        </p:txBody>
      </p:sp>
      <p:sp>
        <p:nvSpPr>
          <p:cNvPr id="31" name="TextBox 30">
            <a:extLst>
              <a:ext uri="{FF2B5EF4-FFF2-40B4-BE49-F238E27FC236}">
                <a16:creationId xmlns:a16="http://schemas.microsoft.com/office/drawing/2014/main" id="{6E1642C7-B0C6-810E-137A-83DB63084BA8}"/>
              </a:ext>
            </a:extLst>
          </p:cNvPr>
          <p:cNvSpPr txBox="1"/>
          <p:nvPr/>
        </p:nvSpPr>
        <p:spPr>
          <a:xfrm>
            <a:off x="5727514" y="3659657"/>
            <a:ext cx="755677" cy="307777"/>
          </a:xfrm>
          <a:prstGeom prst="rect">
            <a:avLst/>
          </a:prstGeom>
          <a:noFill/>
        </p:spPr>
        <p:txBody>
          <a:bodyPr wrap="square">
            <a:spAutoFit/>
          </a:bodyPr>
          <a:lstStyle/>
          <a:p>
            <a:r>
              <a:rPr lang="en-US" sz="1400">
                <a:latin typeface="Avenir Next LT Pro" panose="020B0504020202020204" pitchFamily="34" charset="0"/>
              </a:rPr>
              <a:t>Yes</a:t>
            </a:r>
            <a:endParaRPr lang="en-US" sz="1400"/>
          </a:p>
        </p:txBody>
      </p:sp>
      <p:sp>
        <p:nvSpPr>
          <p:cNvPr id="32" name="TextBox 31">
            <a:extLst>
              <a:ext uri="{FF2B5EF4-FFF2-40B4-BE49-F238E27FC236}">
                <a16:creationId xmlns:a16="http://schemas.microsoft.com/office/drawing/2014/main" id="{D6D75E8F-C8A8-7246-ECEF-B4D9379258F0}"/>
              </a:ext>
            </a:extLst>
          </p:cNvPr>
          <p:cNvSpPr txBox="1"/>
          <p:nvPr/>
        </p:nvSpPr>
        <p:spPr>
          <a:xfrm>
            <a:off x="7189359" y="3654629"/>
            <a:ext cx="755677" cy="307777"/>
          </a:xfrm>
          <a:prstGeom prst="rect">
            <a:avLst/>
          </a:prstGeom>
          <a:noFill/>
        </p:spPr>
        <p:txBody>
          <a:bodyPr wrap="square">
            <a:spAutoFit/>
          </a:bodyPr>
          <a:lstStyle/>
          <a:p>
            <a:r>
              <a:rPr lang="en-US" sz="1400">
                <a:latin typeface="Avenir Next LT Pro" panose="020B0504020202020204" pitchFamily="34" charset="0"/>
              </a:rPr>
              <a:t>No</a:t>
            </a:r>
            <a:endParaRPr lang="en-US" sz="1400"/>
          </a:p>
        </p:txBody>
      </p:sp>
      <p:sp>
        <p:nvSpPr>
          <p:cNvPr id="34" name="TextBox 33">
            <a:extLst>
              <a:ext uri="{FF2B5EF4-FFF2-40B4-BE49-F238E27FC236}">
                <a16:creationId xmlns:a16="http://schemas.microsoft.com/office/drawing/2014/main" id="{EE0740B3-2971-5141-BEDE-46AA8BD01270}"/>
              </a:ext>
            </a:extLst>
          </p:cNvPr>
          <p:cNvSpPr txBox="1"/>
          <p:nvPr/>
        </p:nvSpPr>
        <p:spPr>
          <a:xfrm>
            <a:off x="5252907" y="4316483"/>
            <a:ext cx="1337095" cy="369332"/>
          </a:xfrm>
          <a:prstGeom prst="rect">
            <a:avLst/>
          </a:prstGeom>
          <a:noFill/>
        </p:spPr>
        <p:txBody>
          <a:bodyPr wrap="square">
            <a:spAutoFit/>
          </a:bodyPr>
          <a:lstStyle/>
          <a:p>
            <a:r>
              <a:rPr lang="en-US" b="1">
                <a:solidFill>
                  <a:srgbClr val="00B050"/>
                </a:solidFill>
                <a:latin typeface="Avenir Next LT Pro" panose="020B0504020202020204" pitchFamily="34" charset="0"/>
              </a:rPr>
              <a:t>Liked</a:t>
            </a:r>
            <a:endParaRPr lang="en-US">
              <a:solidFill>
                <a:srgbClr val="C00000"/>
              </a:solidFill>
            </a:endParaRPr>
          </a:p>
        </p:txBody>
      </p:sp>
      <p:sp>
        <p:nvSpPr>
          <p:cNvPr id="35" name="Rectangle: Rounded Corners 34">
            <a:extLst>
              <a:ext uri="{FF2B5EF4-FFF2-40B4-BE49-F238E27FC236}">
                <a16:creationId xmlns:a16="http://schemas.microsoft.com/office/drawing/2014/main" id="{4B671213-AEB9-E756-9599-E584CAAA5EA4}"/>
              </a:ext>
            </a:extLst>
          </p:cNvPr>
          <p:cNvSpPr/>
          <p:nvPr/>
        </p:nvSpPr>
        <p:spPr>
          <a:xfrm>
            <a:off x="6693342" y="4121298"/>
            <a:ext cx="1612656" cy="700511"/>
          </a:xfrm>
          <a:prstGeom prst="roundRect">
            <a:avLst/>
          </a:prstGeom>
          <a:noFill/>
          <a:ln w="2857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36" name="TextBox 35">
            <a:extLst>
              <a:ext uri="{FF2B5EF4-FFF2-40B4-BE49-F238E27FC236}">
                <a16:creationId xmlns:a16="http://schemas.microsoft.com/office/drawing/2014/main" id="{F493C4D1-7C4A-842C-17DE-D5425AA8E5C5}"/>
              </a:ext>
            </a:extLst>
          </p:cNvPr>
          <p:cNvSpPr txBox="1"/>
          <p:nvPr/>
        </p:nvSpPr>
        <p:spPr>
          <a:xfrm>
            <a:off x="6391603" y="4275409"/>
            <a:ext cx="2169374" cy="276999"/>
          </a:xfrm>
          <a:prstGeom prst="rect">
            <a:avLst/>
          </a:prstGeom>
          <a:noFill/>
        </p:spPr>
        <p:txBody>
          <a:bodyPr wrap="square">
            <a:spAutoFit/>
          </a:bodyPr>
          <a:lstStyle/>
          <a:p>
            <a:pPr algn="ctr">
              <a:buNone/>
            </a:pPr>
            <a:r>
              <a:rPr lang="en-US" sz="1200" b="1">
                <a:latin typeface="Avenir Next LT Pro" panose="020B0504020202020204" pitchFamily="34" charset="0"/>
              </a:rPr>
              <a:t>Wait time: &lt; 13.5</a:t>
            </a:r>
          </a:p>
        </p:txBody>
      </p:sp>
      <p:cxnSp>
        <p:nvCxnSpPr>
          <p:cNvPr id="37" name="Straight Arrow Connector 36">
            <a:extLst>
              <a:ext uri="{FF2B5EF4-FFF2-40B4-BE49-F238E27FC236}">
                <a16:creationId xmlns:a16="http://schemas.microsoft.com/office/drawing/2014/main" id="{9EA5452F-C4DB-6E79-2352-19CFD954C044}"/>
              </a:ext>
            </a:extLst>
          </p:cNvPr>
          <p:cNvCxnSpPr>
            <a:cxnSpLocks/>
            <a:endCxn id="41" idx="0"/>
          </p:cNvCxnSpPr>
          <p:nvPr/>
        </p:nvCxnSpPr>
        <p:spPr>
          <a:xfrm flipH="1">
            <a:off x="6501067" y="4826920"/>
            <a:ext cx="983056" cy="5516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2DF40D36-F58C-FCED-0E26-2BAA4FC487DE}"/>
              </a:ext>
            </a:extLst>
          </p:cNvPr>
          <p:cNvCxnSpPr>
            <a:cxnSpLocks/>
            <a:endCxn id="42" idx="0"/>
          </p:cNvCxnSpPr>
          <p:nvPr/>
        </p:nvCxnSpPr>
        <p:spPr>
          <a:xfrm>
            <a:off x="7484123" y="4807870"/>
            <a:ext cx="914608" cy="5707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TextBox 38">
            <a:extLst>
              <a:ext uri="{FF2B5EF4-FFF2-40B4-BE49-F238E27FC236}">
                <a16:creationId xmlns:a16="http://schemas.microsoft.com/office/drawing/2014/main" id="{AB461B45-06D1-0AAC-B98B-9DA386A7F01A}"/>
              </a:ext>
            </a:extLst>
          </p:cNvPr>
          <p:cNvSpPr txBox="1"/>
          <p:nvPr/>
        </p:nvSpPr>
        <p:spPr>
          <a:xfrm>
            <a:off x="6489541" y="4930216"/>
            <a:ext cx="755677" cy="307777"/>
          </a:xfrm>
          <a:prstGeom prst="rect">
            <a:avLst/>
          </a:prstGeom>
          <a:noFill/>
        </p:spPr>
        <p:txBody>
          <a:bodyPr wrap="square">
            <a:spAutoFit/>
          </a:bodyPr>
          <a:lstStyle/>
          <a:p>
            <a:r>
              <a:rPr lang="en-US" sz="1400">
                <a:latin typeface="Avenir Next LT Pro" panose="020B0504020202020204" pitchFamily="34" charset="0"/>
              </a:rPr>
              <a:t>Yes</a:t>
            </a:r>
            <a:endParaRPr lang="en-US" sz="1400"/>
          </a:p>
        </p:txBody>
      </p:sp>
      <p:sp>
        <p:nvSpPr>
          <p:cNvPr id="40" name="TextBox 39">
            <a:extLst>
              <a:ext uri="{FF2B5EF4-FFF2-40B4-BE49-F238E27FC236}">
                <a16:creationId xmlns:a16="http://schemas.microsoft.com/office/drawing/2014/main" id="{48E10767-DAB5-F4AE-2373-CFC0882FAE48}"/>
              </a:ext>
            </a:extLst>
          </p:cNvPr>
          <p:cNvSpPr txBox="1"/>
          <p:nvPr/>
        </p:nvSpPr>
        <p:spPr>
          <a:xfrm>
            <a:off x="7951386" y="4925188"/>
            <a:ext cx="755677" cy="307777"/>
          </a:xfrm>
          <a:prstGeom prst="rect">
            <a:avLst/>
          </a:prstGeom>
          <a:noFill/>
        </p:spPr>
        <p:txBody>
          <a:bodyPr wrap="square">
            <a:spAutoFit/>
          </a:bodyPr>
          <a:lstStyle/>
          <a:p>
            <a:r>
              <a:rPr lang="en-US" sz="1400">
                <a:latin typeface="Avenir Next LT Pro" panose="020B0504020202020204" pitchFamily="34" charset="0"/>
              </a:rPr>
              <a:t>No</a:t>
            </a:r>
            <a:endParaRPr lang="en-US" sz="1400"/>
          </a:p>
        </p:txBody>
      </p:sp>
      <p:sp>
        <p:nvSpPr>
          <p:cNvPr id="41" name="Oval 40">
            <a:extLst>
              <a:ext uri="{FF2B5EF4-FFF2-40B4-BE49-F238E27FC236}">
                <a16:creationId xmlns:a16="http://schemas.microsoft.com/office/drawing/2014/main" id="{E33B3EA0-4E76-8306-7F9B-227E3173217D}"/>
              </a:ext>
            </a:extLst>
          </p:cNvPr>
          <p:cNvSpPr/>
          <p:nvPr/>
        </p:nvSpPr>
        <p:spPr>
          <a:xfrm>
            <a:off x="5940904" y="5378592"/>
            <a:ext cx="1120326" cy="556783"/>
          </a:xfrm>
          <a:prstGeom prst="ellipse">
            <a:avLst/>
          </a:prstGeom>
          <a:noFill/>
          <a:ln w="1905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42" name="Oval 41">
            <a:extLst>
              <a:ext uri="{FF2B5EF4-FFF2-40B4-BE49-F238E27FC236}">
                <a16:creationId xmlns:a16="http://schemas.microsoft.com/office/drawing/2014/main" id="{AE2D81F0-AC80-7BFE-DD94-DFA8BE20D65C}"/>
              </a:ext>
            </a:extLst>
          </p:cNvPr>
          <p:cNvSpPr/>
          <p:nvPr/>
        </p:nvSpPr>
        <p:spPr>
          <a:xfrm>
            <a:off x="7838568" y="5378592"/>
            <a:ext cx="1120326" cy="556783"/>
          </a:xfrm>
          <a:prstGeom prst="ellipse">
            <a:avLst/>
          </a:prstGeom>
          <a:noFill/>
          <a:ln w="1905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43" name="TextBox 42">
            <a:extLst>
              <a:ext uri="{FF2B5EF4-FFF2-40B4-BE49-F238E27FC236}">
                <a16:creationId xmlns:a16="http://schemas.microsoft.com/office/drawing/2014/main" id="{F095486D-9A10-7EB7-4ACC-92BC1D4BE6C0}"/>
              </a:ext>
            </a:extLst>
          </p:cNvPr>
          <p:cNvSpPr txBox="1"/>
          <p:nvPr/>
        </p:nvSpPr>
        <p:spPr>
          <a:xfrm>
            <a:off x="6073500" y="5495111"/>
            <a:ext cx="1337095" cy="369332"/>
          </a:xfrm>
          <a:prstGeom prst="rect">
            <a:avLst/>
          </a:prstGeom>
          <a:noFill/>
        </p:spPr>
        <p:txBody>
          <a:bodyPr wrap="square">
            <a:spAutoFit/>
          </a:bodyPr>
          <a:lstStyle/>
          <a:p>
            <a:r>
              <a:rPr lang="en-US" b="1">
                <a:solidFill>
                  <a:srgbClr val="C00000"/>
                </a:solidFill>
                <a:latin typeface="Avenir Next LT Pro" panose="020B0504020202020204" pitchFamily="34" charset="0"/>
              </a:rPr>
              <a:t>Dislike</a:t>
            </a:r>
            <a:endParaRPr lang="en-US">
              <a:solidFill>
                <a:srgbClr val="C00000"/>
              </a:solidFill>
            </a:endParaRPr>
          </a:p>
        </p:txBody>
      </p:sp>
      <p:sp>
        <p:nvSpPr>
          <p:cNvPr id="44" name="TextBox 43">
            <a:extLst>
              <a:ext uri="{FF2B5EF4-FFF2-40B4-BE49-F238E27FC236}">
                <a16:creationId xmlns:a16="http://schemas.microsoft.com/office/drawing/2014/main" id="{5E26296E-3C71-9133-580F-F28CA7091428}"/>
              </a:ext>
            </a:extLst>
          </p:cNvPr>
          <p:cNvSpPr txBox="1"/>
          <p:nvPr/>
        </p:nvSpPr>
        <p:spPr>
          <a:xfrm>
            <a:off x="7941427" y="5495111"/>
            <a:ext cx="1337095" cy="369332"/>
          </a:xfrm>
          <a:prstGeom prst="rect">
            <a:avLst/>
          </a:prstGeom>
          <a:noFill/>
        </p:spPr>
        <p:txBody>
          <a:bodyPr wrap="square">
            <a:spAutoFit/>
          </a:bodyPr>
          <a:lstStyle/>
          <a:p>
            <a:r>
              <a:rPr lang="en-US" b="1">
                <a:solidFill>
                  <a:srgbClr val="00B050"/>
                </a:solidFill>
                <a:latin typeface="Avenir Next LT Pro" panose="020B0504020202020204" pitchFamily="34" charset="0"/>
              </a:rPr>
              <a:t>Liked</a:t>
            </a:r>
            <a:endParaRPr lang="en-US">
              <a:solidFill>
                <a:srgbClr val="C00000"/>
              </a:solidFill>
            </a:endParaRPr>
          </a:p>
        </p:txBody>
      </p:sp>
      <p:sp>
        <p:nvSpPr>
          <p:cNvPr id="9" name="TextBox 8">
            <a:extLst>
              <a:ext uri="{FF2B5EF4-FFF2-40B4-BE49-F238E27FC236}">
                <a16:creationId xmlns:a16="http://schemas.microsoft.com/office/drawing/2014/main" id="{4E539445-7BEF-D8DA-51AC-F21B9596C6D3}"/>
              </a:ext>
            </a:extLst>
          </p:cNvPr>
          <p:cNvSpPr txBox="1"/>
          <p:nvPr/>
        </p:nvSpPr>
        <p:spPr>
          <a:xfrm>
            <a:off x="4687120" y="2405028"/>
            <a:ext cx="1188219" cy="369332"/>
          </a:xfrm>
          <a:prstGeom prst="rect">
            <a:avLst/>
          </a:prstGeom>
          <a:noFill/>
        </p:spPr>
        <p:txBody>
          <a:bodyPr wrap="square">
            <a:spAutoFit/>
          </a:bodyPr>
          <a:lstStyle/>
          <a:p>
            <a:r>
              <a:rPr lang="az-Latn-AZ" sz="1800" dirty="0">
                <a:latin typeface="Avenir Next LT Pro" panose="020B0504020202020204" pitchFamily="34" charset="0"/>
              </a:rPr>
              <a:t>Nodes</a:t>
            </a:r>
            <a:endParaRPr lang="en-US" dirty="0"/>
          </a:p>
        </p:txBody>
      </p:sp>
      <p:sp>
        <p:nvSpPr>
          <p:cNvPr id="16" name="TextBox 15">
            <a:extLst>
              <a:ext uri="{FF2B5EF4-FFF2-40B4-BE49-F238E27FC236}">
                <a16:creationId xmlns:a16="http://schemas.microsoft.com/office/drawing/2014/main" id="{A10E16C9-B3CB-5E05-28AB-86E311D362EE}"/>
              </a:ext>
            </a:extLst>
          </p:cNvPr>
          <p:cNvSpPr txBox="1"/>
          <p:nvPr/>
        </p:nvSpPr>
        <p:spPr>
          <a:xfrm>
            <a:off x="11108048" y="3502887"/>
            <a:ext cx="1188219" cy="369332"/>
          </a:xfrm>
          <a:prstGeom prst="rect">
            <a:avLst/>
          </a:prstGeom>
          <a:noFill/>
        </p:spPr>
        <p:txBody>
          <a:bodyPr wrap="square">
            <a:spAutoFit/>
          </a:bodyPr>
          <a:lstStyle/>
          <a:p>
            <a:r>
              <a:rPr lang="az-Latn-AZ" sz="1800" dirty="0">
                <a:latin typeface="Avenir Next LT Pro" panose="020B0504020202020204" pitchFamily="34" charset="0"/>
              </a:rPr>
              <a:t>Leaves</a:t>
            </a:r>
            <a:endParaRPr lang="en-US" dirty="0"/>
          </a:p>
        </p:txBody>
      </p:sp>
      <p:sp>
        <p:nvSpPr>
          <p:cNvPr id="17" name="TextBox 16">
            <a:extLst>
              <a:ext uri="{FF2B5EF4-FFF2-40B4-BE49-F238E27FC236}">
                <a16:creationId xmlns:a16="http://schemas.microsoft.com/office/drawing/2014/main" id="{00B4D963-3E19-E2A2-1B84-6FEFE941D99A}"/>
              </a:ext>
            </a:extLst>
          </p:cNvPr>
          <p:cNvSpPr txBox="1"/>
          <p:nvPr/>
        </p:nvSpPr>
        <p:spPr>
          <a:xfrm>
            <a:off x="7997507" y="1021100"/>
            <a:ext cx="1440867" cy="369332"/>
          </a:xfrm>
          <a:prstGeom prst="rect">
            <a:avLst/>
          </a:prstGeom>
          <a:noFill/>
        </p:spPr>
        <p:txBody>
          <a:bodyPr wrap="square">
            <a:spAutoFit/>
          </a:bodyPr>
          <a:lstStyle/>
          <a:p>
            <a:r>
              <a:rPr lang="az-Latn-AZ" sz="1800" dirty="0">
                <a:latin typeface="Avenir Next LT Pro" panose="020B0504020202020204" pitchFamily="34" charset="0"/>
              </a:rPr>
              <a:t>Root node</a:t>
            </a:r>
            <a:endParaRPr lang="en-US" dirty="0"/>
          </a:p>
        </p:txBody>
      </p:sp>
    </p:spTree>
    <p:extLst>
      <p:ext uri="{BB962C8B-B14F-4D97-AF65-F5344CB8AC3E}">
        <p14:creationId xmlns:p14="http://schemas.microsoft.com/office/powerpoint/2010/main" val="878325880"/>
      </p:ext>
    </p:extLst>
  </p:cSld>
  <p:clrMapOvr>
    <a:masterClrMapping/>
  </p:clrMapOvr>
  <p:transition spd="med">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B9FC0-7D50-C6E8-390C-BE1251C6F23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D721424-DFB8-7359-721A-76D3D3ED4F16}"/>
              </a:ext>
            </a:extLst>
          </p:cNvPr>
          <p:cNvSpPr txBox="1">
            <a:spLocks/>
          </p:cNvSpPr>
          <p:nvPr/>
        </p:nvSpPr>
        <p:spPr>
          <a:xfrm>
            <a:off x="284255" y="24019"/>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200">
                <a:solidFill>
                  <a:sysClr val="windowText" lastClr="000000"/>
                </a:solidFill>
                <a:latin typeface="Posterama"/>
              </a:rPr>
              <a:t>Construction of trees</a:t>
            </a:r>
            <a:endParaRPr kumimoji="0" lang="en-US" sz="3200" b="1" i="0" u="none" strike="noStrike" kern="1200" cap="all" spc="0" normalizeH="0" baseline="0" noProof="0">
              <a:ln>
                <a:noFill/>
              </a:ln>
              <a:solidFill>
                <a:sysClr val="windowText" lastClr="000000"/>
              </a:solidFill>
              <a:effectLst/>
              <a:uLnTx/>
              <a:uFillTx/>
              <a:latin typeface="Posterama"/>
              <a:ea typeface="+mj-ea"/>
              <a:cs typeface="+mj-cs"/>
            </a:endParaRPr>
          </a:p>
        </p:txBody>
      </p:sp>
      <p:sp>
        <p:nvSpPr>
          <p:cNvPr id="4" name="TextBox 3">
            <a:extLst>
              <a:ext uri="{FF2B5EF4-FFF2-40B4-BE49-F238E27FC236}">
                <a16:creationId xmlns:a16="http://schemas.microsoft.com/office/drawing/2014/main" id="{9EF869A0-7537-682B-3573-2EBB260E71BC}"/>
              </a:ext>
            </a:extLst>
          </p:cNvPr>
          <p:cNvSpPr txBox="1"/>
          <p:nvPr/>
        </p:nvSpPr>
        <p:spPr>
          <a:xfrm>
            <a:off x="375361" y="771329"/>
            <a:ext cx="9602525" cy="1200329"/>
          </a:xfrm>
          <a:prstGeom prst="rect">
            <a:avLst/>
          </a:prstGeom>
          <a:noFill/>
        </p:spPr>
        <p:txBody>
          <a:bodyPr wrap="square">
            <a:spAutoFit/>
          </a:bodyPr>
          <a:lstStyle/>
          <a:p>
            <a:r>
              <a:rPr lang="en-US">
                <a:latin typeface="Avenir Next LT Pro" panose="020B0504020202020204" pitchFamily="34" charset="0"/>
              </a:rPr>
              <a:t>We need to make 2 decisions to achieve best separation:</a:t>
            </a:r>
          </a:p>
          <a:p>
            <a:endParaRPr lang="en-US">
              <a:latin typeface="Avenir Next LT Pro" panose="020B0504020202020204" pitchFamily="34" charset="0"/>
            </a:endParaRPr>
          </a:p>
          <a:p>
            <a:pPr marL="342900" indent="-342900">
              <a:buAutoNum type="arabicParenR"/>
            </a:pPr>
            <a:r>
              <a:rPr lang="en-US" b="1">
                <a:latin typeface="Avenir Next LT Pro" panose="020B0504020202020204" pitchFamily="34" charset="0"/>
              </a:rPr>
              <a:t>Order of features</a:t>
            </a:r>
          </a:p>
          <a:p>
            <a:pPr marL="342900" indent="-342900">
              <a:buAutoNum type="arabicParenR"/>
            </a:pPr>
            <a:r>
              <a:rPr lang="en-US">
                <a:latin typeface="Avenir Next LT Pro" panose="020B0504020202020204" pitchFamily="34" charset="0"/>
              </a:rPr>
              <a:t>Where to put decision boundary (split)</a:t>
            </a:r>
          </a:p>
        </p:txBody>
      </p:sp>
      <p:sp>
        <p:nvSpPr>
          <p:cNvPr id="6" name="TextBox 5">
            <a:extLst>
              <a:ext uri="{FF2B5EF4-FFF2-40B4-BE49-F238E27FC236}">
                <a16:creationId xmlns:a16="http://schemas.microsoft.com/office/drawing/2014/main" id="{AAB36938-ACEB-5F97-064C-1FF523CC8A4F}"/>
              </a:ext>
            </a:extLst>
          </p:cNvPr>
          <p:cNvSpPr txBox="1"/>
          <p:nvPr/>
        </p:nvSpPr>
        <p:spPr>
          <a:xfrm>
            <a:off x="6049761" y="3006585"/>
            <a:ext cx="6096000" cy="369332"/>
          </a:xfrm>
          <a:prstGeom prst="rect">
            <a:avLst/>
          </a:prstGeom>
          <a:noFill/>
        </p:spPr>
        <p:txBody>
          <a:bodyPr wrap="square">
            <a:spAutoFit/>
          </a:bodyPr>
          <a:lstStyle/>
          <a:p>
            <a:r>
              <a:rPr lang="en-US">
                <a:latin typeface="Avenir Next LT Pro" panose="020B0504020202020204" pitchFamily="34" charset="0"/>
              </a:rPr>
              <a:t>Let’s see how we decide on ordering!</a:t>
            </a:r>
            <a:endParaRPr lang="en-US"/>
          </a:p>
        </p:txBody>
      </p:sp>
      <p:graphicFrame>
        <p:nvGraphicFramePr>
          <p:cNvPr id="8" name="Table 7">
            <a:extLst>
              <a:ext uri="{FF2B5EF4-FFF2-40B4-BE49-F238E27FC236}">
                <a16:creationId xmlns:a16="http://schemas.microsoft.com/office/drawing/2014/main" id="{AD0D66C3-F28F-54CD-FD78-4C6DE71FF947}"/>
              </a:ext>
            </a:extLst>
          </p:cNvPr>
          <p:cNvGraphicFramePr>
            <a:graphicFrameLocks noGrp="1"/>
          </p:cNvGraphicFramePr>
          <p:nvPr>
            <p:extLst>
              <p:ext uri="{D42A27DB-BD31-4B8C-83A1-F6EECF244321}">
                <p14:modId xmlns:p14="http://schemas.microsoft.com/office/powerpoint/2010/main" val="2028487226"/>
              </p:ext>
            </p:extLst>
          </p:nvPr>
        </p:nvGraphicFramePr>
        <p:xfrm>
          <a:off x="284255" y="2471182"/>
          <a:ext cx="3493834" cy="2651760"/>
        </p:xfrm>
        <a:graphic>
          <a:graphicData uri="http://schemas.openxmlformats.org/drawingml/2006/table">
            <a:tbl>
              <a:tblPr>
                <a:tableStyleId>{5C22544A-7EE6-4342-B048-85BDC9FD1C3A}</a:tableStyleId>
              </a:tblPr>
              <a:tblGrid>
                <a:gridCol w="1127352">
                  <a:extLst>
                    <a:ext uri="{9D8B030D-6E8A-4147-A177-3AD203B41FA5}">
                      <a16:colId xmlns:a16="http://schemas.microsoft.com/office/drawing/2014/main" val="1358912614"/>
                    </a:ext>
                  </a:extLst>
                </a:gridCol>
                <a:gridCol w="1269766">
                  <a:extLst>
                    <a:ext uri="{9D8B030D-6E8A-4147-A177-3AD203B41FA5}">
                      <a16:colId xmlns:a16="http://schemas.microsoft.com/office/drawing/2014/main" val="1550944172"/>
                    </a:ext>
                  </a:extLst>
                </a:gridCol>
                <a:gridCol w="1096716">
                  <a:extLst>
                    <a:ext uri="{9D8B030D-6E8A-4147-A177-3AD203B41FA5}">
                      <a16:colId xmlns:a16="http://schemas.microsoft.com/office/drawing/2014/main" val="353788413"/>
                    </a:ext>
                  </a:extLst>
                </a:gridCol>
              </a:tblGrid>
              <a:tr h="0">
                <a:tc>
                  <a:txBody>
                    <a:bodyPr/>
                    <a:lstStyle/>
                    <a:p>
                      <a:pPr>
                        <a:buNone/>
                      </a:pPr>
                      <a:r>
                        <a:rPr lang="en-US" sz="1400">
                          <a:latin typeface="Avenir Next LT Pro" panose="020B0504020202020204" pitchFamily="34" charset="0"/>
                        </a:rPr>
                        <a:t>Wait Time (min)</a:t>
                      </a:r>
                    </a:p>
                  </a:txBody>
                  <a:tcPr anchor="ctr"/>
                </a:tc>
                <a:tc>
                  <a:txBody>
                    <a:bodyPr/>
                    <a:lstStyle/>
                    <a:p>
                      <a:pPr>
                        <a:buNone/>
                      </a:pPr>
                      <a:r>
                        <a:rPr lang="en-US" sz="1400">
                          <a:latin typeface="Avenir Next LT Pro" panose="020B0504020202020204" pitchFamily="34" charset="0"/>
                        </a:rPr>
                        <a:t>Appointment</a:t>
                      </a:r>
                    </a:p>
                  </a:txBody>
                  <a:tcPr anchor="ctr"/>
                </a:tc>
                <a:tc>
                  <a:txBody>
                    <a:bodyPr/>
                    <a:lstStyle/>
                    <a:p>
                      <a:pPr>
                        <a:buNone/>
                      </a:pPr>
                      <a:r>
                        <a:rPr lang="en-US" sz="1400">
                          <a:latin typeface="Avenir Next LT Pro" panose="020B0504020202020204" pitchFamily="34" charset="0"/>
                        </a:rPr>
                        <a:t>Liked Service?</a:t>
                      </a:r>
                    </a:p>
                  </a:txBody>
                  <a:tcPr anchor="ctr">
                    <a:solidFill>
                      <a:schemeClr val="accent6">
                        <a:lumMod val="60000"/>
                        <a:lumOff val="40000"/>
                      </a:schemeClr>
                    </a:solidFill>
                  </a:tcPr>
                </a:tc>
                <a:extLst>
                  <a:ext uri="{0D108BD9-81ED-4DB2-BD59-A6C34878D82A}">
                    <a16:rowId xmlns:a16="http://schemas.microsoft.com/office/drawing/2014/main" val="2726122514"/>
                  </a:ext>
                </a:extLst>
              </a:tr>
              <a:tr h="0">
                <a:tc>
                  <a:txBody>
                    <a:bodyPr/>
                    <a:lstStyle/>
                    <a:p>
                      <a:pPr>
                        <a:buNone/>
                      </a:pPr>
                      <a:r>
                        <a:rPr lang="en-US" sz="1400">
                          <a:latin typeface="Avenir Next LT Pro" panose="020B0504020202020204" pitchFamily="34" charset="0"/>
                        </a:rPr>
                        <a:t>5</a:t>
                      </a:r>
                    </a:p>
                  </a:txBody>
                  <a:tcPr anchor="ctr"/>
                </a:tc>
                <a:tc>
                  <a:txBody>
                    <a:bodyPr/>
                    <a:lstStyle/>
                    <a:p>
                      <a:pPr>
                        <a:buNone/>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4082045142"/>
                  </a:ext>
                </a:extLst>
              </a:tr>
              <a:tr h="0">
                <a:tc>
                  <a:txBody>
                    <a:bodyPr/>
                    <a:lstStyle/>
                    <a:p>
                      <a:pPr>
                        <a:buNone/>
                      </a:pPr>
                      <a:r>
                        <a:rPr lang="en-US" sz="1400">
                          <a:latin typeface="Avenir Next LT Pro" panose="020B0504020202020204" pitchFamily="34" charset="0"/>
                        </a:rPr>
                        <a:t>10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1287225360"/>
                  </a:ext>
                </a:extLst>
              </a:tr>
              <a:tr h="0">
                <a:tc>
                  <a:txBody>
                    <a:bodyPr/>
                    <a:lstStyle/>
                    <a:p>
                      <a:pPr>
                        <a:buNone/>
                      </a:pPr>
                      <a:r>
                        <a:rPr lang="en-US" sz="1400">
                          <a:latin typeface="Avenir Next LT Pro" panose="020B0504020202020204" pitchFamily="34" charset="0"/>
                        </a:rPr>
                        <a:t>15</a:t>
                      </a:r>
                    </a:p>
                  </a:txBody>
                  <a:tcPr anchor="ctr"/>
                </a:tc>
                <a:tc>
                  <a:txBody>
                    <a:bodyPr/>
                    <a:lstStyle/>
                    <a:p>
                      <a:pPr>
                        <a:buNone/>
                      </a:pPr>
                      <a:r>
                        <a:rPr lang="en-US" sz="1400">
                          <a:latin typeface="Avenir Next LT Pro" panose="020B0504020202020204" pitchFamily="34" charset="0"/>
                        </a:rPr>
                        <a:t>Online</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2026427864"/>
                  </a:ext>
                </a:extLst>
              </a:tr>
              <a:tr h="0">
                <a:tc>
                  <a:txBody>
                    <a:bodyPr/>
                    <a:lstStyle/>
                    <a:p>
                      <a:pPr>
                        <a:buNone/>
                      </a:pPr>
                      <a:r>
                        <a:rPr lang="en-US" sz="1400">
                          <a:latin typeface="Avenir Next LT Pro" panose="020B0504020202020204" pitchFamily="34" charset="0"/>
                        </a:rPr>
                        <a:t>40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1088004045"/>
                  </a:ext>
                </a:extLst>
              </a:tr>
              <a:tr h="0">
                <a:tc>
                  <a:txBody>
                    <a:bodyPr/>
                    <a:lstStyle/>
                    <a:p>
                      <a:pPr>
                        <a:buNone/>
                      </a:pPr>
                      <a:r>
                        <a:rPr lang="en-US" sz="1400">
                          <a:latin typeface="Avenir Next LT Pro" panose="020B0504020202020204" pitchFamily="34" charset="0"/>
                        </a:rPr>
                        <a:t>20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3534601565"/>
                  </a:ext>
                </a:extLst>
              </a:tr>
              <a:tr h="0">
                <a:tc>
                  <a:txBody>
                    <a:bodyPr/>
                    <a:lstStyle/>
                    <a:p>
                      <a:pPr>
                        <a:buNone/>
                      </a:pPr>
                      <a:r>
                        <a:rPr lang="en-US" sz="1400">
                          <a:latin typeface="Avenir Next LT Pro" panose="020B0504020202020204" pitchFamily="34" charset="0"/>
                        </a:rPr>
                        <a:t>12</a:t>
                      </a:r>
                    </a:p>
                  </a:txBody>
                  <a:tcPr anchor="ctr"/>
                </a:tc>
                <a:tc>
                  <a:txBody>
                    <a:bodyPr/>
                    <a:lstStyle/>
                    <a:p>
                      <a:pPr>
                        <a:buNone/>
                      </a:pPr>
                      <a:r>
                        <a:rPr lang="en-US" sz="1400">
                          <a:latin typeface="Avenir Next LT Pro" panose="020B0504020202020204" pitchFamily="34" charset="0"/>
                        </a:rPr>
                        <a:t>Online</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403771513"/>
                  </a:ext>
                </a:extLst>
              </a:tr>
              <a:tr h="0">
                <a:tc>
                  <a:txBody>
                    <a:bodyPr/>
                    <a:lstStyle/>
                    <a:p>
                      <a:pPr>
                        <a:buNone/>
                      </a:pPr>
                      <a:r>
                        <a:rPr lang="en-US" sz="1400">
                          <a:latin typeface="Avenir Next LT Pro" panose="020B0504020202020204" pitchFamily="34" charset="0"/>
                        </a:rPr>
                        <a:t>60</a:t>
                      </a:r>
                    </a:p>
                  </a:txBody>
                  <a:tcPr anchor="ctr"/>
                </a:tc>
                <a:tc>
                  <a:txBody>
                    <a:bodyPr/>
                    <a:lstStyle/>
                    <a:p>
                      <a:pPr>
                        <a:buNone/>
                      </a:pPr>
                      <a:r>
                        <a:rPr lang="en-US" sz="1400">
                          <a:latin typeface="Avenir Next LT Pro" panose="020B0504020202020204" pitchFamily="34" charset="0"/>
                        </a:rPr>
                        <a:t>Online</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928281934"/>
                  </a:ext>
                </a:extLst>
              </a:tr>
            </a:tbl>
          </a:graphicData>
        </a:graphic>
      </p:graphicFrame>
    </p:spTree>
    <p:extLst>
      <p:ext uri="{BB962C8B-B14F-4D97-AF65-F5344CB8AC3E}">
        <p14:creationId xmlns:p14="http://schemas.microsoft.com/office/powerpoint/2010/main" val="2334924777"/>
      </p:ext>
    </p:extLst>
  </p:cSld>
  <p:clrMapOvr>
    <a:masterClrMapping/>
  </p:clrMapOvr>
  <p:transition spd="med">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8074C-796B-C676-658D-8E4F0BB575E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2204118-8078-EB19-9BA4-39A753704E94}"/>
              </a:ext>
            </a:extLst>
          </p:cNvPr>
          <p:cNvSpPr txBox="1">
            <a:spLocks/>
          </p:cNvSpPr>
          <p:nvPr/>
        </p:nvSpPr>
        <p:spPr>
          <a:xfrm>
            <a:off x="284255" y="24019"/>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200">
                <a:solidFill>
                  <a:sysClr val="windowText" lastClr="000000"/>
                </a:solidFill>
                <a:latin typeface="Posterama"/>
              </a:rPr>
              <a:t>Construction of trees (order)</a:t>
            </a:r>
            <a:endParaRPr kumimoji="0" lang="en-US" sz="3200" b="1" i="0" u="none" strike="noStrike" kern="1200" cap="all" spc="0" normalizeH="0" baseline="0" noProof="0">
              <a:ln>
                <a:noFill/>
              </a:ln>
              <a:solidFill>
                <a:sysClr val="windowText" lastClr="000000"/>
              </a:solidFill>
              <a:effectLst/>
              <a:uLnTx/>
              <a:uFillTx/>
              <a:latin typeface="Posterama"/>
              <a:ea typeface="+mj-ea"/>
              <a:cs typeface="+mj-cs"/>
            </a:endParaRPr>
          </a:p>
        </p:txBody>
      </p:sp>
      <p:graphicFrame>
        <p:nvGraphicFramePr>
          <p:cNvPr id="2" name="Table 1">
            <a:extLst>
              <a:ext uri="{FF2B5EF4-FFF2-40B4-BE49-F238E27FC236}">
                <a16:creationId xmlns:a16="http://schemas.microsoft.com/office/drawing/2014/main" id="{F8CDA2CD-9A2A-058D-6D1F-35E46C5199C7}"/>
              </a:ext>
            </a:extLst>
          </p:cNvPr>
          <p:cNvGraphicFramePr>
            <a:graphicFrameLocks noGrp="1"/>
          </p:cNvGraphicFramePr>
          <p:nvPr>
            <p:extLst>
              <p:ext uri="{D42A27DB-BD31-4B8C-83A1-F6EECF244321}">
                <p14:modId xmlns:p14="http://schemas.microsoft.com/office/powerpoint/2010/main" val="465967215"/>
              </p:ext>
            </p:extLst>
          </p:nvPr>
        </p:nvGraphicFramePr>
        <p:xfrm>
          <a:off x="284255" y="2471182"/>
          <a:ext cx="3493834" cy="2651760"/>
        </p:xfrm>
        <a:graphic>
          <a:graphicData uri="http://schemas.openxmlformats.org/drawingml/2006/table">
            <a:tbl>
              <a:tblPr>
                <a:tableStyleId>{5C22544A-7EE6-4342-B048-85BDC9FD1C3A}</a:tableStyleId>
              </a:tblPr>
              <a:tblGrid>
                <a:gridCol w="1127352">
                  <a:extLst>
                    <a:ext uri="{9D8B030D-6E8A-4147-A177-3AD203B41FA5}">
                      <a16:colId xmlns:a16="http://schemas.microsoft.com/office/drawing/2014/main" val="1358912614"/>
                    </a:ext>
                  </a:extLst>
                </a:gridCol>
                <a:gridCol w="1269766">
                  <a:extLst>
                    <a:ext uri="{9D8B030D-6E8A-4147-A177-3AD203B41FA5}">
                      <a16:colId xmlns:a16="http://schemas.microsoft.com/office/drawing/2014/main" val="1550944172"/>
                    </a:ext>
                  </a:extLst>
                </a:gridCol>
                <a:gridCol w="1096716">
                  <a:extLst>
                    <a:ext uri="{9D8B030D-6E8A-4147-A177-3AD203B41FA5}">
                      <a16:colId xmlns:a16="http://schemas.microsoft.com/office/drawing/2014/main" val="353788413"/>
                    </a:ext>
                  </a:extLst>
                </a:gridCol>
              </a:tblGrid>
              <a:tr h="0">
                <a:tc>
                  <a:txBody>
                    <a:bodyPr/>
                    <a:lstStyle/>
                    <a:p>
                      <a:pPr>
                        <a:buNone/>
                      </a:pPr>
                      <a:r>
                        <a:rPr lang="en-US" sz="1400">
                          <a:latin typeface="Avenir Next LT Pro" panose="020B0504020202020204" pitchFamily="34" charset="0"/>
                        </a:rPr>
                        <a:t>Wait Time (min)</a:t>
                      </a:r>
                    </a:p>
                  </a:txBody>
                  <a:tcPr anchor="ctr"/>
                </a:tc>
                <a:tc>
                  <a:txBody>
                    <a:bodyPr/>
                    <a:lstStyle/>
                    <a:p>
                      <a:pPr>
                        <a:buNone/>
                      </a:pPr>
                      <a:r>
                        <a:rPr lang="en-US" sz="1400">
                          <a:latin typeface="Avenir Next LT Pro" panose="020B0504020202020204" pitchFamily="34" charset="0"/>
                        </a:rPr>
                        <a:t>Appointment</a:t>
                      </a:r>
                    </a:p>
                  </a:txBody>
                  <a:tcPr anchor="ctr"/>
                </a:tc>
                <a:tc>
                  <a:txBody>
                    <a:bodyPr/>
                    <a:lstStyle/>
                    <a:p>
                      <a:pPr>
                        <a:buNone/>
                      </a:pPr>
                      <a:r>
                        <a:rPr lang="en-US" sz="1400">
                          <a:latin typeface="Avenir Next LT Pro" panose="020B0504020202020204" pitchFamily="34" charset="0"/>
                        </a:rPr>
                        <a:t>Liked Service?</a:t>
                      </a:r>
                    </a:p>
                  </a:txBody>
                  <a:tcPr anchor="ctr">
                    <a:solidFill>
                      <a:schemeClr val="accent6">
                        <a:lumMod val="60000"/>
                        <a:lumOff val="40000"/>
                      </a:schemeClr>
                    </a:solidFill>
                  </a:tcPr>
                </a:tc>
                <a:extLst>
                  <a:ext uri="{0D108BD9-81ED-4DB2-BD59-A6C34878D82A}">
                    <a16:rowId xmlns:a16="http://schemas.microsoft.com/office/drawing/2014/main" val="2726122514"/>
                  </a:ext>
                </a:extLst>
              </a:tr>
              <a:tr h="0">
                <a:tc>
                  <a:txBody>
                    <a:bodyPr/>
                    <a:lstStyle/>
                    <a:p>
                      <a:pPr>
                        <a:buNone/>
                      </a:pPr>
                      <a:r>
                        <a:rPr lang="en-US" sz="1400">
                          <a:latin typeface="Avenir Next LT Pro" panose="020B0504020202020204" pitchFamily="34" charset="0"/>
                        </a:rPr>
                        <a:t>5</a:t>
                      </a:r>
                    </a:p>
                  </a:txBody>
                  <a:tcPr anchor="ctr"/>
                </a:tc>
                <a:tc>
                  <a:txBody>
                    <a:bodyPr/>
                    <a:lstStyle/>
                    <a:p>
                      <a:pPr>
                        <a:buNone/>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4082045142"/>
                  </a:ext>
                </a:extLst>
              </a:tr>
              <a:tr h="0">
                <a:tc>
                  <a:txBody>
                    <a:bodyPr/>
                    <a:lstStyle/>
                    <a:p>
                      <a:pPr>
                        <a:buNone/>
                      </a:pPr>
                      <a:r>
                        <a:rPr lang="en-US" sz="1400">
                          <a:latin typeface="Avenir Next LT Pro" panose="020B0504020202020204" pitchFamily="34" charset="0"/>
                        </a:rPr>
                        <a:t>10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1287225360"/>
                  </a:ext>
                </a:extLst>
              </a:tr>
              <a:tr h="0">
                <a:tc>
                  <a:txBody>
                    <a:bodyPr/>
                    <a:lstStyle/>
                    <a:p>
                      <a:pPr>
                        <a:buNone/>
                      </a:pPr>
                      <a:r>
                        <a:rPr lang="en-US" sz="1400">
                          <a:latin typeface="Avenir Next LT Pro" panose="020B0504020202020204" pitchFamily="34" charset="0"/>
                        </a:rPr>
                        <a:t>15</a:t>
                      </a:r>
                    </a:p>
                  </a:txBody>
                  <a:tcPr anchor="ctr"/>
                </a:tc>
                <a:tc>
                  <a:txBody>
                    <a:bodyPr/>
                    <a:lstStyle/>
                    <a:p>
                      <a:pPr>
                        <a:buNone/>
                      </a:pPr>
                      <a:r>
                        <a:rPr lang="en-US" sz="1400">
                          <a:latin typeface="Avenir Next LT Pro" panose="020B0504020202020204" pitchFamily="34" charset="0"/>
                        </a:rPr>
                        <a:t>Online</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2026427864"/>
                  </a:ext>
                </a:extLst>
              </a:tr>
              <a:tr h="0">
                <a:tc>
                  <a:txBody>
                    <a:bodyPr/>
                    <a:lstStyle/>
                    <a:p>
                      <a:pPr>
                        <a:buNone/>
                      </a:pPr>
                      <a:r>
                        <a:rPr lang="en-US" sz="1400">
                          <a:latin typeface="Avenir Next LT Pro" panose="020B0504020202020204" pitchFamily="34" charset="0"/>
                        </a:rPr>
                        <a:t>40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1088004045"/>
                  </a:ext>
                </a:extLst>
              </a:tr>
              <a:tr h="0">
                <a:tc>
                  <a:txBody>
                    <a:bodyPr/>
                    <a:lstStyle/>
                    <a:p>
                      <a:pPr>
                        <a:buNone/>
                      </a:pPr>
                      <a:r>
                        <a:rPr lang="en-US" sz="1400">
                          <a:latin typeface="Avenir Next LT Pro" panose="020B0504020202020204" pitchFamily="34" charset="0"/>
                        </a:rPr>
                        <a:t>20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3534601565"/>
                  </a:ext>
                </a:extLst>
              </a:tr>
              <a:tr h="0">
                <a:tc>
                  <a:txBody>
                    <a:bodyPr/>
                    <a:lstStyle/>
                    <a:p>
                      <a:pPr>
                        <a:buNone/>
                      </a:pPr>
                      <a:r>
                        <a:rPr lang="en-US" sz="1400">
                          <a:latin typeface="Avenir Next LT Pro" panose="020B0504020202020204" pitchFamily="34" charset="0"/>
                        </a:rPr>
                        <a:t>12</a:t>
                      </a:r>
                    </a:p>
                  </a:txBody>
                  <a:tcPr anchor="ctr"/>
                </a:tc>
                <a:tc>
                  <a:txBody>
                    <a:bodyPr/>
                    <a:lstStyle/>
                    <a:p>
                      <a:pPr>
                        <a:buNone/>
                      </a:pPr>
                      <a:r>
                        <a:rPr lang="en-US" sz="1400">
                          <a:latin typeface="Avenir Next LT Pro" panose="020B0504020202020204" pitchFamily="34" charset="0"/>
                        </a:rPr>
                        <a:t>Online</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403771513"/>
                  </a:ext>
                </a:extLst>
              </a:tr>
              <a:tr h="0">
                <a:tc>
                  <a:txBody>
                    <a:bodyPr/>
                    <a:lstStyle/>
                    <a:p>
                      <a:pPr>
                        <a:buNone/>
                      </a:pPr>
                      <a:r>
                        <a:rPr lang="en-US" sz="1400">
                          <a:latin typeface="Avenir Next LT Pro" panose="020B0504020202020204" pitchFamily="34" charset="0"/>
                        </a:rPr>
                        <a:t>60</a:t>
                      </a:r>
                    </a:p>
                  </a:txBody>
                  <a:tcPr anchor="ctr"/>
                </a:tc>
                <a:tc>
                  <a:txBody>
                    <a:bodyPr/>
                    <a:lstStyle/>
                    <a:p>
                      <a:pPr>
                        <a:buNone/>
                      </a:pPr>
                      <a:r>
                        <a:rPr lang="en-US" sz="1400">
                          <a:latin typeface="Avenir Next LT Pro" panose="020B0504020202020204" pitchFamily="34" charset="0"/>
                        </a:rPr>
                        <a:t>Online</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928281934"/>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FD8B7DE-C595-C658-0186-6DED5F5F7A61}"/>
                  </a:ext>
                </a:extLst>
              </p:cNvPr>
              <p:cNvSpPr txBox="1"/>
              <p:nvPr/>
            </p:nvSpPr>
            <p:spPr>
              <a:xfrm>
                <a:off x="284255" y="791905"/>
                <a:ext cx="11835797" cy="1302857"/>
              </a:xfrm>
              <a:prstGeom prst="rect">
                <a:avLst/>
              </a:prstGeom>
              <a:noFill/>
            </p:spPr>
            <p:txBody>
              <a:bodyPr wrap="square">
                <a:spAutoFit/>
              </a:bodyPr>
              <a:lstStyle/>
              <a:p>
                <a:r>
                  <a:rPr lang="en-US" sz="1600" b="0" i="0">
                    <a:solidFill>
                      <a:srgbClr val="141413"/>
                    </a:solidFill>
                    <a:effectLst/>
                    <a:latin typeface="Avenir Next LT Pro" panose="020B0504020202020204" pitchFamily="34" charset="0"/>
                  </a:rPr>
                  <a:t>If a data set D contains samples from C classes, </a:t>
                </a:r>
                <a:r>
                  <a:rPr lang="en-US" sz="1600" b="0" i="0" err="1">
                    <a:solidFill>
                      <a:srgbClr val="141413"/>
                    </a:solidFill>
                    <a:effectLst/>
                    <a:latin typeface="Avenir Next LT Pro" panose="020B0504020202020204" pitchFamily="34" charset="0"/>
                  </a:rPr>
                  <a:t>gini</a:t>
                </a:r>
                <a:r>
                  <a:rPr lang="en-US" sz="1600" b="0" i="0">
                    <a:solidFill>
                      <a:srgbClr val="141413"/>
                    </a:solidFill>
                    <a:effectLst/>
                    <a:latin typeface="Avenir Next LT Pro" panose="020B0504020202020204" pitchFamily="34" charset="0"/>
                  </a:rPr>
                  <a:t> index is defined as:</a:t>
                </a:r>
                <a:endParaRPr lang="en-US" sz="1600">
                  <a:solidFill>
                    <a:srgbClr val="141413"/>
                  </a:solidFill>
                  <a:latin typeface="Avenir Next LT Pro" panose="020B0504020202020204" pitchFamily="34" charset="0"/>
                </a:endParaRPr>
              </a:p>
              <a:p>
                <a:pPr/>
                <a14:m>
                  <m:oMathPara xmlns:m="http://schemas.openxmlformats.org/officeDocument/2006/math">
                    <m:oMathParaPr>
                      <m:jc m:val="centerGroup"/>
                    </m:oMathParaPr>
                    <m:oMath xmlns:m="http://schemas.openxmlformats.org/officeDocument/2006/math">
                      <m:r>
                        <m:rPr>
                          <m:nor/>
                        </m:rPr>
                        <a:rPr lang="en-US" sz="1600" i="0" smtClean="0">
                          <a:latin typeface="Avenir Next LT Pro" panose="020B0504020202020204" pitchFamily="34" charset="0"/>
                        </a:rPr>
                        <m:t>Gini</m:t>
                      </m:r>
                      <m:d>
                        <m:dPr>
                          <m:ctrlPr>
                            <a:rPr lang="en-US" sz="1600" i="1">
                              <a:latin typeface="Cambria Math" panose="02040503050406030204" pitchFamily="18" charset="0"/>
                            </a:rPr>
                          </m:ctrlPr>
                        </m:dPr>
                        <m:e>
                          <m:r>
                            <a:rPr lang="en-US" sz="1600" i="1">
                              <a:latin typeface="Cambria Math" panose="02040503050406030204" pitchFamily="18" charset="0"/>
                            </a:rPr>
                            <m:t>𝐷</m:t>
                          </m:r>
                        </m:e>
                      </m:d>
                      <m:r>
                        <a:rPr lang="en-US" sz="1600" i="1">
                          <a:latin typeface="Cambria Math" panose="02040503050406030204" pitchFamily="18" charset="0"/>
                        </a:rPr>
                        <m:t>=</m:t>
                      </m:r>
                      <m:r>
                        <a:rPr lang="en-US" sz="1600" i="1">
                          <a:latin typeface="Cambria Math" panose="02040503050406030204" pitchFamily="18" charset="0"/>
                        </a:rPr>
                        <m:t>1</m:t>
                      </m:r>
                      <m:r>
                        <a:rPr lang="en-US" sz="1600" i="1">
                          <a:latin typeface="Cambria Math" panose="02040503050406030204" pitchFamily="18" charset="0"/>
                        </a:rPr>
                        <m:t>−</m:t>
                      </m:r>
                      <m:nary>
                        <m:naryPr>
                          <m:chr m:val="∑"/>
                          <m:ctrlPr>
                            <a:rPr lang="en-US" sz="1600" i="1">
                              <a:latin typeface="Cambria Math" panose="02040503050406030204" pitchFamily="18" charset="0"/>
                            </a:rPr>
                          </m:ctrlPr>
                        </m:naryPr>
                        <m:sub>
                          <m:r>
                            <a:rPr lang="en-US" sz="1600" i="1">
                              <a:latin typeface="Cambria Math" panose="02040503050406030204" pitchFamily="18" charset="0"/>
                            </a:rPr>
                            <m:t>𝑐</m:t>
                          </m:r>
                          <m:r>
                            <a:rPr lang="en-US" sz="1600" i="1">
                              <a:latin typeface="Cambria Math" panose="02040503050406030204" pitchFamily="18" charset="0"/>
                            </a:rPr>
                            <m:t>=</m:t>
                          </m:r>
                          <m:r>
                            <a:rPr lang="en-US" sz="1600" i="1">
                              <a:latin typeface="Cambria Math" panose="02040503050406030204" pitchFamily="18" charset="0"/>
                            </a:rPr>
                            <m:t>1</m:t>
                          </m:r>
                        </m:sub>
                        <m:sup>
                          <m:r>
                            <a:rPr lang="en-US" sz="1600" i="1">
                              <a:latin typeface="Cambria Math" panose="02040503050406030204" pitchFamily="18" charset="0"/>
                            </a:rPr>
                            <m:t>𝐶</m:t>
                          </m:r>
                        </m:sup>
                        <m:e>
                          <m:sSubSup>
                            <m:sSubSupPr>
                              <m:ctrlPr>
                                <a:rPr lang="en-US" sz="1600" i="1">
                                  <a:latin typeface="Cambria Math" panose="02040503050406030204" pitchFamily="18" charset="0"/>
                                </a:rPr>
                              </m:ctrlPr>
                            </m:sSubSupPr>
                            <m:e>
                              <m:r>
                                <a:rPr lang="en-US" sz="1600" i="1">
                                  <a:latin typeface="Cambria Math" panose="02040503050406030204" pitchFamily="18" charset="0"/>
                                </a:rPr>
                                <m:t>𝑃</m:t>
                              </m:r>
                            </m:e>
                            <m:sub>
                              <m:r>
                                <a:rPr lang="en-US" sz="1600" i="1">
                                  <a:latin typeface="Cambria Math" panose="02040503050406030204" pitchFamily="18" charset="0"/>
                                </a:rPr>
                                <m:t>𝑐</m:t>
                              </m:r>
                            </m:sub>
                            <m:sup>
                              <m:r>
                                <a:rPr lang="en-US" sz="1600" i="1">
                                  <a:latin typeface="Cambria Math" panose="02040503050406030204" pitchFamily="18" charset="0"/>
                                </a:rPr>
                                <m:t>2</m:t>
                              </m:r>
                            </m:sup>
                          </m:sSubSup>
                        </m:e>
                      </m:nary>
                    </m:oMath>
                  </m:oMathPara>
                </a14:m>
                <a:endParaRPr lang="en-US" sz="1600">
                  <a:latin typeface="Avenir Next LT Pro" panose="020B0504020202020204" pitchFamily="34" charset="0"/>
                </a:endParaRPr>
              </a:p>
              <a:p>
                <a:r>
                  <a:rPr lang="en-US" sz="1600">
                    <a:latin typeface="Avenir Next LT Pro" panose="020B0504020202020204" pitchFamily="34" charset="0"/>
                  </a:rPr>
                  <a:t>Where </a:t>
                </a: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𝑃</m:t>
                        </m:r>
                      </m:e>
                      <m:sub>
                        <m:r>
                          <a:rPr lang="ar-AE" sz="1600" i="1">
                            <a:latin typeface="Cambria Math" panose="02040503050406030204" pitchFamily="18" charset="0"/>
                          </a:rPr>
                          <m:t>𝑐</m:t>
                        </m:r>
                      </m:sub>
                    </m:sSub>
                  </m:oMath>
                </a14:m>
                <a:r>
                  <a:rPr lang="en-US" sz="1600">
                    <a:latin typeface="Avenir Next LT Pro" panose="020B0504020202020204" pitchFamily="34" charset="0"/>
                  </a:rPr>
                  <a:t>is the relative frequency of class </a:t>
                </a:r>
                <a14:m>
                  <m:oMath xmlns:m="http://schemas.openxmlformats.org/officeDocument/2006/math">
                    <m:r>
                      <a:rPr lang="en-US" sz="1600" i="1">
                        <a:latin typeface="Cambria Math" panose="02040503050406030204" pitchFamily="18" charset="0"/>
                      </a:rPr>
                      <m:t>𝑐</m:t>
                    </m:r>
                  </m:oMath>
                </a14:m>
                <a:r>
                  <a:rPr lang="en-US" sz="1600">
                    <a:latin typeface="Avenir Next LT Pro" panose="020B0504020202020204" pitchFamily="34" charset="0"/>
                  </a:rPr>
                  <a:t> in </a:t>
                </a:r>
                <a14:m>
                  <m:oMath xmlns:m="http://schemas.openxmlformats.org/officeDocument/2006/math">
                    <m:r>
                      <a:rPr lang="en-US" sz="1600" i="1">
                        <a:latin typeface="Cambria Math" panose="02040503050406030204" pitchFamily="18" charset="0"/>
                      </a:rPr>
                      <m:t>𝐷</m:t>
                    </m:r>
                  </m:oMath>
                </a14:m>
                <a:r>
                  <a:rPr lang="en-US" sz="1600">
                    <a:latin typeface="Avenir Next LT Pro" panose="020B0504020202020204" pitchFamily="34" charset="0"/>
                  </a:rPr>
                  <a:t>. Since we have 2 classes, our impurity is: </a:t>
                </a:r>
                <a14:m>
                  <m:oMath xmlns:m="http://schemas.openxmlformats.org/officeDocument/2006/math">
                    <m:r>
                      <m:rPr>
                        <m:nor/>
                      </m:rPr>
                      <a:rPr lang="en-US" sz="1600" i="0" smtClean="0">
                        <a:latin typeface="Avenir Next LT Pro" panose="020B0504020202020204" pitchFamily="34" charset="0"/>
                      </a:rPr>
                      <m:t>Gini</m:t>
                    </m:r>
                    <m:d>
                      <m:dPr>
                        <m:ctrlPr>
                          <a:rPr lang="en-US" sz="1600" i="1">
                            <a:latin typeface="Cambria Math" panose="02040503050406030204" pitchFamily="18" charset="0"/>
                          </a:rPr>
                        </m:ctrlPr>
                      </m:dPr>
                      <m:e>
                        <m:r>
                          <a:rPr lang="en-US" sz="1600" i="1">
                            <a:latin typeface="Cambria Math" panose="02040503050406030204" pitchFamily="18" charset="0"/>
                          </a:rPr>
                          <m:t>𝐷</m:t>
                        </m:r>
                      </m:e>
                    </m:d>
                    <m:r>
                      <a:rPr lang="en-US" sz="1600" i="1">
                        <a:latin typeface="Cambria Math" panose="02040503050406030204" pitchFamily="18" charset="0"/>
                      </a:rPr>
                      <m:t>=</m:t>
                    </m:r>
                    <m:r>
                      <a:rPr lang="en-US" sz="1600" i="1" smtClean="0">
                        <a:latin typeface="Cambria Math" panose="02040503050406030204" pitchFamily="18" charset="0"/>
                      </a:rPr>
                      <m:t>1</m:t>
                    </m:r>
                    <m:r>
                      <a:rPr lang="en-US" sz="1600" i="1" smtClean="0">
                        <a:latin typeface="Cambria Math" panose="02040503050406030204" pitchFamily="18" charset="0"/>
                      </a:rPr>
                      <m:t>−</m:t>
                    </m:r>
                    <m:sSubSup>
                      <m:sSubSupPr>
                        <m:ctrlPr>
                          <a:rPr lang="en-US" sz="1600" b="0" i="1" smtClean="0">
                            <a:latin typeface="Cambria Math" panose="02040503050406030204" pitchFamily="18" charset="0"/>
                          </a:rPr>
                        </m:ctrlPr>
                      </m:sSubSupPr>
                      <m:e>
                        <m:r>
                          <a:rPr lang="en-US" sz="1600" b="0" i="1" smtClean="0">
                            <a:latin typeface="Cambria Math" panose="02040503050406030204" pitchFamily="18" charset="0"/>
                          </a:rPr>
                          <m:t>𝑃</m:t>
                        </m:r>
                      </m:e>
                      <m:sub>
                        <m:r>
                          <a:rPr lang="en-US" sz="1600" b="0" i="1" smtClean="0">
                            <a:latin typeface="Cambria Math" panose="02040503050406030204" pitchFamily="18" charset="0"/>
                          </a:rPr>
                          <m:t>𝑦𝑒𝑠</m:t>
                        </m:r>
                      </m:sub>
                      <m:sup>
                        <m:r>
                          <a:rPr lang="en-US" sz="1600" b="0" i="1" smtClean="0">
                            <a:latin typeface="Cambria Math" panose="02040503050406030204" pitchFamily="18" charset="0"/>
                          </a:rPr>
                          <m:t>2</m:t>
                        </m:r>
                      </m:sup>
                    </m:sSubSup>
                    <m:r>
                      <a:rPr lang="en-US" sz="1600" b="0" i="1" smtClean="0">
                        <a:latin typeface="Cambria Math" panose="02040503050406030204" pitchFamily="18" charset="0"/>
                      </a:rPr>
                      <m:t>−</m:t>
                    </m:r>
                    <m:sSubSup>
                      <m:sSubSupPr>
                        <m:ctrlPr>
                          <a:rPr lang="en-US" sz="1600" b="0" i="1" smtClean="0">
                            <a:latin typeface="Cambria Math" panose="02040503050406030204" pitchFamily="18" charset="0"/>
                          </a:rPr>
                        </m:ctrlPr>
                      </m:sSubSupPr>
                      <m:e>
                        <m:r>
                          <a:rPr lang="en-US" sz="1600" b="0" i="1" smtClean="0">
                            <a:latin typeface="Cambria Math" panose="02040503050406030204" pitchFamily="18" charset="0"/>
                          </a:rPr>
                          <m:t>𝑃</m:t>
                        </m:r>
                      </m:e>
                      <m:sub>
                        <m:r>
                          <a:rPr lang="en-US" sz="1600" b="0" i="1" smtClean="0">
                            <a:latin typeface="Cambria Math" panose="02040503050406030204" pitchFamily="18" charset="0"/>
                          </a:rPr>
                          <m:t>𝑛𝑜</m:t>
                        </m:r>
                      </m:sub>
                      <m:sup>
                        <m:r>
                          <a:rPr lang="en-US" sz="1600" b="0" i="1" smtClean="0">
                            <a:latin typeface="Cambria Math" panose="02040503050406030204" pitchFamily="18" charset="0"/>
                          </a:rPr>
                          <m:t>2</m:t>
                        </m:r>
                      </m:sup>
                    </m:sSubSup>
                    <m:r>
                      <a:rPr lang="en-US" sz="1600" b="0" i="1" smtClean="0">
                        <a:latin typeface="Cambria Math" panose="02040503050406030204" pitchFamily="18" charset="0"/>
                      </a:rPr>
                      <m:t> </m:t>
                    </m:r>
                  </m:oMath>
                </a14:m>
                <a:endParaRPr lang="en-US" sz="1600">
                  <a:latin typeface="Avenir Next LT Pro" panose="020B0504020202020204" pitchFamily="34" charset="0"/>
                </a:endParaRPr>
              </a:p>
            </p:txBody>
          </p:sp>
        </mc:Choice>
        <mc:Fallback xmlns="">
          <p:sp>
            <p:nvSpPr>
              <p:cNvPr id="9" name="TextBox 8">
                <a:extLst>
                  <a:ext uri="{FF2B5EF4-FFF2-40B4-BE49-F238E27FC236}">
                    <a16:creationId xmlns:a16="http://schemas.microsoft.com/office/drawing/2014/main" id="{5FD8B7DE-C595-C658-0186-6DED5F5F7A61}"/>
                  </a:ext>
                </a:extLst>
              </p:cNvPr>
              <p:cNvSpPr txBox="1">
                <a:spLocks noRot="1" noChangeAspect="1" noMove="1" noResize="1" noEditPoints="1" noAdjustHandles="1" noChangeArrowheads="1" noChangeShapeType="1" noTextEdit="1"/>
              </p:cNvSpPr>
              <p:nvPr/>
            </p:nvSpPr>
            <p:spPr>
              <a:xfrm>
                <a:off x="284255" y="791905"/>
                <a:ext cx="11835797" cy="1302857"/>
              </a:xfrm>
              <a:prstGeom prst="rect">
                <a:avLst/>
              </a:prstGeom>
              <a:blipFill>
                <a:blip r:embed="rId2"/>
                <a:stretch>
                  <a:fillRect l="-309" t="-1402" b="-3271"/>
                </a:stretch>
              </a:blipFill>
            </p:spPr>
            <p:txBody>
              <a:bodyPr/>
              <a:lstStyle/>
              <a:p>
                <a:r>
                  <a:rPr lang="en-US">
                    <a:noFill/>
                  </a:rPr>
                  <a:t> </a:t>
                </a:r>
              </a:p>
            </p:txBody>
          </p:sp>
        </mc:Fallback>
      </mc:AlternateContent>
      <p:sp>
        <p:nvSpPr>
          <p:cNvPr id="10" name="Rectangle: Rounded Corners 9">
            <a:extLst>
              <a:ext uri="{FF2B5EF4-FFF2-40B4-BE49-F238E27FC236}">
                <a16:creationId xmlns:a16="http://schemas.microsoft.com/office/drawing/2014/main" id="{777DB1E4-0F98-375B-21E7-B725D870B1E1}"/>
              </a:ext>
            </a:extLst>
          </p:cNvPr>
          <p:cNvSpPr/>
          <p:nvPr/>
        </p:nvSpPr>
        <p:spPr>
          <a:xfrm>
            <a:off x="7329226" y="2467130"/>
            <a:ext cx="2169374" cy="741238"/>
          </a:xfrm>
          <a:prstGeom prst="roundRect">
            <a:avLst/>
          </a:prstGeom>
          <a:noFill/>
          <a:ln w="2857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11" name="Rectangle: Rounded Corners 10">
            <a:extLst>
              <a:ext uri="{FF2B5EF4-FFF2-40B4-BE49-F238E27FC236}">
                <a16:creationId xmlns:a16="http://schemas.microsoft.com/office/drawing/2014/main" id="{A48674BB-2799-726E-B894-3276F2A0568B}"/>
              </a:ext>
            </a:extLst>
          </p:cNvPr>
          <p:cNvSpPr/>
          <p:nvPr/>
        </p:nvSpPr>
        <p:spPr>
          <a:xfrm>
            <a:off x="5632977" y="3717271"/>
            <a:ext cx="1605951" cy="629729"/>
          </a:xfrm>
          <a:prstGeom prst="roundRect">
            <a:avLst/>
          </a:prstGeom>
          <a:noFill/>
          <a:ln w="2857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cxnSp>
        <p:nvCxnSpPr>
          <p:cNvPr id="12" name="Straight Arrow Connector 11">
            <a:extLst>
              <a:ext uri="{FF2B5EF4-FFF2-40B4-BE49-F238E27FC236}">
                <a16:creationId xmlns:a16="http://schemas.microsoft.com/office/drawing/2014/main" id="{BC25AAED-54E3-D945-6C7A-76719E28F349}"/>
              </a:ext>
            </a:extLst>
          </p:cNvPr>
          <p:cNvCxnSpPr>
            <a:cxnSpLocks/>
            <a:stCxn id="10" idx="2"/>
            <a:endCxn id="11" idx="0"/>
          </p:cNvCxnSpPr>
          <p:nvPr/>
        </p:nvCxnSpPr>
        <p:spPr>
          <a:xfrm flipH="1">
            <a:off x="6435953" y="3208368"/>
            <a:ext cx="1977960" cy="5089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7676DB93-EAD7-3C0E-CD98-DBBC3C0B1509}"/>
              </a:ext>
            </a:extLst>
          </p:cNvPr>
          <p:cNvCxnSpPr>
            <a:cxnSpLocks/>
            <a:stCxn id="10" idx="2"/>
            <a:endCxn id="14" idx="0"/>
          </p:cNvCxnSpPr>
          <p:nvPr/>
        </p:nvCxnSpPr>
        <p:spPr>
          <a:xfrm>
            <a:off x="8413913" y="3208368"/>
            <a:ext cx="1943463" cy="4554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Oval 13">
            <a:extLst>
              <a:ext uri="{FF2B5EF4-FFF2-40B4-BE49-F238E27FC236}">
                <a16:creationId xmlns:a16="http://schemas.microsoft.com/office/drawing/2014/main" id="{63BC236A-814D-548B-F5E1-97466B840F54}"/>
              </a:ext>
            </a:extLst>
          </p:cNvPr>
          <p:cNvSpPr/>
          <p:nvPr/>
        </p:nvSpPr>
        <p:spPr>
          <a:xfrm>
            <a:off x="9638508" y="3663797"/>
            <a:ext cx="1437736" cy="700511"/>
          </a:xfrm>
          <a:prstGeom prst="ellipse">
            <a:avLst/>
          </a:prstGeom>
          <a:noFill/>
          <a:ln w="1905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16" name="TextBox 15">
            <a:extLst>
              <a:ext uri="{FF2B5EF4-FFF2-40B4-BE49-F238E27FC236}">
                <a16:creationId xmlns:a16="http://schemas.microsoft.com/office/drawing/2014/main" id="{11CCFFDA-41B1-8F9E-E522-C9E285FCBC1B}"/>
              </a:ext>
            </a:extLst>
          </p:cNvPr>
          <p:cNvSpPr txBox="1"/>
          <p:nvPr/>
        </p:nvSpPr>
        <p:spPr>
          <a:xfrm>
            <a:off x="7329226" y="2681300"/>
            <a:ext cx="2169374" cy="438582"/>
          </a:xfrm>
          <a:prstGeom prst="rect">
            <a:avLst/>
          </a:prstGeom>
          <a:noFill/>
        </p:spPr>
        <p:txBody>
          <a:bodyPr wrap="square">
            <a:spAutoFit/>
          </a:bodyPr>
          <a:lstStyle/>
          <a:p>
            <a:pPr algn="ctr">
              <a:buNone/>
            </a:pPr>
            <a:r>
              <a:rPr lang="en-US" sz="1200" b="1">
                <a:latin typeface="Avenir Next LT Pro" panose="020B0504020202020204" pitchFamily="34" charset="0"/>
              </a:rPr>
              <a:t>Appointment: In person?</a:t>
            </a:r>
          </a:p>
          <a:p>
            <a:pPr algn="ctr">
              <a:buNone/>
            </a:pPr>
            <a:r>
              <a:rPr lang="en-US" sz="1050">
                <a:latin typeface="Avenir Next LT Pro" panose="020B0504020202020204" pitchFamily="34" charset="0"/>
              </a:rPr>
              <a:t>7 samples, </a:t>
            </a:r>
            <a:r>
              <a:rPr lang="en-US" sz="1050" b="1">
                <a:solidFill>
                  <a:srgbClr val="00B050"/>
                </a:solidFill>
                <a:latin typeface="Avenir Next LT Pro" panose="020B0504020202020204" pitchFamily="34" charset="0"/>
              </a:rPr>
              <a:t>4Y</a:t>
            </a:r>
            <a:r>
              <a:rPr lang="en-US" sz="1050">
                <a:latin typeface="Avenir Next LT Pro" panose="020B0504020202020204" pitchFamily="34" charset="0"/>
              </a:rPr>
              <a:t> </a:t>
            </a:r>
            <a:r>
              <a:rPr lang="en-US" sz="1050" b="1">
                <a:solidFill>
                  <a:srgbClr val="C00000"/>
                </a:solidFill>
                <a:latin typeface="Avenir Next LT Pro" panose="020B0504020202020204" pitchFamily="34" charset="0"/>
              </a:rPr>
              <a:t>3N</a:t>
            </a:r>
          </a:p>
        </p:txBody>
      </p:sp>
      <p:sp>
        <p:nvSpPr>
          <p:cNvPr id="19" name="TextBox 18">
            <a:extLst>
              <a:ext uri="{FF2B5EF4-FFF2-40B4-BE49-F238E27FC236}">
                <a16:creationId xmlns:a16="http://schemas.microsoft.com/office/drawing/2014/main" id="{DAEE6AC1-66F7-F8A9-120D-42E55B83D1A4}"/>
              </a:ext>
            </a:extLst>
          </p:cNvPr>
          <p:cNvSpPr txBox="1"/>
          <p:nvPr/>
        </p:nvSpPr>
        <p:spPr>
          <a:xfrm>
            <a:off x="6857019" y="3215455"/>
            <a:ext cx="755677" cy="307777"/>
          </a:xfrm>
          <a:prstGeom prst="rect">
            <a:avLst/>
          </a:prstGeom>
          <a:noFill/>
        </p:spPr>
        <p:txBody>
          <a:bodyPr wrap="square">
            <a:spAutoFit/>
          </a:bodyPr>
          <a:lstStyle/>
          <a:p>
            <a:r>
              <a:rPr lang="en-US" sz="1400">
                <a:latin typeface="Avenir Next LT Pro" panose="020B0504020202020204" pitchFamily="34" charset="0"/>
              </a:rPr>
              <a:t>True</a:t>
            </a:r>
            <a:endParaRPr lang="en-US" sz="1400"/>
          </a:p>
        </p:txBody>
      </p:sp>
      <p:sp>
        <p:nvSpPr>
          <p:cNvPr id="20" name="TextBox 19">
            <a:extLst>
              <a:ext uri="{FF2B5EF4-FFF2-40B4-BE49-F238E27FC236}">
                <a16:creationId xmlns:a16="http://schemas.microsoft.com/office/drawing/2014/main" id="{398792DF-70B9-04E2-BB62-224DADD535DF}"/>
              </a:ext>
            </a:extLst>
          </p:cNvPr>
          <p:cNvSpPr txBox="1"/>
          <p:nvPr/>
        </p:nvSpPr>
        <p:spPr>
          <a:xfrm>
            <a:off x="9260670" y="3208368"/>
            <a:ext cx="755677" cy="307777"/>
          </a:xfrm>
          <a:prstGeom prst="rect">
            <a:avLst/>
          </a:prstGeom>
          <a:noFill/>
        </p:spPr>
        <p:txBody>
          <a:bodyPr wrap="square">
            <a:spAutoFit/>
          </a:bodyPr>
          <a:lstStyle/>
          <a:p>
            <a:r>
              <a:rPr lang="en-US" sz="1400">
                <a:latin typeface="Avenir Next LT Pro" panose="020B0504020202020204" pitchFamily="34" charset="0"/>
              </a:rPr>
              <a:t>False</a:t>
            </a:r>
            <a:endParaRPr lang="en-US" sz="1400"/>
          </a:p>
        </p:txBody>
      </p:sp>
      <p:sp>
        <p:nvSpPr>
          <p:cNvPr id="30" name="TextBox 29">
            <a:extLst>
              <a:ext uri="{FF2B5EF4-FFF2-40B4-BE49-F238E27FC236}">
                <a16:creationId xmlns:a16="http://schemas.microsoft.com/office/drawing/2014/main" id="{0ECF1AF3-0B6C-DF2F-17BA-823D1BDF99CC}"/>
              </a:ext>
            </a:extLst>
          </p:cNvPr>
          <p:cNvSpPr txBox="1"/>
          <p:nvPr/>
        </p:nvSpPr>
        <p:spPr>
          <a:xfrm>
            <a:off x="5927447" y="3847469"/>
            <a:ext cx="1017009" cy="369332"/>
          </a:xfrm>
          <a:prstGeom prst="rect">
            <a:avLst/>
          </a:prstGeom>
          <a:noFill/>
        </p:spPr>
        <p:txBody>
          <a:bodyPr wrap="square">
            <a:spAutoFit/>
          </a:bodyPr>
          <a:lstStyle/>
          <a:p>
            <a:r>
              <a:rPr lang="en-US" b="1">
                <a:solidFill>
                  <a:srgbClr val="00B050"/>
                </a:solidFill>
                <a:latin typeface="Avenir Next LT Pro" panose="020B0504020202020204" pitchFamily="34" charset="0"/>
              </a:rPr>
              <a:t>3</a:t>
            </a:r>
            <a:r>
              <a:rPr lang="en-US" sz="1800" b="1">
                <a:solidFill>
                  <a:srgbClr val="00B050"/>
                </a:solidFill>
                <a:latin typeface="Avenir Next LT Pro" panose="020B0504020202020204" pitchFamily="34" charset="0"/>
              </a:rPr>
              <a:t>Y </a:t>
            </a:r>
            <a:r>
              <a:rPr lang="en-US" sz="1800" b="1">
                <a:solidFill>
                  <a:srgbClr val="C00000"/>
                </a:solidFill>
                <a:latin typeface="Avenir Next LT Pro" panose="020B0504020202020204" pitchFamily="34" charset="0"/>
              </a:rPr>
              <a:t>1N</a:t>
            </a:r>
            <a:endParaRPr lang="en-US">
              <a:solidFill>
                <a:srgbClr val="C00000"/>
              </a:solidFill>
            </a:endParaRPr>
          </a:p>
        </p:txBody>
      </p:sp>
      <p:sp>
        <p:nvSpPr>
          <p:cNvPr id="31" name="TextBox 30">
            <a:extLst>
              <a:ext uri="{FF2B5EF4-FFF2-40B4-BE49-F238E27FC236}">
                <a16:creationId xmlns:a16="http://schemas.microsoft.com/office/drawing/2014/main" id="{0C0A4E96-07C1-85B3-75AD-BBB5BD7104C6}"/>
              </a:ext>
            </a:extLst>
          </p:cNvPr>
          <p:cNvSpPr txBox="1"/>
          <p:nvPr/>
        </p:nvSpPr>
        <p:spPr>
          <a:xfrm>
            <a:off x="9897299" y="3885884"/>
            <a:ext cx="1337095" cy="369332"/>
          </a:xfrm>
          <a:prstGeom prst="rect">
            <a:avLst/>
          </a:prstGeom>
          <a:noFill/>
        </p:spPr>
        <p:txBody>
          <a:bodyPr wrap="square">
            <a:spAutoFit/>
          </a:bodyPr>
          <a:lstStyle/>
          <a:p>
            <a:r>
              <a:rPr lang="en-US" b="1">
                <a:solidFill>
                  <a:srgbClr val="00B050"/>
                </a:solidFill>
                <a:latin typeface="Avenir Next LT Pro" panose="020B0504020202020204" pitchFamily="34" charset="0"/>
              </a:rPr>
              <a:t>1Y </a:t>
            </a:r>
            <a:r>
              <a:rPr lang="en-US" b="1">
                <a:solidFill>
                  <a:srgbClr val="C00000"/>
                </a:solidFill>
                <a:latin typeface="Avenir Next LT Pro" panose="020B0504020202020204" pitchFamily="34" charset="0"/>
              </a:rPr>
              <a:t>2N</a:t>
            </a:r>
            <a:endParaRPr lang="en-US">
              <a:solidFill>
                <a:srgbClr val="C00000"/>
              </a:solidFill>
            </a:endParaRPr>
          </a:p>
        </p:txBody>
      </p:sp>
      <mc:AlternateContent xmlns:mc="http://schemas.openxmlformats.org/markup-compatibility/2006">
        <mc:Choice xmlns:a14="http://schemas.microsoft.com/office/drawing/2010/main" Requires="a14">
          <p:sp>
            <p:nvSpPr>
              <p:cNvPr id="34" name="TextBox 33">
                <a:extLst>
                  <a:ext uri="{FF2B5EF4-FFF2-40B4-BE49-F238E27FC236}">
                    <a16:creationId xmlns:a16="http://schemas.microsoft.com/office/drawing/2014/main" id="{1B985576-2921-F470-C6AA-F72AB98A17E8}"/>
                  </a:ext>
                </a:extLst>
              </p:cNvPr>
              <p:cNvSpPr txBox="1"/>
              <p:nvPr/>
            </p:nvSpPr>
            <p:spPr>
              <a:xfrm>
                <a:off x="4322449" y="4419268"/>
                <a:ext cx="3680828" cy="5061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𝐺𝑖𝑛𝑖</m:t>
                      </m:r>
                      <m:d>
                        <m:dPr>
                          <m:ctrlPr>
                            <a:rPr lang="en-US" sz="1100" b="0" i="1" smtClean="0">
                              <a:latin typeface="Cambria Math" panose="02040503050406030204" pitchFamily="18" charset="0"/>
                            </a:rPr>
                          </m:ctrlPr>
                        </m:dPr>
                        <m:e>
                          <m:r>
                            <a:rPr lang="en-US" sz="1100" b="0" i="1" smtClean="0">
                              <a:latin typeface="Cambria Math" panose="02040503050406030204" pitchFamily="18" charset="0"/>
                            </a:rPr>
                            <m:t>𝐼𝑛𝑝𝑒𝑟𝑠𝑜𝑛</m:t>
                          </m:r>
                        </m:e>
                      </m:d>
                      <m:r>
                        <a:rPr lang="en-US" sz="1100" b="0" i="1" smtClean="0">
                          <a:latin typeface="Cambria Math" panose="02040503050406030204" pitchFamily="18" charset="0"/>
                        </a:rPr>
                        <m:t>=</m:t>
                      </m:r>
                      <m:r>
                        <a:rPr lang="en-US" sz="1100" b="0" i="1" smtClean="0">
                          <a:latin typeface="Cambria Math" panose="02040503050406030204" pitchFamily="18" charset="0"/>
                        </a:rPr>
                        <m:t>1</m:t>
                      </m:r>
                      <m:r>
                        <a:rPr lang="en-US" sz="1100" b="0" i="1" smtClean="0">
                          <a:latin typeface="Cambria Math" panose="02040503050406030204" pitchFamily="18" charset="0"/>
                        </a:rPr>
                        <m:t>−</m:t>
                      </m:r>
                      <m:sSup>
                        <m:sSupPr>
                          <m:ctrlPr>
                            <a:rPr lang="en-US" sz="1100" b="0" i="1" smtClean="0">
                              <a:latin typeface="Cambria Math" panose="02040503050406030204" pitchFamily="18" charset="0"/>
                            </a:rPr>
                          </m:ctrlPr>
                        </m:sSupPr>
                        <m:e>
                          <m:d>
                            <m:dPr>
                              <m:ctrlPr>
                                <a:rPr lang="en-US" sz="1100" b="0" i="1" smtClean="0">
                                  <a:latin typeface="Cambria Math" panose="02040503050406030204" pitchFamily="18" charset="0"/>
                                </a:rPr>
                              </m:ctrlPr>
                            </m:dPr>
                            <m:e>
                              <m:f>
                                <m:fPr>
                                  <m:ctrlPr>
                                    <a:rPr lang="en-US" sz="1100" b="0" i="1" smtClean="0">
                                      <a:latin typeface="Cambria Math" panose="02040503050406030204" pitchFamily="18" charset="0"/>
                                    </a:rPr>
                                  </m:ctrlPr>
                                </m:fPr>
                                <m:num>
                                  <m:r>
                                    <a:rPr lang="en-US" sz="1100" b="0" i="1" smtClean="0">
                                      <a:latin typeface="Cambria Math" panose="02040503050406030204" pitchFamily="18" charset="0"/>
                                    </a:rPr>
                                    <m:t>1</m:t>
                                  </m:r>
                                </m:num>
                                <m:den>
                                  <m:r>
                                    <a:rPr lang="en-US" sz="1100" b="0" i="1" smtClean="0">
                                      <a:latin typeface="Cambria Math" panose="02040503050406030204" pitchFamily="18" charset="0"/>
                                    </a:rPr>
                                    <m:t>4</m:t>
                                  </m:r>
                                </m:den>
                              </m:f>
                            </m:e>
                          </m:d>
                        </m:e>
                        <m:sup>
                          <m:r>
                            <a:rPr lang="en-US" sz="1100" b="0" i="1" smtClean="0">
                              <a:latin typeface="Cambria Math" panose="02040503050406030204" pitchFamily="18" charset="0"/>
                            </a:rPr>
                            <m:t>2</m:t>
                          </m:r>
                        </m:sup>
                      </m:sSup>
                      <m:r>
                        <a:rPr lang="en-US" sz="1100" b="0" i="1" smtClean="0">
                          <a:latin typeface="Cambria Math" panose="02040503050406030204" pitchFamily="18" charset="0"/>
                        </a:rPr>
                        <m:t>−</m:t>
                      </m:r>
                      <m:sSup>
                        <m:sSupPr>
                          <m:ctrlPr>
                            <a:rPr lang="en-US" sz="1100" b="0" i="1" smtClean="0">
                              <a:latin typeface="Cambria Math" panose="02040503050406030204" pitchFamily="18" charset="0"/>
                            </a:rPr>
                          </m:ctrlPr>
                        </m:sSupPr>
                        <m:e>
                          <m:d>
                            <m:dPr>
                              <m:ctrlPr>
                                <a:rPr lang="en-US" sz="1100" b="0" i="1" smtClean="0">
                                  <a:latin typeface="Cambria Math" panose="02040503050406030204" pitchFamily="18" charset="0"/>
                                </a:rPr>
                              </m:ctrlPr>
                            </m:dPr>
                            <m:e>
                              <m:f>
                                <m:fPr>
                                  <m:ctrlPr>
                                    <a:rPr lang="en-US" sz="1100" b="0" i="1" smtClean="0">
                                      <a:latin typeface="Cambria Math" panose="02040503050406030204" pitchFamily="18" charset="0"/>
                                    </a:rPr>
                                  </m:ctrlPr>
                                </m:fPr>
                                <m:num>
                                  <m:r>
                                    <a:rPr lang="en-US" sz="1100" b="0" i="1" smtClean="0">
                                      <a:latin typeface="Cambria Math" panose="02040503050406030204" pitchFamily="18" charset="0"/>
                                    </a:rPr>
                                    <m:t>3</m:t>
                                  </m:r>
                                </m:num>
                                <m:den>
                                  <m:r>
                                    <a:rPr lang="en-US" sz="1100" b="0" i="1" smtClean="0">
                                      <a:latin typeface="Cambria Math" panose="02040503050406030204" pitchFamily="18" charset="0"/>
                                    </a:rPr>
                                    <m:t>4</m:t>
                                  </m:r>
                                </m:den>
                              </m:f>
                            </m:e>
                          </m:d>
                        </m:e>
                        <m:sup>
                          <m:r>
                            <a:rPr lang="en-US" sz="1100" b="0" i="1" smtClean="0">
                              <a:latin typeface="Cambria Math" panose="02040503050406030204" pitchFamily="18" charset="0"/>
                            </a:rPr>
                            <m:t>2</m:t>
                          </m:r>
                        </m:sup>
                      </m:sSup>
                      <m:r>
                        <a:rPr lang="en-US" sz="1100" b="0" i="1" smtClean="0">
                          <a:latin typeface="Cambria Math" panose="02040503050406030204" pitchFamily="18" charset="0"/>
                        </a:rPr>
                        <m:t>=</m:t>
                      </m:r>
                      <m:r>
                        <a:rPr lang="en-US" sz="1100" b="0" i="1" smtClean="0">
                          <a:latin typeface="Cambria Math" panose="02040503050406030204" pitchFamily="18" charset="0"/>
                        </a:rPr>
                        <m:t>1</m:t>
                      </m:r>
                      <m:r>
                        <a:rPr lang="en-US" sz="1100" b="0" i="1" smtClean="0">
                          <a:latin typeface="Cambria Math" panose="02040503050406030204" pitchFamily="18" charset="0"/>
                        </a:rPr>
                        <m:t>−</m:t>
                      </m:r>
                      <m:r>
                        <a:rPr lang="en-US" sz="1100" b="0" i="1" smtClean="0">
                          <a:latin typeface="Cambria Math" panose="02040503050406030204" pitchFamily="18" charset="0"/>
                        </a:rPr>
                        <m:t>0</m:t>
                      </m:r>
                      <m:r>
                        <a:rPr lang="en-US" sz="1100" b="0" i="1" smtClean="0">
                          <a:latin typeface="Cambria Math" panose="02040503050406030204" pitchFamily="18" charset="0"/>
                        </a:rPr>
                        <m:t>.</m:t>
                      </m:r>
                      <m:r>
                        <a:rPr lang="en-US" sz="1100" b="0" i="1" smtClean="0">
                          <a:latin typeface="Cambria Math" panose="02040503050406030204" pitchFamily="18" charset="0"/>
                        </a:rPr>
                        <m:t>625</m:t>
                      </m:r>
                      <m:r>
                        <a:rPr lang="en-US" sz="1100" b="0" i="1" smtClean="0">
                          <a:latin typeface="Cambria Math" panose="02040503050406030204" pitchFamily="18" charset="0"/>
                        </a:rPr>
                        <m:t>=</m:t>
                      </m:r>
                      <m:r>
                        <a:rPr lang="en-US" sz="1100" b="0" i="1" smtClean="0">
                          <a:latin typeface="Cambria Math" panose="02040503050406030204" pitchFamily="18" charset="0"/>
                        </a:rPr>
                        <m:t>0</m:t>
                      </m:r>
                      <m:r>
                        <a:rPr lang="en-US" sz="1100" b="0" i="1" smtClean="0">
                          <a:latin typeface="Cambria Math" panose="02040503050406030204" pitchFamily="18" charset="0"/>
                        </a:rPr>
                        <m:t>.</m:t>
                      </m:r>
                      <m:r>
                        <a:rPr lang="en-US" sz="1100" b="0" i="1" smtClean="0">
                          <a:latin typeface="Cambria Math" panose="02040503050406030204" pitchFamily="18" charset="0"/>
                        </a:rPr>
                        <m:t>375</m:t>
                      </m:r>
                      <m:r>
                        <a:rPr lang="en-US" sz="1100" b="0" i="1" smtClean="0">
                          <a:latin typeface="Cambria Math" panose="02040503050406030204" pitchFamily="18" charset="0"/>
                        </a:rPr>
                        <m:t> </m:t>
                      </m:r>
                    </m:oMath>
                  </m:oMathPara>
                </a14:m>
                <a:endParaRPr lang="en-US" sz="1100" dirty="0">
                  <a:latin typeface="Avenir Next LT Pro" panose="020B0504020202020204" pitchFamily="34" charset="0"/>
                </a:endParaRPr>
              </a:p>
            </p:txBody>
          </p:sp>
        </mc:Choice>
        <mc:Fallback>
          <p:sp>
            <p:nvSpPr>
              <p:cNvPr id="34" name="TextBox 33">
                <a:extLst>
                  <a:ext uri="{FF2B5EF4-FFF2-40B4-BE49-F238E27FC236}">
                    <a16:creationId xmlns:a16="http://schemas.microsoft.com/office/drawing/2014/main" id="{1B985576-2921-F470-C6AA-F72AB98A17E8}"/>
                  </a:ext>
                </a:extLst>
              </p:cNvPr>
              <p:cNvSpPr txBox="1">
                <a:spLocks noRot="1" noChangeAspect="1" noMove="1" noResize="1" noEditPoints="1" noAdjustHandles="1" noChangeArrowheads="1" noChangeShapeType="1" noTextEdit="1"/>
              </p:cNvSpPr>
              <p:nvPr/>
            </p:nvSpPr>
            <p:spPr>
              <a:xfrm>
                <a:off x="4322449" y="4419268"/>
                <a:ext cx="3680828" cy="50616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DB8B78E-1FAF-74EA-7CB0-A2ACB4A1DFED}"/>
                  </a:ext>
                </a:extLst>
              </p:cNvPr>
              <p:cNvSpPr txBox="1"/>
              <p:nvPr/>
            </p:nvSpPr>
            <p:spPr>
              <a:xfrm>
                <a:off x="8295795" y="4364308"/>
                <a:ext cx="3680828" cy="5061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𝐺𝑖𝑛𝑖</m:t>
                      </m:r>
                      <m:d>
                        <m:dPr>
                          <m:ctrlPr>
                            <a:rPr lang="en-US" sz="1100" b="0" i="1" smtClean="0">
                              <a:latin typeface="Cambria Math" panose="02040503050406030204" pitchFamily="18" charset="0"/>
                            </a:rPr>
                          </m:ctrlPr>
                        </m:dPr>
                        <m:e>
                          <m:r>
                            <a:rPr lang="en-US" sz="1100" b="0" i="1" smtClean="0">
                              <a:latin typeface="Cambria Math" panose="02040503050406030204" pitchFamily="18" charset="0"/>
                            </a:rPr>
                            <m:t>𝑂𝑛𝑙𝑖𝑛𝑒</m:t>
                          </m:r>
                        </m:e>
                      </m:d>
                      <m:r>
                        <a:rPr lang="en-US" sz="1100" b="0" i="1" smtClean="0">
                          <a:latin typeface="Cambria Math" panose="02040503050406030204" pitchFamily="18" charset="0"/>
                        </a:rPr>
                        <m:t>=</m:t>
                      </m:r>
                      <m:r>
                        <a:rPr lang="en-US" sz="1100" b="0" i="1" smtClean="0">
                          <a:latin typeface="Cambria Math" panose="02040503050406030204" pitchFamily="18" charset="0"/>
                        </a:rPr>
                        <m:t>1</m:t>
                      </m:r>
                      <m:r>
                        <a:rPr lang="en-US" sz="1100" b="0" i="1" smtClean="0">
                          <a:latin typeface="Cambria Math" panose="02040503050406030204" pitchFamily="18" charset="0"/>
                        </a:rPr>
                        <m:t>−</m:t>
                      </m:r>
                      <m:sSup>
                        <m:sSupPr>
                          <m:ctrlPr>
                            <a:rPr lang="en-US" sz="1100" b="0" i="1" smtClean="0">
                              <a:latin typeface="Cambria Math" panose="02040503050406030204" pitchFamily="18" charset="0"/>
                            </a:rPr>
                          </m:ctrlPr>
                        </m:sSupPr>
                        <m:e>
                          <m:d>
                            <m:dPr>
                              <m:ctrlPr>
                                <a:rPr lang="en-US" sz="1100" b="0" i="1" smtClean="0">
                                  <a:latin typeface="Cambria Math" panose="02040503050406030204" pitchFamily="18" charset="0"/>
                                </a:rPr>
                              </m:ctrlPr>
                            </m:dPr>
                            <m:e>
                              <m:f>
                                <m:fPr>
                                  <m:ctrlPr>
                                    <a:rPr lang="en-US" sz="1100" b="0" i="1" smtClean="0">
                                      <a:latin typeface="Cambria Math" panose="02040503050406030204" pitchFamily="18" charset="0"/>
                                    </a:rPr>
                                  </m:ctrlPr>
                                </m:fPr>
                                <m:num>
                                  <m:r>
                                    <a:rPr lang="en-US" sz="1100" b="0" i="1" smtClean="0">
                                      <a:latin typeface="Cambria Math" panose="02040503050406030204" pitchFamily="18" charset="0"/>
                                    </a:rPr>
                                    <m:t>1</m:t>
                                  </m:r>
                                </m:num>
                                <m:den>
                                  <m:r>
                                    <a:rPr lang="en-US" sz="1100" b="0" i="1" smtClean="0">
                                      <a:latin typeface="Cambria Math" panose="02040503050406030204" pitchFamily="18" charset="0"/>
                                    </a:rPr>
                                    <m:t>3</m:t>
                                  </m:r>
                                </m:den>
                              </m:f>
                            </m:e>
                          </m:d>
                        </m:e>
                        <m:sup>
                          <m:r>
                            <a:rPr lang="en-US" sz="1100" b="0" i="1" smtClean="0">
                              <a:latin typeface="Cambria Math" panose="02040503050406030204" pitchFamily="18" charset="0"/>
                            </a:rPr>
                            <m:t>2</m:t>
                          </m:r>
                        </m:sup>
                      </m:sSup>
                      <m:r>
                        <a:rPr lang="en-US" sz="1100" b="0" i="1" smtClean="0">
                          <a:latin typeface="Cambria Math" panose="02040503050406030204" pitchFamily="18" charset="0"/>
                        </a:rPr>
                        <m:t>−</m:t>
                      </m:r>
                      <m:sSup>
                        <m:sSupPr>
                          <m:ctrlPr>
                            <a:rPr lang="en-US" sz="1100" b="0" i="1" smtClean="0">
                              <a:latin typeface="Cambria Math" panose="02040503050406030204" pitchFamily="18" charset="0"/>
                            </a:rPr>
                          </m:ctrlPr>
                        </m:sSupPr>
                        <m:e>
                          <m:d>
                            <m:dPr>
                              <m:ctrlPr>
                                <a:rPr lang="en-US" sz="1100" b="0" i="1" smtClean="0">
                                  <a:latin typeface="Cambria Math" panose="02040503050406030204" pitchFamily="18" charset="0"/>
                                </a:rPr>
                              </m:ctrlPr>
                            </m:dPr>
                            <m:e>
                              <m:f>
                                <m:fPr>
                                  <m:ctrlPr>
                                    <a:rPr lang="en-US" sz="1100" b="0" i="1" smtClean="0">
                                      <a:latin typeface="Cambria Math" panose="02040503050406030204" pitchFamily="18" charset="0"/>
                                    </a:rPr>
                                  </m:ctrlPr>
                                </m:fPr>
                                <m:num>
                                  <m:r>
                                    <a:rPr lang="en-US" sz="1100" b="0" i="1" smtClean="0">
                                      <a:latin typeface="Cambria Math" panose="02040503050406030204" pitchFamily="18" charset="0"/>
                                    </a:rPr>
                                    <m:t>2</m:t>
                                  </m:r>
                                </m:num>
                                <m:den>
                                  <m:r>
                                    <a:rPr lang="en-US" sz="1100" b="0" i="1" smtClean="0">
                                      <a:latin typeface="Cambria Math" panose="02040503050406030204" pitchFamily="18" charset="0"/>
                                    </a:rPr>
                                    <m:t>3</m:t>
                                  </m:r>
                                </m:den>
                              </m:f>
                            </m:e>
                          </m:d>
                        </m:e>
                        <m:sup>
                          <m:r>
                            <a:rPr lang="en-US" sz="1100" b="0" i="1" smtClean="0">
                              <a:latin typeface="Cambria Math" panose="02040503050406030204" pitchFamily="18" charset="0"/>
                            </a:rPr>
                            <m:t>2</m:t>
                          </m:r>
                        </m:sup>
                      </m:sSup>
                      <m:r>
                        <a:rPr lang="en-US" sz="1100" b="0" i="1" smtClean="0">
                          <a:latin typeface="Cambria Math" panose="02040503050406030204" pitchFamily="18" charset="0"/>
                        </a:rPr>
                        <m:t>=</m:t>
                      </m:r>
                      <m:r>
                        <a:rPr lang="en-US" sz="1100" b="0" i="1" smtClean="0">
                          <a:latin typeface="Cambria Math" panose="02040503050406030204" pitchFamily="18" charset="0"/>
                        </a:rPr>
                        <m:t>1</m:t>
                      </m:r>
                      <m:r>
                        <a:rPr lang="en-US" sz="1100" b="0" i="1" smtClean="0">
                          <a:latin typeface="Cambria Math" panose="02040503050406030204" pitchFamily="18" charset="0"/>
                        </a:rPr>
                        <m:t>−</m:t>
                      </m:r>
                      <m:r>
                        <a:rPr lang="en-US" sz="1100" b="0" i="1" smtClean="0">
                          <a:latin typeface="Cambria Math" panose="02040503050406030204" pitchFamily="18" charset="0"/>
                        </a:rPr>
                        <m:t>0</m:t>
                      </m:r>
                      <m:r>
                        <a:rPr lang="en-US" sz="1100" b="0" i="1" smtClean="0">
                          <a:latin typeface="Cambria Math" panose="02040503050406030204" pitchFamily="18" charset="0"/>
                        </a:rPr>
                        <m:t>.</m:t>
                      </m:r>
                      <m:r>
                        <a:rPr lang="en-US" sz="1100" b="0" i="1" smtClean="0">
                          <a:latin typeface="Cambria Math" panose="02040503050406030204" pitchFamily="18" charset="0"/>
                        </a:rPr>
                        <m:t>555</m:t>
                      </m:r>
                      <m:r>
                        <a:rPr lang="en-US" sz="1100" b="0" i="1" smtClean="0">
                          <a:latin typeface="Cambria Math" panose="02040503050406030204" pitchFamily="18" charset="0"/>
                        </a:rPr>
                        <m:t>=</m:t>
                      </m:r>
                      <m:r>
                        <a:rPr lang="en-US" sz="1100" b="0" i="1" smtClean="0">
                          <a:latin typeface="Cambria Math" panose="02040503050406030204" pitchFamily="18" charset="0"/>
                        </a:rPr>
                        <m:t>0</m:t>
                      </m:r>
                      <m:r>
                        <a:rPr lang="en-US" sz="1100" b="0" i="1" smtClean="0">
                          <a:latin typeface="Cambria Math" panose="02040503050406030204" pitchFamily="18" charset="0"/>
                        </a:rPr>
                        <m:t>.</m:t>
                      </m:r>
                      <m:r>
                        <a:rPr lang="en-US" sz="1100" b="0" i="1" smtClean="0">
                          <a:latin typeface="Cambria Math" panose="02040503050406030204" pitchFamily="18" charset="0"/>
                        </a:rPr>
                        <m:t>445</m:t>
                      </m:r>
                    </m:oMath>
                  </m:oMathPara>
                </a14:m>
                <a:endParaRPr lang="en-US" sz="1100">
                  <a:latin typeface="Avenir Next LT Pro" panose="020B0504020202020204" pitchFamily="34" charset="0"/>
                </a:endParaRPr>
              </a:p>
            </p:txBody>
          </p:sp>
        </mc:Choice>
        <mc:Fallback xmlns="">
          <p:sp>
            <p:nvSpPr>
              <p:cNvPr id="35" name="TextBox 34">
                <a:extLst>
                  <a:ext uri="{FF2B5EF4-FFF2-40B4-BE49-F238E27FC236}">
                    <a16:creationId xmlns:a16="http://schemas.microsoft.com/office/drawing/2014/main" id="{5DB8B78E-1FAF-74EA-7CB0-A2ACB4A1DFED}"/>
                  </a:ext>
                </a:extLst>
              </p:cNvPr>
              <p:cNvSpPr txBox="1">
                <a:spLocks noRot="1" noChangeAspect="1" noMove="1" noResize="1" noEditPoints="1" noAdjustHandles="1" noChangeArrowheads="1" noChangeShapeType="1" noTextEdit="1"/>
              </p:cNvSpPr>
              <p:nvPr/>
            </p:nvSpPr>
            <p:spPr>
              <a:xfrm>
                <a:off x="8295795" y="4364308"/>
                <a:ext cx="3680828" cy="50616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802008E-E367-72A4-D38E-B9F7091EB880}"/>
                  </a:ext>
                </a:extLst>
              </p:cNvPr>
              <p:cNvSpPr txBox="1"/>
              <p:nvPr/>
            </p:nvSpPr>
            <p:spPr>
              <a:xfrm>
                <a:off x="4023446" y="5477914"/>
                <a:ext cx="7959662" cy="44108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𝐺𝑖𝑛</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𝑖</m:t>
                          </m:r>
                        </m:e>
                        <m:sub>
                          <m:r>
                            <a:rPr lang="en-US" sz="1400" b="0" i="1" smtClean="0">
                              <a:latin typeface="Cambria Math" panose="02040503050406030204" pitchFamily="18" charset="0"/>
                            </a:rPr>
                            <m:t>𝑎𝑝𝑝𝑜𝑖𝑛𝑡𝑚𝑒𝑛𝑡</m:t>
                          </m:r>
                        </m:sub>
                      </m:sSub>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𝑛</m:t>
                              </m:r>
                            </m:e>
                            <m:sub>
                              <m:r>
                                <a:rPr lang="en-US" sz="1400" b="0" i="1" smtClean="0">
                                  <a:latin typeface="Cambria Math" panose="02040503050406030204" pitchFamily="18" charset="0"/>
                                </a:rPr>
                                <m:t>𝐼𝑛𝑝𝑒𝑟𝑠𝑜𝑛</m:t>
                              </m:r>
                            </m:sub>
                          </m:sSub>
                        </m:num>
                        <m:den>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𝑁</m:t>
                              </m:r>
                            </m:e>
                            <m:sub>
                              <m:r>
                                <a:rPr lang="en-US" sz="1400" b="0" i="1" smtClean="0">
                                  <a:latin typeface="Cambria Math" panose="02040503050406030204" pitchFamily="18" charset="0"/>
                                </a:rPr>
                                <m:t>𝑡𝑜𝑡𝑎𝑙</m:t>
                              </m:r>
                            </m:sub>
                          </m:sSub>
                        </m:den>
                      </m:f>
                      <m:r>
                        <a:rPr lang="en-US" sz="1400" b="0" i="1" smtClean="0">
                          <a:latin typeface="Cambria Math" panose="02040503050406030204" pitchFamily="18" charset="0"/>
                        </a:rPr>
                        <m:t> </m:t>
                      </m:r>
                      <m:r>
                        <a:rPr lang="en-US" sz="1400" b="0" i="1" smtClean="0">
                          <a:latin typeface="Cambria Math" panose="02040503050406030204" pitchFamily="18" charset="0"/>
                        </a:rPr>
                        <m:t>𝐺𝑖𝑛𝑖</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𝐼𝑛𝑝𝑒𝑟𝑠𝑜𝑛</m:t>
                          </m:r>
                        </m:e>
                      </m:d>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𝑛</m:t>
                              </m:r>
                            </m:e>
                            <m:sub>
                              <m:r>
                                <a:rPr lang="en-US" sz="1400" b="0" i="1" smtClean="0">
                                  <a:latin typeface="Cambria Math" panose="02040503050406030204" pitchFamily="18" charset="0"/>
                                </a:rPr>
                                <m:t>𝑜𝑛𝑙𝑖𝑛𝑒</m:t>
                              </m:r>
                            </m:sub>
                          </m:sSub>
                        </m:num>
                        <m:den>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𝑁</m:t>
                              </m:r>
                            </m:e>
                            <m:sub>
                              <m:r>
                                <a:rPr lang="en-US" sz="1400" b="0" i="1" smtClean="0">
                                  <a:latin typeface="Cambria Math" panose="02040503050406030204" pitchFamily="18" charset="0"/>
                                </a:rPr>
                                <m:t>𝑡𝑜𝑡𝑎𝑙</m:t>
                              </m:r>
                            </m:sub>
                          </m:sSub>
                        </m:den>
                      </m:f>
                      <m:r>
                        <a:rPr lang="en-US" sz="1400" b="0" i="1" smtClean="0">
                          <a:latin typeface="Cambria Math" panose="02040503050406030204" pitchFamily="18" charset="0"/>
                        </a:rPr>
                        <m:t>𝐺𝑖𝑛𝑖</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𝑂𝑛𝑙𝑖𝑛𝑒</m:t>
                          </m:r>
                        </m:e>
                      </m:d>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4</m:t>
                          </m:r>
                        </m:num>
                        <m:den>
                          <m:r>
                            <a:rPr lang="en-US" sz="1400" b="0" i="1" smtClean="0">
                              <a:latin typeface="Cambria Math" panose="02040503050406030204" pitchFamily="18" charset="0"/>
                            </a:rPr>
                            <m:t>7</m:t>
                          </m:r>
                        </m:den>
                      </m:f>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0</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375</m:t>
                      </m:r>
                      <m:r>
                        <a:rPr lang="en-US" sz="1400" b="0" i="1" smtClean="0">
                          <a:latin typeface="Cambria Math" panose="02040503050406030204" pitchFamily="18" charset="0"/>
                          <a:ea typeface="Cambria Math" panose="02040503050406030204" pitchFamily="18" charset="0"/>
                        </a:rPr>
                        <m:t>+</m:t>
                      </m:r>
                      <m:f>
                        <m:fPr>
                          <m:ctrlPr>
                            <a:rPr lang="en-US" sz="1400" b="0" i="1" smtClean="0">
                              <a:latin typeface="Cambria Math" panose="02040503050406030204" pitchFamily="18" charset="0"/>
                              <a:ea typeface="Cambria Math" panose="02040503050406030204" pitchFamily="18" charset="0"/>
                            </a:rPr>
                          </m:ctrlPr>
                        </m:fPr>
                        <m:num>
                          <m:r>
                            <a:rPr lang="en-US" sz="1400" b="0" i="1" smtClean="0">
                              <a:latin typeface="Cambria Math" panose="02040503050406030204" pitchFamily="18" charset="0"/>
                              <a:ea typeface="Cambria Math" panose="02040503050406030204" pitchFamily="18" charset="0"/>
                            </a:rPr>
                            <m:t>3</m:t>
                          </m:r>
                        </m:num>
                        <m:den>
                          <m:r>
                            <a:rPr lang="en-US" sz="1400" b="0" i="1" smtClean="0">
                              <a:latin typeface="Cambria Math" panose="02040503050406030204" pitchFamily="18" charset="0"/>
                              <a:ea typeface="Cambria Math" panose="02040503050406030204" pitchFamily="18" charset="0"/>
                            </a:rPr>
                            <m:t>7</m:t>
                          </m:r>
                        </m:den>
                      </m:f>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0</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445</m:t>
                      </m:r>
                      <m:r>
                        <a:rPr lang="en-US" sz="1400" b="0" i="1" smtClean="0">
                          <a:latin typeface="Cambria Math" panose="02040503050406030204" pitchFamily="18" charset="0"/>
                          <a:ea typeface="Cambria Math" panose="02040503050406030204" pitchFamily="18" charset="0"/>
                        </a:rPr>
                        <m:t>=</m:t>
                      </m:r>
                      <m:r>
                        <a:rPr lang="en-US" sz="1400" b="1" i="1" smtClean="0">
                          <a:latin typeface="Cambria Math" panose="02040503050406030204" pitchFamily="18" charset="0"/>
                          <a:ea typeface="Cambria Math" panose="02040503050406030204" pitchFamily="18" charset="0"/>
                        </a:rPr>
                        <m:t>𝟎</m:t>
                      </m:r>
                      <m:r>
                        <a:rPr lang="en-US" sz="1400" b="1" i="1" smtClean="0">
                          <a:latin typeface="Cambria Math" panose="02040503050406030204" pitchFamily="18" charset="0"/>
                          <a:ea typeface="Cambria Math" panose="02040503050406030204" pitchFamily="18" charset="0"/>
                        </a:rPr>
                        <m:t>. </m:t>
                      </m:r>
                      <m:r>
                        <a:rPr lang="en-US" sz="1400" b="1" i="1" smtClean="0">
                          <a:latin typeface="Cambria Math" panose="02040503050406030204" pitchFamily="18" charset="0"/>
                        </a:rPr>
                        <m:t>𝟒𝟎𝟓</m:t>
                      </m:r>
                      <m:r>
                        <a:rPr lang="en-US" sz="1400" b="1" i="1" smtClean="0">
                          <a:latin typeface="Cambria Math" panose="02040503050406030204" pitchFamily="18" charset="0"/>
                        </a:rPr>
                        <m:t> </m:t>
                      </m:r>
                    </m:oMath>
                  </m:oMathPara>
                </a14:m>
                <a:endParaRPr lang="en-US" sz="1200" b="1"/>
              </a:p>
            </p:txBody>
          </p:sp>
        </mc:Choice>
        <mc:Fallback xmlns="">
          <p:sp>
            <p:nvSpPr>
              <p:cNvPr id="38" name="TextBox 37">
                <a:extLst>
                  <a:ext uri="{FF2B5EF4-FFF2-40B4-BE49-F238E27FC236}">
                    <a16:creationId xmlns:a16="http://schemas.microsoft.com/office/drawing/2014/main" id="{3802008E-E367-72A4-D38E-B9F7091EB880}"/>
                  </a:ext>
                </a:extLst>
              </p:cNvPr>
              <p:cNvSpPr txBox="1">
                <a:spLocks noRot="1" noChangeAspect="1" noMove="1" noResize="1" noEditPoints="1" noAdjustHandles="1" noChangeArrowheads="1" noChangeShapeType="1" noTextEdit="1"/>
              </p:cNvSpPr>
              <p:nvPr/>
            </p:nvSpPr>
            <p:spPr>
              <a:xfrm>
                <a:off x="4023446" y="5477914"/>
                <a:ext cx="7959662" cy="441083"/>
              </a:xfrm>
              <a:prstGeom prst="rect">
                <a:avLst/>
              </a:prstGeom>
              <a:blipFill>
                <a:blip r:embed="rId5"/>
                <a:stretch>
                  <a:fillRect t="-1389" b="-8333"/>
                </a:stretch>
              </a:blipFill>
            </p:spPr>
            <p:txBody>
              <a:bodyPr/>
              <a:lstStyle/>
              <a:p>
                <a:r>
                  <a:rPr lang="en-US">
                    <a:noFill/>
                  </a:rPr>
                  <a:t> </a:t>
                </a:r>
              </a:p>
            </p:txBody>
          </p:sp>
        </mc:Fallback>
      </mc:AlternateContent>
      <p:sp>
        <p:nvSpPr>
          <p:cNvPr id="40" name="TextBox 39">
            <a:extLst>
              <a:ext uri="{FF2B5EF4-FFF2-40B4-BE49-F238E27FC236}">
                <a16:creationId xmlns:a16="http://schemas.microsoft.com/office/drawing/2014/main" id="{A1B19B7B-F92D-AD57-A576-CFCFC0E570EA}"/>
              </a:ext>
            </a:extLst>
          </p:cNvPr>
          <p:cNvSpPr txBox="1"/>
          <p:nvPr/>
        </p:nvSpPr>
        <p:spPr>
          <a:xfrm>
            <a:off x="437030" y="5418488"/>
            <a:ext cx="6096000" cy="584775"/>
          </a:xfrm>
          <a:prstGeom prst="rect">
            <a:avLst/>
          </a:prstGeom>
          <a:noFill/>
        </p:spPr>
        <p:txBody>
          <a:bodyPr wrap="square">
            <a:spAutoFit/>
          </a:bodyPr>
          <a:lstStyle/>
          <a:p>
            <a:r>
              <a:rPr lang="en-US" sz="1600" dirty="0">
                <a:latin typeface="Avenir Next LT Pro" panose="020B0504020202020204" pitchFamily="34" charset="0"/>
              </a:rPr>
              <a:t>Resulting impurity of split is </a:t>
            </a:r>
          </a:p>
          <a:p>
            <a:r>
              <a:rPr lang="en-US" sz="1600" dirty="0">
                <a:latin typeface="Avenir Next LT Pro" panose="020B0504020202020204" pitchFamily="34" charset="0"/>
              </a:rPr>
              <a:t>just weighted average:</a:t>
            </a:r>
            <a:endParaRPr lang="en-US" sz="1600" dirty="0"/>
          </a:p>
        </p:txBody>
      </p:sp>
    </p:spTree>
    <p:extLst>
      <p:ext uri="{BB962C8B-B14F-4D97-AF65-F5344CB8AC3E}">
        <p14:creationId xmlns:p14="http://schemas.microsoft.com/office/powerpoint/2010/main" val="2571034900"/>
      </p:ext>
    </p:extLst>
  </p:cSld>
  <p:clrMapOvr>
    <a:masterClrMapping/>
  </p:clrMapOvr>
  <p:transition spd="med">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97B0C-7D47-D0C1-B2E6-77C08A12876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20D4E31-4DEB-A647-5D0F-42D5D1098AA7}"/>
              </a:ext>
            </a:extLst>
          </p:cNvPr>
          <p:cNvSpPr txBox="1">
            <a:spLocks/>
          </p:cNvSpPr>
          <p:nvPr/>
        </p:nvSpPr>
        <p:spPr>
          <a:xfrm>
            <a:off x="284255" y="24019"/>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200">
                <a:solidFill>
                  <a:sysClr val="windowText" lastClr="000000"/>
                </a:solidFill>
                <a:latin typeface="Posterama"/>
              </a:rPr>
              <a:t>Construction of trees (order)</a:t>
            </a:r>
            <a:endParaRPr kumimoji="0" lang="en-US" sz="3200" b="1" i="0" u="none" strike="noStrike" kern="1200" cap="all" spc="0" normalizeH="0" baseline="0" noProof="0">
              <a:ln>
                <a:noFill/>
              </a:ln>
              <a:solidFill>
                <a:sysClr val="windowText" lastClr="000000"/>
              </a:solidFill>
              <a:effectLst/>
              <a:uLnTx/>
              <a:uFillTx/>
              <a:latin typeface="Posterama"/>
              <a:ea typeface="+mj-ea"/>
              <a:cs typeface="+mj-cs"/>
            </a:endParaRPr>
          </a:p>
        </p:txBody>
      </p:sp>
      <p:graphicFrame>
        <p:nvGraphicFramePr>
          <p:cNvPr id="2" name="Table 1">
            <a:extLst>
              <a:ext uri="{FF2B5EF4-FFF2-40B4-BE49-F238E27FC236}">
                <a16:creationId xmlns:a16="http://schemas.microsoft.com/office/drawing/2014/main" id="{FBED8B76-0DCB-AC41-404E-A8AD7802575C}"/>
              </a:ext>
            </a:extLst>
          </p:cNvPr>
          <p:cNvGraphicFramePr>
            <a:graphicFrameLocks noGrp="1"/>
          </p:cNvGraphicFramePr>
          <p:nvPr>
            <p:extLst>
              <p:ext uri="{D42A27DB-BD31-4B8C-83A1-F6EECF244321}">
                <p14:modId xmlns:p14="http://schemas.microsoft.com/office/powerpoint/2010/main" val="2296410051"/>
              </p:ext>
            </p:extLst>
          </p:nvPr>
        </p:nvGraphicFramePr>
        <p:xfrm>
          <a:off x="284255" y="2471182"/>
          <a:ext cx="3493834" cy="2651760"/>
        </p:xfrm>
        <a:graphic>
          <a:graphicData uri="http://schemas.openxmlformats.org/drawingml/2006/table">
            <a:tbl>
              <a:tblPr>
                <a:tableStyleId>{5C22544A-7EE6-4342-B048-85BDC9FD1C3A}</a:tableStyleId>
              </a:tblPr>
              <a:tblGrid>
                <a:gridCol w="1127352">
                  <a:extLst>
                    <a:ext uri="{9D8B030D-6E8A-4147-A177-3AD203B41FA5}">
                      <a16:colId xmlns:a16="http://schemas.microsoft.com/office/drawing/2014/main" val="1358912614"/>
                    </a:ext>
                  </a:extLst>
                </a:gridCol>
                <a:gridCol w="1269766">
                  <a:extLst>
                    <a:ext uri="{9D8B030D-6E8A-4147-A177-3AD203B41FA5}">
                      <a16:colId xmlns:a16="http://schemas.microsoft.com/office/drawing/2014/main" val="1550944172"/>
                    </a:ext>
                  </a:extLst>
                </a:gridCol>
                <a:gridCol w="1096716">
                  <a:extLst>
                    <a:ext uri="{9D8B030D-6E8A-4147-A177-3AD203B41FA5}">
                      <a16:colId xmlns:a16="http://schemas.microsoft.com/office/drawing/2014/main" val="353788413"/>
                    </a:ext>
                  </a:extLst>
                </a:gridCol>
              </a:tblGrid>
              <a:tr h="0">
                <a:tc>
                  <a:txBody>
                    <a:bodyPr/>
                    <a:lstStyle/>
                    <a:p>
                      <a:pPr>
                        <a:buNone/>
                      </a:pPr>
                      <a:r>
                        <a:rPr lang="en-US" sz="1400">
                          <a:latin typeface="Avenir Next LT Pro" panose="020B0504020202020204" pitchFamily="34" charset="0"/>
                        </a:rPr>
                        <a:t>Wait Time (min)</a:t>
                      </a:r>
                    </a:p>
                  </a:txBody>
                  <a:tcPr anchor="ctr"/>
                </a:tc>
                <a:tc>
                  <a:txBody>
                    <a:bodyPr/>
                    <a:lstStyle/>
                    <a:p>
                      <a:pPr>
                        <a:buNone/>
                      </a:pPr>
                      <a:r>
                        <a:rPr lang="en-US" sz="1400">
                          <a:latin typeface="Avenir Next LT Pro" panose="020B0504020202020204" pitchFamily="34" charset="0"/>
                        </a:rPr>
                        <a:t>Appointment</a:t>
                      </a:r>
                    </a:p>
                  </a:txBody>
                  <a:tcPr anchor="ctr"/>
                </a:tc>
                <a:tc>
                  <a:txBody>
                    <a:bodyPr/>
                    <a:lstStyle/>
                    <a:p>
                      <a:pPr>
                        <a:buNone/>
                      </a:pPr>
                      <a:r>
                        <a:rPr lang="en-US" sz="1400">
                          <a:latin typeface="Avenir Next LT Pro" panose="020B0504020202020204" pitchFamily="34" charset="0"/>
                        </a:rPr>
                        <a:t>Liked Service?</a:t>
                      </a:r>
                    </a:p>
                  </a:txBody>
                  <a:tcPr anchor="ctr">
                    <a:solidFill>
                      <a:schemeClr val="accent6">
                        <a:lumMod val="60000"/>
                        <a:lumOff val="40000"/>
                      </a:schemeClr>
                    </a:solidFill>
                  </a:tcPr>
                </a:tc>
                <a:extLst>
                  <a:ext uri="{0D108BD9-81ED-4DB2-BD59-A6C34878D82A}">
                    <a16:rowId xmlns:a16="http://schemas.microsoft.com/office/drawing/2014/main" val="2726122514"/>
                  </a:ext>
                </a:extLst>
              </a:tr>
              <a:tr h="0">
                <a:tc>
                  <a:txBody>
                    <a:bodyPr/>
                    <a:lstStyle/>
                    <a:p>
                      <a:pPr>
                        <a:buNone/>
                      </a:pPr>
                      <a:r>
                        <a:rPr lang="en-US" sz="1400">
                          <a:latin typeface="Avenir Next LT Pro" panose="020B0504020202020204" pitchFamily="34" charset="0"/>
                        </a:rPr>
                        <a:t>5</a:t>
                      </a:r>
                    </a:p>
                  </a:txBody>
                  <a:tcPr anchor="ctr"/>
                </a:tc>
                <a:tc>
                  <a:txBody>
                    <a:bodyPr/>
                    <a:lstStyle/>
                    <a:p>
                      <a:pPr>
                        <a:buNone/>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4082045142"/>
                  </a:ext>
                </a:extLst>
              </a:tr>
              <a:tr h="0">
                <a:tc>
                  <a:txBody>
                    <a:bodyPr/>
                    <a:lstStyle/>
                    <a:p>
                      <a:pPr>
                        <a:buNone/>
                      </a:pPr>
                      <a:r>
                        <a:rPr lang="en-US" sz="1400">
                          <a:latin typeface="Avenir Next LT Pro" panose="020B0504020202020204" pitchFamily="34" charset="0"/>
                        </a:rPr>
                        <a:t>10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1287225360"/>
                  </a:ext>
                </a:extLst>
              </a:tr>
              <a:tr h="0">
                <a:tc>
                  <a:txBody>
                    <a:bodyPr/>
                    <a:lstStyle/>
                    <a:p>
                      <a:pPr>
                        <a:buNone/>
                      </a:pPr>
                      <a:r>
                        <a:rPr lang="en-US" sz="1400">
                          <a:latin typeface="Avenir Next LT Pro" panose="020B0504020202020204" pitchFamily="34" charset="0"/>
                        </a:rPr>
                        <a:t>15</a:t>
                      </a:r>
                    </a:p>
                  </a:txBody>
                  <a:tcPr anchor="ctr"/>
                </a:tc>
                <a:tc>
                  <a:txBody>
                    <a:bodyPr/>
                    <a:lstStyle/>
                    <a:p>
                      <a:pPr>
                        <a:buNone/>
                      </a:pPr>
                      <a:r>
                        <a:rPr lang="en-US" sz="1400">
                          <a:latin typeface="Avenir Next LT Pro" panose="020B0504020202020204" pitchFamily="34" charset="0"/>
                        </a:rPr>
                        <a:t>Online</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2026427864"/>
                  </a:ext>
                </a:extLst>
              </a:tr>
              <a:tr h="0">
                <a:tc>
                  <a:txBody>
                    <a:bodyPr/>
                    <a:lstStyle/>
                    <a:p>
                      <a:pPr>
                        <a:buNone/>
                      </a:pPr>
                      <a:r>
                        <a:rPr lang="en-US" sz="1400">
                          <a:latin typeface="Avenir Next LT Pro" panose="020B0504020202020204" pitchFamily="34" charset="0"/>
                        </a:rPr>
                        <a:t>40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1088004045"/>
                  </a:ext>
                </a:extLst>
              </a:tr>
              <a:tr h="0">
                <a:tc>
                  <a:txBody>
                    <a:bodyPr/>
                    <a:lstStyle/>
                    <a:p>
                      <a:pPr>
                        <a:buNone/>
                      </a:pPr>
                      <a:r>
                        <a:rPr lang="en-US" sz="1400">
                          <a:latin typeface="Avenir Next LT Pro" panose="020B0504020202020204" pitchFamily="34" charset="0"/>
                        </a:rPr>
                        <a:t>20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3534601565"/>
                  </a:ext>
                </a:extLst>
              </a:tr>
              <a:tr h="0">
                <a:tc>
                  <a:txBody>
                    <a:bodyPr/>
                    <a:lstStyle/>
                    <a:p>
                      <a:pPr>
                        <a:buNone/>
                      </a:pPr>
                      <a:r>
                        <a:rPr lang="en-US" sz="1400">
                          <a:latin typeface="Avenir Next LT Pro" panose="020B0504020202020204" pitchFamily="34" charset="0"/>
                        </a:rPr>
                        <a:t>12</a:t>
                      </a:r>
                    </a:p>
                  </a:txBody>
                  <a:tcPr anchor="ctr"/>
                </a:tc>
                <a:tc>
                  <a:txBody>
                    <a:bodyPr/>
                    <a:lstStyle/>
                    <a:p>
                      <a:pPr>
                        <a:buNone/>
                      </a:pPr>
                      <a:r>
                        <a:rPr lang="en-US" sz="1400">
                          <a:latin typeface="Avenir Next LT Pro" panose="020B0504020202020204" pitchFamily="34" charset="0"/>
                        </a:rPr>
                        <a:t>Online</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403771513"/>
                  </a:ext>
                </a:extLst>
              </a:tr>
              <a:tr h="0">
                <a:tc>
                  <a:txBody>
                    <a:bodyPr/>
                    <a:lstStyle/>
                    <a:p>
                      <a:pPr>
                        <a:buNone/>
                      </a:pPr>
                      <a:r>
                        <a:rPr lang="en-US" sz="1400">
                          <a:latin typeface="Avenir Next LT Pro" panose="020B0504020202020204" pitchFamily="34" charset="0"/>
                        </a:rPr>
                        <a:t>60</a:t>
                      </a:r>
                    </a:p>
                  </a:txBody>
                  <a:tcPr anchor="ctr"/>
                </a:tc>
                <a:tc>
                  <a:txBody>
                    <a:bodyPr/>
                    <a:lstStyle/>
                    <a:p>
                      <a:pPr>
                        <a:buNone/>
                      </a:pPr>
                      <a:r>
                        <a:rPr lang="en-US" sz="1400">
                          <a:latin typeface="Avenir Next LT Pro" panose="020B0504020202020204" pitchFamily="34" charset="0"/>
                        </a:rPr>
                        <a:t>Online</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928281934"/>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EFE3B8F-3F8E-3B1A-A12D-56ECFFCBC060}"/>
                  </a:ext>
                </a:extLst>
              </p:cNvPr>
              <p:cNvSpPr txBox="1"/>
              <p:nvPr/>
            </p:nvSpPr>
            <p:spPr>
              <a:xfrm>
                <a:off x="284255" y="791905"/>
                <a:ext cx="11835797" cy="1302857"/>
              </a:xfrm>
              <a:prstGeom prst="rect">
                <a:avLst/>
              </a:prstGeom>
              <a:noFill/>
            </p:spPr>
            <p:txBody>
              <a:bodyPr wrap="square">
                <a:spAutoFit/>
              </a:bodyPr>
              <a:lstStyle/>
              <a:p>
                <a:r>
                  <a:rPr lang="en-US" sz="1600" b="0" i="0">
                    <a:solidFill>
                      <a:srgbClr val="141413"/>
                    </a:solidFill>
                    <a:effectLst/>
                    <a:latin typeface="Avenir Next LT Pro" panose="020B0504020202020204" pitchFamily="34" charset="0"/>
                  </a:rPr>
                  <a:t>If a data set D contains samples from C classes, </a:t>
                </a:r>
                <a:r>
                  <a:rPr lang="en-US" sz="1600" b="0" i="0" err="1">
                    <a:solidFill>
                      <a:srgbClr val="141413"/>
                    </a:solidFill>
                    <a:effectLst/>
                    <a:latin typeface="Avenir Next LT Pro" panose="020B0504020202020204" pitchFamily="34" charset="0"/>
                  </a:rPr>
                  <a:t>gini</a:t>
                </a:r>
                <a:r>
                  <a:rPr lang="en-US" sz="1600" b="0" i="0">
                    <a:solidFill>
                      <a:srgbClr val="141413"/>
                    </a:solidFill>
                    <a:effectLst/>
                    <a:latin typeface="Avenir Next LT Pro" panose="020B0504020202020204" pitchFamily="34" charset="0"/>
                  </a:rPr>
                  <a:t> index is defined as:</a:t>
                </a:r>
                <a:endParaRPr lang="en-US" sz="1600">
                  <a:solidFill>
                    <a:srgbClr val="141413"/>
                  </a:solidFill>
                  <a:latin typeface="Avenir Next LT Pro" panose="020B0504020202020204" pitchFamily="34" charset="0"/>
                </a:endParaRPr>
              </a:p>
              <a:p>
                <a:pPr/>
                <a14:m>
                  <m:oMathPara xmlns:m="http://schemas.openxmlformats.org/officeDocument/2006/math">
                    <m:oMathParaPr>
                      <m:jc m:val="centerGroup"/>
                    </m:oMathParaPr>
                    <m:oMath xmlns:m="http://schemas.openxmlformats.org/officeDocument/2006/math">
                      <m:r>
                        <m:rPr>
                          <m:nor/>
                        </m:rPr>
                        <a:rPr lang="en-US" sz="1600" i="0" smtClean="0">
                          <a:latin typeface="Avenir Next LT Pro" panose="020B0504020202020204" pitchFamily="34" charset="0"/>
                        </a:rPr>
                        <m:t>Gini</m:t>
                      </m:r>
                      <m:d>
                        <m:dPr>
                          <m:ctrlPr>
                            <a:rPr lang="en-US" sz="1600" i="1">
                              <a:latin typeface="Cambria Math" panose="02040503050406030204" pitchFamily="18" charset="0"/>
                            </a:rPr>
                          </m:ctrlPr>
                        </m:dPr>
                        <m:e>
                          <m:r>
                            <a:rPr lang="en-US" sz="1600" i="1">
                              <a:latin typeface="Cambria Math" panose="02040503050406030204" pitchFamily="18" charset="0"/>
                            </a:rPr>
                            <m:t>𝐷</m:t>
                          </m:r>
                        </m:e>
                      </m:d>
                      <m:r>
                        <a:rPr lang="en-US" sz="1600" i="1">
                          <a:latin typeface="Cambria Math" panose="02040503050406030204" pitchFamily="18" charset="0"/>
                        </a:rPr>
                        <m:t>=</m:t>
                      </m:r>
                      <m:r>
                        <a:rPr lang="en-US" sz="1600" i="1">
                          <a:latin typeface="Cambria Math" panose="02040503050406030204" pitchFamily="18" charset="0"/>
                        </a:rPr>
                        <m:t>1</m:t>
                      </m:r>
                      <m:r>
                        <a:rPr lang="en-US" sz="1600" i="1">
                          <a:latin typeface="Cambria Math" panose="02040503050406030204" pitchFamily="18" charset="0"/>
                        </a:rPr>
                        <m:t>−</m:t>
                      </m:r>
                      <m:nary>
                        <m:naryPr>
                          <m:chr m:val="∑"/>
                          <m:ctrlPr>
                            <a:rPr lang="en-US" sz="1600" i="1">
                              <a:latin typeface="Cambria Math" panose="02040503050406030204" pitchFamily="18" charset="0"/>
                            </a:rPr>
                          </m:ctrlPr>
                        </m:naryPr>
                        <m:sub>
                          <m:r>
                            <a:rPr lang="en-US" sz="1600" i="1">
                              <a:latin typeface="Cambria Math" panose="02040503050406030204" pitchFamily="18" charset="0"/>
                            </a:rPr>
                            <m:t>𝑐</m:t>
                          </m:r>
                          <m:r>
                            <a:rPr lang="en-US" sz="1600" i="1">
                              <a:latin typeface="Cambria Math" panose="02040503050406030204" pitchFamily="18" charset="0"/>
                            </a:rPr>
                            <m:t>=</m:t>
                          </m:r>
                          <m:r>
                            <a:rPr lang="en-US" sz="1600" i="1">
                              <a:latin typeface="Cambria Math" panose="02040503050406030204" pitchFamily="18" charset="0"/>
                            </a:rPr>
                            <m:t>1</m:t>
                          </m:r>
                        </m:sub>
                        <m:sup>
                          <m:r>
                            <a:rPr lang="en-US" sz="1600" i="1">
                              <a:latin typeface="Cambria Math" panose="02040503050406030204" pitchFamily="18" charset="0"/>
                            </a:rPr>
                            <m:t>𝐶</m:t>
                          </m:r>
                        </m:sup>
                        <m:e>
                          <m:sSubSup>
                            <m:sSubSupPr>
                              <m:ctrlPr>
                                <a:rPr lang="en-US" sz="1600" i="1">
                                  <a:latin typeface="Cambria Math" panose="02040503050406030204" pitchFamily="18" charset="0"/>
                                </a:rPr>
                              </m:ctrlPr>
                            </m:sSubSupPr>
                            <m:e>
                              <m:r>
                                <a:rPr lang="en-US" sz="1600" i="1">
                                  <a:latin typeface="Cambria Math" panose="02040503050406030204" pitchFamily="18" charset="0"/>
                                </a:rPr>
                                <m:t>𝑃</m:t>
                              </m:r>
                            </m:e>
                            <m:sub>
                              <m:r>
                                <a:rPr lang="en-US" sz="1600" i="1">
                                  <a:latin typeface="Cambria Math" panose="02040503050406030204" pitchFamily="18" charset="0"/>
                                </a:rPr>
                                <m:t>𝑐</m:t>
                              </m:r>
                            </m:sub>
                            <m:sup>
                              <m:r>
                                <a:rPr lang="en-US" sz="1600" i="1">
                                  <a:latin typeface="Cambria Math" panose="02040503050406030204" pitchFamily="18" charset="0"/>
                                </a:rPr>
                                <m:t>2</m:t>
                              </m:r>
                            </m:sup>
                          </m:sSubSup>
                        </m:e>
                      </m:nary>
                    </m:oMath>
                  </m:oMathPara>
                </a14:m>
                <a:endParaRPr lang="en-US" sz="1600">
                  <a:latin typeface="Avenir Next LT Pro" panose="020B0504020202020204" pitchFamily="34" charset="0"/>
                </a:endParaRPr>
              </a:p>
              <a:p>
                <a:r>
                  <a:rPr lang="en-US" sz="1600">
                    <a:latin typeface="Avenir Next LT Pro" panose="020B0504020202020204" pitchFamily="34" charset="0"/>
                  </a:rPr>
                  <a:t>Where </a:t>
                </a: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𝑃</m:t>
                        </m:r>
                      </m:e>
                      <m:sub>
                        <m:r>
                          <a:rPr lang="ar-AE" sz="1600" i="1">
                            <a:latin typeface="Cambria Math" panose="02040503050406030204" pitchFamily="18" charset="0"/>
                          </a:rPr>
                          <m:t>𝑐</m:t>
                        </m:r>
                      </m:sub>
                    </m:sSub>
                  </m:oMath>
                </a14:m>
                <a:r>
                  <a:rPr lang="en-US" sz="1600">
                    <a:latin typeface="Avenir Next LT Pro" panose="020B0504020202020204" pitchFamily="34" charset="0"/>
                  </a:rPr>
                  <a:t>is the relative frequency of class </a:t>
                </a:r>
                <a14:m>
                  <m:oMath xmlns:m="http://schemas.openxmlformats.org/officeDocument/2006/math">
                    <m:r>
                      <a:rPr lang="en-US" sz="1600" i="1">
                        <a:latin typeface="Cambria Math" panose="02040503050406030204" pitchFamily="18" charset="0"/>
                      </a:rPr>
                      <m:t>𝑐</m:t>
                    </m:r>
                  </m:oMath>
                </a14:m>
                <a:r>
                  <a:rPr lang="en-US" sz="1600">
                    <a:latin typeface="Avenir Next LT Pro" panose="020B0504020202020204" pitchFamily="34" charset="0"/>
                  </a:rPr>
                  <a:t> in </a:t>
                </a:r>
                <a14:m>
                  <m:oMath xmlns:m="http://schemas.openxmlformats.org/officeDocument/2006/math">
                    <m:r>
                      <a:rPr lang="en-US" sz="1600" i="1">
                        <a:latin typeface="Cambria Math" panose="02040503050406030204" pitchFamily="18" charset="0"/>
                      </a:rPr>
                      <m:t>𝐷</m:t>
                    </m:r>
                  </m:oMath>
                </a14:m>
                <a:r>
                  <a:rPr lang="en-US" sz="1600">
                    <a:latin typeface="Avenir Next LT Pro" panose="020B0504020202020204" pitchFamily="34" charset="0"/>
                  </a:rPr>
                  <a:t>. Since we have 2 classes, our impurity is: </a:t>
                </a:r>
                <a14:m>
                  <m:oMath xmlns:m="http://schemas.openxmlformats.org/officeDocument/2006/math">
                    <m:r>
                      <m:rPr>
                        <m:nor/>
                      </m:rPr>
                      <a:rPr lang="en-US" sz="1600" i="0" smtClean="0">
                        <a:latin typeface="Avenir Next LT Pro" panose="020B0504020202020204" pitchFamily="34" charset="0"/>
                      </a:rPr>
                      <m:t>Gini</m:t>
                    </m:r>
                    <m:d>
                      <m:dPr>
                        <m:ctrlPr>
                          <a:rPr lang="en-US" sz="1600" i="1">
                            <a:latin typeface="Cambria Math" panose="02040503050406030204" pitchFamily="18" charset="0"/>
                          </a:rPr>
                        </m:ctrlPr>
                      </m:dPr>
                      <m:e>
                        <m:r>
                          <a:rPr lang="en-US" sz="1600" i="1">
                            <a:latin typeface="Cambria Math" panose="02040503050406030204" pitchFamily="18" charset="0"/>
                          </a:rPr>
                          <m:t>𝐷</m:t>
                        </m:r>
                      </m:e>
                    </m:d>
                    <m:r>
                      <a:rPr lang="en-US" sz="1600" i="1">
                        <a:latin typeface="Cambria Math" panose="02040503050406030204" pitchFamily="18" charset="0"/>
                      </a:rPr>
                      <m:t>=</m:t>
                    </m:r>
                    <m:r>
                      <a:rPr lang="en-US" sz="1600" i="1" smtClean="0">
                        <a:latin typeface="Cambria Math" panose="02040503050406030204" pitchFamily="18" charset="0"/>
                      </a:rPr>
                      <m:t>1</m:t>
                    </m:r>
                    <m:r>
                      <a:rPr lang="en-US" sz="1600" i="1" smtClean="0">
                        <a:latin typeface="Cambria Math" panose="02040503050406030204" pitchFamily="18" charset="0"/>
                      </a:rPr>
                      <m:t>−</m:t>
                    </m:r>
                    <m:sSubSup>
                      <m:sSubSupPr>
                        <m:ctrlPr>
                          <a:rPr lang="en-US" sz="1600" b="0" i="1" smtClean="0">
                            <a:latin typeface="Cambria Math" panose="02040503050406030204" pitchFamily="18" charset="0"/>
                          </a:rPr>
                        </m:ctrlPr>
                      </m:sSubSupPr>
                      <m:e>
                        <m:r>
                          <a:rPr lang="en-US" sz="1600" b="0" i="1" smtClean="0">
                            <a:latin typeface="Cambria Math" panose="02040503050406030204" pitchFamily="18" charset="0"/>
                          </a:rPr>
                          <m:t>𝑃</m:t>
                        </m:r>
                      </m:e>
                      <m:sub>
                        <m:r>
                          <a:rPr lang="en-US" sz="1600" b="0" i="1" smtClean="0">
                            <a:latin typeface="Cambria Math" panose="02040503050406030204" pitchFamily="18" charset="0"/>
                          </a:rPr>
                          <m:t>𝑦𝑒𝑠</m:t>
                        </m:r>
                      </m:sub>
                      <m:sup>
                        <m:r>
                          <a:rPr lang="en-US" sz="1600" b="0" i="1" smtClean="0">
                            <a:latin typeface="Cambria Math" panose="02040503050406030204" pitchFamily="18" charset="0"/>
                          </a:rPr>
                          <m:t>2</m:t>
                        </m:r>
                      </m:sup>
                    </m:sSubSup>
                    <m:r>
                      <a:rPr lang="en-US" sz="1600" b="0" i="1" smtClean="0">
                        <a:latin typeface="Cambria Math" panose="02040503050406030204" pitchFamily="18" charset="0"/>
                      </a:rPr>
                      <m:t>−</m:t>
                    </m:r>
                    <m:sSubSup>
                      <m:sSubSupPr>
                        <m:ctrlPr>
                          <a:rPr lang="en-US" sz="1600" b="0" i="1" smtClean="0">
                            <a:latin typeface="Cambria Math" panose="02040503050406030204" pitchFamily="18" charset="0"/>
                          </a:rPr>
                        </m:ctrlPr>
                      </m:sSubSupPr>
                      <m:e>
                        <m:r>
                          <a:rPr lang="en-US" sz="1600" b="0" i="1" smtClean="0">
                            <a:latin typeface="Cambria Math" panose="02040503050406030204" pitchFamily="18" charset="0"/>
                          </a:rPr>
                          <m:t>𝑃</m:t>
                        </m:r>
                      </m:e>
                      <m:sub>
                        <m:r>
                          <a:rPr lang="en-US" sz="1600" b="0" i="1" smtClean="0">
                            <a:latin typeface="Cambria Math" panose="02040503050406030204" pitchFamily="18" charset="0"/>
                          </a:rPr>
                          <m:t>𝑛𝑜</m:t>
                        </m:r>
                      </m:sub>
                      <m:sup>
                        <m:r>
                          <a:rPr lang="en-US" sz="1600" b="0" i="1" smtClean="0">
                            <a:latin typeface="Cambria Math" panose="02040503050406030204" pitchFamily="18" charset="0"/>
                          </a:rPr>
                          <m:t>2</m:t>
                        </m:r>
                      </m:sup>
                    </m:sSubSup>
                    <m:r>
                      <a:rPr lang="en-US" sz="1600" b="0" i="1" smtClean="0">
                        <a:latin typeface="Cambria Math" panose="02040503050406030204" pitchFamily="18" charset="0"/>
                      </a:rPr>
                      <m:t> </m:t>
                    </m:r>
                  </m:oMath>
                </a14:m>
                <a:endParaRPr lang="en-US" sz="1600">
                  <a:latin typeface="Avenir Next LT Pro" panose="020B0504020202020204" pitchFamily="34" charset="0"/>
                </a:endParaRPr>
              </a:p>
            </p:txBody>
          </p:sp>
        </mc:Choice>
        <mc:Fallback xmlns="">
          <p:sp>
            <p:nvSpPr>
              <p:cNvPr id="9" name="TextBox 8">
                <a:extLst>
                  <a:ext uri="{FF2B5EF4-FFF2-40B4-BE49-F238E27FC236}">
                    <a16:creationId xmlns:a16="http://schemas.microsoft.com/office/drawing/2014/main" id="{CEFE3B8F-3F8E-3B1A-A12D-56ECFFCBC060}"/>
                  </a:ext>
                </a:extLst>
              </p:cNvPr>
              <p:cNvSpPr txBox="1">
                <a:spLocks noRot="1" noChangeAspect="1" noMove="1" noResize="1" noEditPoints="1" noAdjustHandles="1" noChangeArrowheads="1" noChangeShapeType="1" noTextEdit="1"/>
              </p:cNvSpPr>
              <p:nvPr/>
            </p:nvSpPr>
            <p:spPr>
              <a:xfrm>
                <a:off x="284255" y="791905"/>
                <a:ext cx="11835797" cy="1302857"/>
              </a:xfrm>
              <a:prstGeom prst="rect">
                <a:avLst/>
              </a:prstGeom>
              <a:blipFill>
                <a:blip r:embed="rId2"/>
                <a:stretch>
                  <a:fillRect l="-309" t="-1402" b="-3271"/>
                </a:stretch>
              </a:blipFill>
            </p:spPr>
            <p:txBody>
              <a:bodyPr/>
              <a:lstStyle/>
              <a:p>
                <a:r>
                  <a:rPr lang="en-US">
                    <a:noFill/>
                  </a:rPr>
                  <a:t> </a:t>
                </a:r>
              </a:p>
            </p:txBody>
          </p:sp>
        </mc:Fallback>
      </mc:AlternateContent>
      <p:sp>
        <p:nvSpPr>
          <p:cNvPr id="10" name="Rectangle: Rounded Corners 9">
            <a:extLst>
              <a:ext uri="{FF2B5EF4-FFF2-40B4-BE49-F238E27FC236}">
                <a16:creationId xmlns:a16="http://schemas.microsoft.com/office/drawing/2014/main" id="{233993E2-4BF9-5BB4-FB1A-7D68D65704B5}"/>
              </a:ext>
            </a:extLst>
          </p:cNvPr>
          <p:cNvSpPr/>
          <p:nvPr/>
        </p:nvSpPr>
        <p:spPr>
          <a:xfrm>
            <a:off x="7329226" y="2467130"/>
            <a:ext cx="2169374" cy="741238"/>
          </a:xfrm>
          <a:prstGeom prst="roundRect">
            <a:avLst/>
          </a:prstGeom>
          <a:noFill/>
          <a:ln w="2857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11" name="Rectangle: Rounded Corners 10">
            <a:extLst>
              <a:ext uri="{FF2B5EF4-FFF2-40B4-BE49-F238E27FC236}">
                <a16:creationId xmlns:a16="http://schemas.microsoft.com/office/drawing/2014/main" id="{AE2FE183-6C0D-6E8E-CDD3-FD137F1FC3D6}"/>
              </a:ext>
            </a:extLst>
          </p:cNvPr>
          <p:cNvSpPr/>
          <p:nvPr/>
        </p:nvSpPr>
        <p:spPr>
          <a:xfrm>
            <a:off x="5632977" y="3717271"/>
            <a:ext cx="1605951" cy="629729"/>
          </a:xfrm>
          <a:prstGeom prst="roundRect">
            <a:avLst/>
          </a:prstGeom>
          <a:noFill/>
          <a:ln w="2857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cxnSp>
        <p:nvCxnSpPr>
          <p:cNvPr id="12" name="Straight Arrow Connector 11">
            <a:extLst>
              <a:ext uri="{FF2B5EF4-FFF2-40B4-BE49-F238E27FC236}">
                <a16:creationId xmlns:a16="http://schemas.microsoft.com/office/drawing/2014/main" id="{DBF86262-4C6F-4A0A-EF6F-B1FC94813C34}"/>
              </a:ext>
            </a:extLst>
          </p:cNvPr>
          <p:cNvCxnSpPr>
            <a:cxnSpLocks/>
            <a:stCxn id="10" idx="2"/>
            <a:endCxn id="11" idx="0"/>
          </p:cNvCxnSpPr>
          <p:nvPr/>
        </p:nvCxnSpPr>
        <p:spPr>
          <a:xfrm flipH="1">
            <a:off x="6435953" y="3208368"/>
            <a:ext cx="1977960" cy="5089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2FB81A70-45D4-76D3-DF13-0515A67DDC4C}"/>
              </a:ext>
            </a:extLst>
          </p:cNvPr>
          <p:cNvCxnSpPr>
            <a:cxnSpLocks/>
            <a:stCxn id="10" idx="2"/>
            <a:endCxn id="14" idx="0"/>
          </p:cNvCxnSpPr>
          <p:nvPr/>
        </p:nvCxnSpPr>
        <p:spPr>
          <a:xfrm>
            <a:off x="8413913" y="3208368"/>
            <a:ext cx="1943463" cy="4554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Oval 13">
            <a:extLst>
              <a:ext uri="{FF2B5EF4-FFF2-40B4-BE49-F238E27FC236}">
                <a16:creationId xmlns:a16="http://schemas.microsoft.com/office/drawing/2014/main" id="{2218EEDE-974A-24A9-EEAC-71B7565F79C8}"/>
              </a:ext>
            </a:extLst>
          </p:cNvPr>
          <p:cNvSpPr/>
          <p:nvPr/>
        </p:nvSpPr>
        <p:spPr>
          <a:xfrm>
            <a:off x="9638508" y="3663797"/>
            <a:ext cx="1437736" cy="700511"/>
          </a:xfrm>
          <a:prstGeom prst="ellipse">
            <a:avLst/>
          </a:prstGeom>
          <a:noFill/>
          <a:ln w="1905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16" name="TextBox 15">
            <a:extLst>
              <a:ext uri="{FF2B5EF4-FFF2-40B4-BE49-F238E27FC236}">
                <a16:creationId xmlns:a16="http://schemas.microsoft.com/office/drawing/2014/main" id="{D8429BEE-478F-2BBF-FC84-21BF447DB087}"/>
              </a:ext>
            </a:extLst>
          </p:cNvPr>
          <p:cNvSpPr txBox="1"/>
          <p:nvPr/>
        </p:nvSpPr>
        <p:spPr>
          <a:xfrm>
            <a:off x="7329226" y="2681300"/>
            <a:ext cx="2169374" cy="438582"/>
          </a:xfrm>
          <a:prstGeom prst="rect">
            <a:avLst/>
          </a:prstGeom>
          <a:noFill/>
        </p:spPr>
        <p:txBody>
          <a:bodyPr wrap="square">
            <a:spAutoFit/>
          </a:bodyPr>
          <a:lstStyle/>
          <a:p>
            <a:pPr algn="ctr">
              <a:buNone/>
            </a:pPr>
            <a:r>
              <a:rPr lang="en-US" sz="1200" b="1">
                <a:latin typeface="Avenir Next LT Pro" panose="020B0504020202020204" pitchFamily="34" charset="0"/>
              </a:rPr>
              <a:t>Wait time: &lt; 30</a:t>
            </a:r>
          </a:p>
          <a:p>
            <a:pPr algn="ctr">
              <a:buNone/>
            </a:pPr>
            <a:r>
              <a:rPr lang="en-US" sz="1050">
                <a:latin typeface="Avenir Next LT Pro" panose="020B0504020202020204" pitchFamily="34" charset="0"/>
              </a:rPr>
              <a:t>7 samples, </a:t>
            </a:r>
            <a:r>
              <a:rPr lang="en-US" sz="1050" b="1">
                <a:solidFill>
                  <a:srgbClr val="00B050"/>
                </a:solidFill>
                <a:latin typeface="Avenir Next LT Pro" panose="020B0504020202020204" pitchFamily="34" charset="0"/>
              </a:rPr>
              <a:t>4Y</a:t>
            </a:r>
            <a:r>
              <a:rPr lang="en-US" sz="1050">
                <a:latin typeface="Avenir Next LT Pro" panose="020B0504020202020204" pitchFamily="34" charset="0"/>
              </a:rPr>
              <a:t> </a:t>
            </a:r>
            <a:r>
              <a:rPr lang="en-US" sz="1050" b="1">
                <a:solidFill>
                  <a:srgbClr val="C00000"/>
                </a:solidFill>
                <a:latin typeface="Avenir Next LT Pro" panose="020B0504020202020204" pitchFamily="34" charset="0"/>
              </a:rPr>
              <a:t>3N</a:t>
            </a:r>
          </a:p>
        </p:txBody>
      </p:sp>
      <p:sp>
        <p:nvSpPr>
          <p:cNvPr id="19" name="TextBox 18">
            <a:extLst>
              <a:ext uri="{FF2B5EF4-FFF2-40B4-BE49-F238E27FC236}">
                <a16:creationId xmlns:a16="http://schemas.microsoft.com/office/drawing/2014/main" id="{0EDDB989-9494-1259-370B-17DF1424CF36}"/>
              </a:ext>
            </a:extLst>
          </p:cNvPr>
          <p:cNvSpPr txBox="1"/>
          <p:nvPr/>
        </p:nvSpPr>
        <p:spPr>
          <a:xfrm>
            <a:off x="6857019" y="3215455"/>
            <a:ext cx="755677" cy="307777"/>
          </a:xfrm>
          <a:prstGeom prst="rect">
            <a:avLst/>
          </a:prstGeom>
          <a:noFill/>
        </p:spPr>
        <p:txBody>
          <a:bodyPr wrap="square">
            <a:spAutoFit/>
          </a:bodyPr>
          <a:lstStyle/>
          <a:p>
            <a:r>
              <a:rPr lang="en-US" sz="1400">
                <a:latin typeface="Avenir Next LT Pro" panose="020B0504020202020204" pitchFamily="34" charset="0"/>
              </a:rPr>
              <a:t>True</a:t>
            </a:r>
            <a:endParaRPr lang="en-US" sz="1400"/>
          </a:p>
        </p:txBody>
      </p:sp>
      <p:sp>
        <p:nvSpPr>
          <p:cNvPr id="20" name="TextBox 19">
            <a:extLst>
              <a:ext uri="{FF2B5EF4-FFF2-40B4-BE49-F238E27FC236}">
                <a16:creationId xmlns:a16="http://schemas.microsoft.com/office/drawing/2014/main" id="{4E8952EE-188E-56B0-0E9D-ED03E90B9E02}"/>
              </a:ext>
            </a:extLst>
          </p:cNvPr>
          <p:cNvSpPr txBox="1"/>
          <p:nvPr/>
        </p:nvSpPr>
        <p:spPr>
          <a:xfrm>
            <a:off x="9260670" y="3208368"/>
            <a:ext cx="755677" cy="307777"/>
          </a:xfrm>
          <a:prstGeom prst="rect">
            <a:avLst/>
          </a:prstGeom>
          <a:noFill/>
        </p:spPr>
        <p:txBody>
          <a:bodyPr wrap="square">
            <a:spAutoFit/>
          </a:bodyPr>
          <a:lstStyle/>
          <a:p>
            <a:r>
              <a:rPr lang="en-US" sz="1400">
                <a:latin typeface="Avenir Next LT Pro" panose="020B0504020202020204" pitchFamily="34" charset="0"/>
              </a:rPr>
              <a:t>False</a:t>
            </a:r>
            <a:endParaRPr lang="en-US" sz="1400"/>
          </a:p>
        </p:txBody>
      </p:sp>
      <p:sp>
        <p:nvSpPr>
          <p:cNvPr id="30" name="TextBox 29">
            <a:extLst>
              <a:ext uri="{FF2B5EF4-FFF2-40B4-BE49-F238E27FC236}">
                <a16:creationId xmlns:a16="http://schemas.microsoft.com/office/drawing/2014/main" id="{72062044-8A57-4EBD-C78D-98FFA990E240}"/>
              </a:ext>
            </a:extLst>
          </p:cNvPr>
          <p:cNvSpPr txBox="1"/>
          <p:nvPr/>
        </p:nvSpPr>
        <p:spPr>
          <a:xfrm>
            <a:off x="5927447" y="4032135"/>
            <a:ext cx="1017009" cy="369332"/>
          </a:xfrm>
          <a:prstGeom prst="rect">
            <a:avLst/>
          </a:prstGeom>
          <a:noFill/>
        </p:spPr>
        <p:txBody>
          <a:bodyPr wrap="square">
            <a:spAutoFit/>
          </a:bodyPr>
          <a:lstStyle/>
          <a:p>
            <a:r>
              <a:rPr lang="en-US" sz="1800" b="1">
                <a:solidFill>
                  <a:srgbClr val="00B050"/>
                </a:solidFill>
                <a:latin typeface="Avenir Next LT Pro" panose="020B0504020202020204" pitchFamily="34" charset="0"/>
              </a:rPr>
              <a:t>4Y </a:t>
            </a:r>
            <a:r>
              <a:rPr lang="en-US" sz="1800" b="1">
                <a:solidFill>
                  <a:srgbClr val="C00000"/>
                </a:solidFill>
                <a:latin typeface="Avenir Next LT Pro" panose="020B0504020202020204" pitchFamily="34" charset="0"/>
              </a:rPr>
              <a:t>1N</a:t>
            </a:r>
            <a:endParaRPr lang="en-US">
              <a:solidFill>
                <a:srgbClr val="C00000"/>
              </a:solidFill>
            </a:endParaRPr>
          </a:p>
        </p:txBody>
      </p:sp>
      <p:sp>
        <p:nvSpPr>
          <p:cNvPr id="31" name="TextBox 30">
            <a:extLst>
              <a:ext uri="{FF2B5EF4-FFF2-40B4-BE49-F238E27FC236}">
                <a16:creationId xmlns:a16="http://schemas.microsoft.com/office/drawing/2014/main" id="{AA66CAC9-AF10-8752-FC0B-97ADCE9D636A}"/>
              </a:ext>
            </a:extLst>
          </p:cNvPr>
          <p:cNvSpPr txBox="1"/>
          <p:nvPr/>
        </p:nvSpPr>
        <p:spPr>
          <a:xfrm>
            <a:off x="9932980" y="4008103"/>
            <a:ext cx="1337095" cy="369332"/>
          </a:xfrm>
          <a:prstGeom prst="rect">
            <a:avLst/>
          </a:prstGeom>
          <a:noFill/>
        </p:spPr>
        <p:txBody>
          <a:bodyPr wrap="square">
            <a:spAutoFit/>
          </a:bodyPr>
          <a:lstStyle/>
          <a:p>
            <a:r>
              <a:rPr lang="en-US" b="1">
                <a:solidFill>
                  <a:srgbClr val="00B050"/>
                </a:solidFill>
                <a:latin typeface="Avenir Next LT Pro" panose="020B0504020202020204" pitchFamily="34" charset="0"/>
              </a:rPr>
              <a:t>0Y </a:t>
            </a:r>
            <a:r>
              <a:rPr lang="en-US" b="1">
                <a:solidFill>
                  <a:srgbClr val="C00000"/>
                </a:solidFill>
                <a:latin typeface="Avenir Next LT Pro" panose="020B0504020202020204" pitchFamily="34" charset="0"/>
              </a:rPr>
              <a:t>2N</a:t>
            </a:r>
            <a:endParaRPr lang="en-US">
              <a:solidFill>
                <a:srgbClr val="C00000"/>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9F03CE1B-58C6-554E-A290-493217A8169D}"/>
                  </a:ext>
                </a:extLst>
              </p:cNvPr>
              <p:cNvSpPr txBox="1"/>
              <p:nvPr/>
            </p:nvSpPr>
            <p:spPr>
              <a:xfrm>
                <a:off x="4094672" y="4419268"/>
                <a:ext cx="3908605" cy="5061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𝐺𝑖𝑛𝑖</m:t>
                      </m:r>
                      <m:d>
                        <m:dPr>
                          <m:ctrlPr>
                            <a:rPr lang="en-US" sz="1100" b="0" i="1" smtClean="0">
                              <a:latin typeface="Cambria Math" panose="02040503050406030204" pitchFamily="18" charset="0"/>
                            </a:rPr>
                          </m:ctrlPr>
                        </m:dPr>
                        <m:e>
                          <m:r>
                            <a:rPr lang="en-US" sz="1100" b="0" i="1" smtClean="0">
                              <a:latin typeface="Cambria Math" panose="02040503050406030204" pitchFamily="18" charset="0"/>
                            </a:rPr>
                            <m:t>𝑤𝑎𝑖𝑡</m:t>
                          </m:r>
                          <m:r>
                            <a:rPr lang="en-US" sz="1100" b="0" i="1" smtClean="0">
                              <a:latin typeface="Cambria Math" panose="02040503050406030204" pitchFamily="18" charset="0"/>
                            </a:rPr>
                            <m:t>&lt;</m:t>
                          </m:r>
                          <m:r>
                            <a:rPr lang="en-US" sz="1100" b="0" i="1" smtClean="0">
                              <a:latin typeface="Cambria Math" panose="02040503050406030204" pitchFamily="18" charset="0"/>
                            </a:rPr>
                            <m:t>30</m:t>
                          </m:r>
                        </m:e>
                      </m:d>
                      <m:r>
                        <a:rPr lang="en-US" sz="1100" b="0" i="1" smtClean="0">
                          <a:latin typeface="Cambria Math" panose="02040503050406030204" pitchFamily="18" charset="0"/>
                        </a:rPr>
                        <m:t>=</m:t>
                      </m:r>
                      <m:r>
                        <a:rPr lang="en-US" sz="1100" b="0" i="1" smtClean="0">
                          <a:latin typeface="Cambria Math" panose="02040503050406030204" pitchFamily="18" charset="0"/>
                        </a:rPr>
                        <m:t>1</m:t>
                      </m:r>
                      <m:r>
                        <a:rPr lang="en-US" sz="1100" b="0" i="1" smtClean="0">
                          <a:latin typeface="Cambria Math" panose="02040503050406030204" pitchFamily="18" charset="0"/>
                        </a:rPr>
                        <m:t>−</m:t>
                      </m:r>
                      <m:sSup>
                        <m:sSupPr>
                          <m:ctrlPr>
                            <a:rPr lang="en-US" sz="1100" b="0" i="1" smtClean="0">
                              <a:latin typeface="Cambria Math" panose="02040503050406030204" pitchFamily="18" charset="0"/>
                            </a:rPr>
                          </m:ctrlPr>
                        </m:sSupPr>
                        <m:e>
                          <m:d>
                            <m:dPr>
                              <m:ctrlPr>
                                <a:rPr lang="en-US" sz="1100" b="0" i="1" smtClean="0">
                                  <a:latin typeface="Cambria Math" panose="02040503050406030204" pitchFamily="18" charset="0"/>
                                </a:rPr>
                              </m:ctrlPr>
                            </m:dPr>
                            <m:e>
                              <m:f>
                                <m:fPr>
                                  <m:ctrlPr>
                                    <a:rPr lang="en-US" sz="1100" b="0" i="1" smtClean="0">
                                      <a:latin typeface="Cambria Math" panose="02040503050406030204" pitchFamily="18" charset="0"/>
                                    </a:rPr>
                                  </m:ctrlPr>
                                </m:fPr>
                                <m:num>
                                  <m:r>
                                    <a:rPr lang="en-US" sz="1100" b="0" i="1" smtClean="0">
                                      <a:latin typeface="Cambria Math" panose="02040503050406030204" pitchFamily="18" charset="0"/>
                                    </a:rPr>
                                    <m:t>1</m:t>
                                  </m:r>
                                </m:num>
                                <m:den>
                                  <m:r>
                                    <a:rPr lang="en-US" sz="1100" b="0" i="1" smtClean="0">
                                      <a:latin typeface="Cambria Math" panose="02040503050406030204" pitchFamily="18" charset="0"/>
                                    </a:rPr>
                                    <m:t>5</m:t>
                                  </m:r>
                                </m:den>
                              </m:f>
                            </m:e>
                          </m:d>
                        </m:e>
                        <m:sup>
                          <m:r>
                            <a:rPr lang="en-US" sz="1100" b="0" i="1" smtClean="0">
                              <a:latin typeface="Cambria Math" panose="02040503050406030204" pitchFamily="18" charset="0"/>
                            </a:rPr>
                            <m:t>2</m:t>
                          </m:r>
                        </m:sup>
                      </m:sSup>
                      <m:r>
                        <a:rPr lang="en-US" sz="1100" b="0" i="1" smtClean="0">
                          <a:latin typeface="Cambria Math" panose="02040503050406030204" pitchFamily="18" charset="0"/>
                        </a:rPr>
                        <m:t>−</m:t>
                      </m:r>
                      <m:sSup>
                        <m:sSupPr>
                          <m:ctrlPr>
                            <a:rPr lang="en-US" sz="1100" b="0" i="1" smtClean="0">
                              <a:latin typeface="Cambria Math" panose="02040503050406030204" pitchFamily="18" charset="0"/>
                            </a:rPr>
                          </m:ctrlPr>
                        </m:sSupPr>
                        <m:e>
                          <m:d>
                            <m:dPr>
                              <m:ctrlPr>
                                <a:rPr lang="en-US" sz="1100" b="0" i="1" smtClean="0">
                                  <a:latin typeface="Cambria Math" panose="02040503050406030204" pitchFamily="18" charset="0"/>
                                </a:rPr>
                              </m:ctrlPr>
                            </m:dPr>
                            <m:e>
                              <m:f>
                                <m:fPr>
                                  <m:ctrlPr>
                                    <a:rPr lang="en-US" sz="1100" b="0" i="1" smtClean="0">
                                      <a:latin typeface="Cambria Math" panose="02040503050406030204" pitchFamily="18" charset="0"/>
                                    </a:rPr>
                                  </m:ctrlPr>
                                </m:fPr>
                                <m:num>
                                  <m:r>
                                    <a:rPr lang="en-US" sz="1100" b="0" i="1" smtClean="0">
                                      <a:latin typeface="Cambria Math" panose="02040503050406030204" pitchFamily="18" charset="0"/>
                                    </a:rPr>
                                    <m:t>4</m:t>
                                  </m:r>
                                </m:num>
                                <m:den>
                                  <m:r>
                                    <a:rPr lang="en-US" sz="1100" b="0" i="1" smtClean="0">
                                      <a:latin typeface="Cambria Math" panose="02040503050406030204" pitchFamily="18" charset="0"/>
                                    </a:rPr>
                                    <m:t>5</m:t>
                                  </m:r>
                                </m:den>
                              </m:f>
                            </m:e>
                          </m:d>
                        </m:e>
                        <m:sup>
                          <m:r>
                            <a:rPr lang="en-US" sz="1100" b="0" i="1" smtClean="0">
                              <a:latin typeface="Cambria Math" panose="02040503050406030204" pitchFamily="18" charset="0"/>
                            </a:rPr>
                            <m:t>2</m:t>
                          </m:r>
                        </m:sup>
                      </m:sSup>
                      <m:r>
                        <a:rPr lang="en-US" sz="1100" b="0" i="1" smtClean="0">
                          <a:latin typeface="Cambria Math" panose="02040503050406030204" pitchFamily="18" charset="0"/>
                        </a:rPr>
                        <m:t>=</m:t>
                      </m:r>
                      <m:r>
                        <a:rPr lang="en-US" sz="1100" b="0" i="1" smtClean="0">
                          <a:latin typeface="Cambria Math" panose="02040503050406030204" pitchFamily="18" charset="0"/>
                        </a:rPr>
                        <m:t>1</m:t>
                      </m:r>
                      <m:r>
                        <a:rPr lang="en-US" sz="1100" b="0" i="1" smtClean="0">
                          <a:latin typeface="Cambria Math" panose="02040503050406030204" pitchFamily="18" charset="0"/>
                        </a:rPr>
                        <m:t>−</m:t>
                      </m:r>
                      <m:r>
                        <a:rPr lang="en-US" sz="1100" b="0" i="1" smtClean="0">
                          <a:latin typeface="Cambria Math" panose="02040503050406030204" pitchFamily="18" charset="0"/>
                        </a:rPr>
                        <m:t>0</m:t>
                      </m:r>
                      <m:r>
                        <a:rPr lang="en-US" sz="1100" b="0" i="1" smtClean="0">
                          <a:latin typeface="Cambria Math" panose="02040503050406030204" pitchFamily="18" charset="0"/>
                        </a:rPr>
                        <m:t>.</m:t>
                      </m:r>
                      <m:r>
                        <a:rPr lang="en-US" sz="1100" b="0" i="1" smtClean="0">
                          <a:latin typeface="Cambria Math" panose="02040503050406030204" pitchFamily="18" charset="0"/>
                        </a:rPr>
                        <m:t>68</m:t>
                      </m:r>
                      <m:r>
                        <a:rPr lang="en-US" sz="1100" b="0" i="1" smtClean="0">
                          <a:latin typeface="Cambria Math" panose="02040503050406030204" pitchFamily="18" charset="0"/>
                        </a:rPr>
                        <m:t>=</m:t>
                      </m:r>
                      <m:r>
                        <a:rPr lang="en-US" sz="1100" b="0" i="1" smtClean="0">
                          <a:latin typeface="Cambria Math" panose="02040503050406030204" pitchFamily="18" charset="0"/>
                        </a:rPr>
                        <m:t>0</m:t>
                      </m:r>
                      <m:r>
                        <a:rPr lang="en-US" sz="1100" b="0" i="1" smtClean="0">
                          <a:latin typeface="Cambria Math" panose="02040503050406030204" pitchFamily="18" charset="0"/>
                        </a:rPr>
                        <m:t>.</m:t>
                      </m:r>
                      <m:r>
                        <a:rPr lang="en-US" sz="1100" b="0" i="1" smtClean="0">
                          <a:latin typeface="Cambria Math" panose="02040503050406030204" pitchFamily="18" charset="0"/>
                        </a:rPr>
                        <m:t>32</m:t>
                      </m:r>
                      <m:r>
                        <a:rPr lang="en-US" sz="1100" b="0" i="1" smtClean="0">
                          <a:latin typeface="Cambria Math" panose="02040503050406030204" pitchFamily="18" charset="0"/>
                        </a:rPr>
                        <m:t> </m:t>
                      </m:r>
                    </m:oMath>
                  </m:oMathPara>
                </a14:m>
                <a:endParaRPr lang="en-US" sz="1100">
                  <a:latin typeface="Avenir Next LT Pro" panose="020B0504020202020204" pitchFamily="34" charset="0"/>
                </a:endParaRPr>
              </a:p>
            </p:txBody>
          </p:sp>
        </mc:Choice>
        <mc:Fallback xmlns="">
          <p:sp>
            <p:nvSpPr>
              <p:cNvPr id="34" name="TextBox 33">
                <a:extLst>
                  <a:ext uri="{FF2B5EF4-FFF2-40B4-BE49-F238E27FC236}">
                    <a16:creationId xmlns:a16="http://schemas.microsoft.com/office/drawing/2014/main" id="{9F03CE1B-58C6-554E-A290-493217A8169D}"/>
                  </a:ext>
                </a:extLst>
              </p:cNvPr>
              <p:cNvSpPr txBox="1">
                <a:spLocks noRot="1" noChangeAspect="1" noMove="1" noResize="1" noEditPoints="1" noAdjustHandles="1" noChangeArrowheads="1" noChangeShapeType="1" noTextEdit="1"/>
              </p:cNvSpPr>
              <p:nvPr/>
            </p:nvSpPr>
            <p:spPr>
              <a:xfrm>
                <a:off x="4094672" y="4419268"/>
                <a:ext cx="3908605" cy="50616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08A2CBF-DFB0-B6C4-EC6A-0595A0E14F39}"/>
                  </a:ext>
                </a:extLst>
              </p:cNvPr>
              <p:cNvSpPr txBox="1"/>
              <p:nvPr/>
            </p:nvSpPr>
            <p:spPr>
              <a:xfrm>
                <a:off x="8302280" y="4404840"/>
                <a:ext cx="3680828" cy="5061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𝐺𝑖𝑛𝑖</m:t>
                      </m:r>
                      <m:d>
                        <m:dPr>
                          <m:ctrlPr>
                            <a:rPr lang="en-US" sz="1100" b="0" i="1" smtClean="0">
                              <a:latin typeface="Cambria Math" panose="02040503050406030204" pitchFamily="18" charset="0"/>
                            </a:rPr>
                          </m:ctrlPr>
                        </m:dPr>
                        <m:e>
                          <m:r>
                            <a:rPr lang="en-US" sz="1100" b="0" i="1" smtClean="0">
                              <a:latin typeface="Cambria Math" panose="02040503050406030204" pitchFamily="18" charset="0"/>
                            </a:rPr>
                            <m:t>𝑤𝑎𝑖𝑡</m:t>
                          </m:r>
                          <m:r>
                            <a:rPr lang="en-US" sz="1100" b="0" i="1" smtClean="0">
                              <a:latin typeface="Cambria Math" panose="02040503050406030204" pitchFamily="18" charset="0"/>
                            </a:rPr>
                            <m:t>&gt;</m:t>
                          </m:r>
                          <m:r>
                            <a:rPr lang="en-US" sz="1100" b="0" i="1" smtClean="0">
                              <a:latin typeface="Cambria Math" panose="02040503050406030204" pitchFamily="18" charset="0"/>
                            </a:rPr>
                            <m:t>30</m:t>
                          </m:r>
                        </m:e>
                      </m:d>
                      <m:r>
                        <a:rPr lang="en-US" sz="1100" b="0" i="1" smtClean="0">
                          <a:latin typeface="Cambria Math" panose="02040503050406030204" pitchFamily="18" charset="0"/>
                        </a:rPr>
                        <m:t>=</m:t>
                      </m:r>
                      <m:r>
                        <a:rPr lang="en-US" sz="1100" b="0" i="1" smtClean="0">
                          <a:latin typeface="Cambria Math" panose="02040503050406030204" pitchFamily="18" charset="0"/>
                        </a:rPr>
                        <m:t>1</m:t>
                      </m:r>
                      <m:r>
                        <a:rPr lang="en-US" sz="1100" b="0" i="1" smtClean="0">
                          <a:latin typeface="Cambria Math" panose="02040503050406030204" pitchFamily="18" charset="0"/>
                        </a:rPr>
                        <m:t>−</m:t>
                      </m:r>
                      <m:sSup>
                        <m:sSupPr>
                          <m:ctrlPr>
                            <a:rPr lang="en-US" sz="1100" b="0" i="1" smtClean="0">
                              <a:latin typeface="Cambria Math" panose="02040503050406030204" pitchFamily="18" charset="0"/>
                            </a:rPr>
                          </m:ctrlPr>
                        </m:sSupPr>
                        <m:e>
                          <m:d>
                            <m:dPr>
                              <m:ctrlPr>
                                <a:rPr lang="en-US" sz="1100" b="0" i="1" smtClean="0">
                                  <a:latin typeface="Cambria Math" panose="02040503050406030204" pitchFamily="18" charset="0"/>
                                </a:rPr>
                              </m:ctrlPr>
                            </m:dPr>
                            <m:e>
                              <m:f>
                                <m:fPr>
                                  <m:ctrlPr>
                                    <a:rPr lang="en-US" sz="1100" b="0" i="1" smtClean="0">
                                      <a:latin typeface="Cambria Math" panose="02040503050406030204" pitchFamily="18" charset="0"/>
                                    </a:rPr>
                                  </m:ctrlPr>
                                </m:fPr>
                                <m:num>
                                  <m:r>
                                    <a:rPr lang="en-US" sz="1100" b="0" i="1" smtClean="0">
                                      <a:latin typeface="Cambria Math" panose="02040503050406030204" pitchFamily="18" charset="0"/>
                                    </a:rPr>
                                    <m:t>0</m:t>
                                  </m:r>
                                </m:num>
                                <m:den>
                                  <m:r>
                                    <a:rPr lang="en-US" sz="1100" b="0" i="1" smtClean="0">
                                      <a:latin typeface="Cambria Math" panose="02040503050406030204" pitchFamily="18" charset="0"/>
                                    </a:rPr>
                                    <m:t>2</m:t>
                                  </m:r>
                                </m:den>
                              </m:f>
                            </m:e>
                          </m:d>
                        </m:e>
                        <m:sup>
                          <m:r>
                            <a:rPr lang="en-US" sz="1100" b="0" i="1" smtClean="0">
                              <a:latin typeface="Cambria Math" panose="02040503050406030204" pitchFamily="18" charset="0"/>
                            </a:rPr>
                            <m:t>2</m:t>
                          </m:r>
                        </m:sup>
                      </m:sSup>
                      <m:r>
                        <a:rPr lang="en-US" sz="1100" b="0" i="1" smtClean="0">
                          <a:latin typeface="Cambria Math" panose="02040503050406030204" pitchFamily="18" charset="0"/>
                        </a:rPr>
                        <m:t>−</m:t>
                      </m:r>
                      <m:sSup>
                        <m:sSupPr>
                          <m:ctrlPr>
                            <a:rPr lang="en-US" sz="1100" b="0" i="1" smtClean="0">
                              <a:latin typeface="Cambria Math" panose="02040503050406030204" pitchFamily="18" charset="0"/>
                            </a:rPr>
                          </m:ctrlPr>
                        </m:sSupPr>
                        <m:e>
                          <m:d>
                            <m:dPr>
                              <m:ctrlPr>
                                <a:rPr lang="en-US" sz="1100" b="0" i="1" smtClean="0">
                                  <a:latin typeface="Cambria Math" panose="02040503050406030204" pitchFamily="18" charset="0"/>
                                </a:rPr>
                              </m:ctrlPr>
                            </m:dPr>
                            <m:e>
                              <m:f>
                                <m:fPr>
                                  <m:ctrlPr>
                                    <a:rPr lang="en-US" sz="1100" b="0" i="1" smtClean="0">
                                      <a:latin typeface="Cambria Math" panose="02040503050406030204" pitchFamily="18" charset="0"/>
                                    </a:rPr>
                                  </m:ctrlPr>
                                </m:fPr>
                                <m:num>
                                  <m:r>
                                    <a:rPr lang="en-US" sz="1100" b="0" i="1" smtClean="0">
                                      <a:latin typeface="Cambria Math" panose="02040503050406030204" pitchFamily="18" charset="0"/>
                                    </a:rPr>
                                    <m:t>2</m:t>
                                  </m:r>
                                </m:num>
                                <m:den>
                                  <m:r>
                                    <a:rPr lang="en-US" sz="1100" b="0" i="1" smtClean="0">
                                      <a:latin typeface="Cambria Math" panose="02040503050406030204" pitchFamily="18" charset="0"/>
                                    </a:rPr>
                                    <m:t>2</m:t>
                                  </m:r>
                                </m:den>
                              </m:f>
                            </m:e>
                          </m:d>
                        </m:e>
                        <m:sup>
                          <m:r>
                            <a:rPr lang="en-US" sz="1100" b="0" i="1" smtClean="0">
                              <a:latin typeface="Cambria Math" panose="02040503050406030204" pitchFamily="18" charset="0"/>
                            </a:rPr>
                            <m:t>2</m:t>
                          </m:r>
                        </m:sup>
                      </m:sSup>
                      <m:r>
                        <a:rPr lang="en-US" sz="1100" b="0" i="1" smtClean="0">
                          <a:latin typeface="Cambria Math" panose="02040503050406030204" pitchFamily="18" charset="0"/>
                        </a:rPr>
                        <m:t>=</m:t>
                      </m:r>
                      <m:r>
                        <a:rPr lang="en-US" sz="1100" b="0" i="1" smtClean="0">
                          <a:latin typeface="Cambria Math" panose="02040503050406030204" pitchFamily="18" charset="0"/>
                        </a:rPr>
                        <m:t>1</m:t>
                      </m:r>
                      <m:r>
                        <a:rPr lang="en-US" sz="1100" b="0" i="1" smtClean="0">
                          <a:latin typeface="Cambria Math" panose="02040503050406030204" pitchFamily="18" charset="0"/>
                        </a:rPr>
                        <m:t>−</m:t>
                      </m:r>
                      <m:r>
                        <a:rPr lang="en-US" sz="1100" b="0" i="1" smtClean="0">
                          <a:latin typeface="Cambria Math" panose="02040503050406030204" pitchFamily="18" charset="0"/>
                        </a:rPr>
                        <m:t>1</m:t>
                      </m:r>
                      <m:r>
                        <a:rPr lang="en-US" sz="1100" b="0" i="1" smtClean="0">
                          <a:latin typeface="Cambria Math" panose="02040503050406030204" pitchFamily="18" charset="0"/>
                        </a:rPr>
                        <m:t>=</m:t>
                      </m:r>
                      <m:r>
                        <a:rPr lang="en-US" sz="1100" b="0" i="1" smtClean="0">
                          <a:latin typeface="Cambria Math" panose="02040503050406030204" pitchFamily="18" charset="0"/>
                        </a:rPr>
                        <m:t>0</m:t>
                      </m:r>
                    </m:oMath>
                  </m:oMathPara>
                </a14:m>
                <a:endParaRPr lang="en-US" sz="1100">
                  <a:latin typeface="Avenir Next LT Pro" panose="020B0504020202020204" pitchFamily="34" charset="0"/>
                </a:endParaRPr>
              </a:p>
            </p:txBody>
          </p:sp>
        </mc:Choice>
        <mc:Fallback xmlns="">
          <p:sp>
            <p:nvSpPr>
              <p:cNvPr id="35" name="TextBox 34">
                <a:extLst>
                  <a:ext uri="{FF2B5EF4-FFF2-40B4-BE49-F238E27FC236}">
                    <a16:creationId xmlns:a16="http://schemas.microsoft.com/office/drawing/2014/main" id="{C08A2CBF-DFB0-B6C4-EC6A-0595A0E14F39}"/>
                  </a:ext>
                </a:extLst>
              </p:cNvPr>
              <p:cNvSpPr txBox="1">
                <a:spLocks noRot="1" noChangeAspect="1" noMove="1" noResize="1" noEditPoints="1" noAdjustHandles="1" noChangeArrowheads="1" noChangeShapeType="1" noTextEdit="1"/>
              </p:cNvSpPr>
              <p:nvPr/>
            </p:nvSpPr>
            <p:spPr>
              <a:xfrm>
                <a:off x="8302280" y="4404840"/>
                <a:ext cx="3680828" cy="50616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5D8A098-46EA-316D-86F1-D23B2948396F}"/>
                  </a:ext>
                </a:extLst>
              </p:cNvPr>
              <p:cNvSpPr txBox="1"/>
              <p:nvPr/>
            </p:nvSpPr>
            <p:spPr>
              <a:xfrm>
                <a:off x="3778089" y="5477914"/>
                <a:ext cx="8205019" cy="4596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𝐺𝑖𝑛</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𝑖</m:t>
                          </m:r>
                        </m:e>
                        <m:sub>
                          <m:r>
                            <a:rPr lang="en-US" sz="1400" b="0" i="1" smtClean="0">
                              <a:latin typeface="Cambria Math" panose="02040503050406030204" pitchFamily="18" charset="0"/>
                            </a:rPr>
                            <m:t>𝑤𝑎𝑖𝑡</m:t>
                          </m:r>
                          <m:r>
                            <a:rPr lang="en-US" sz="1400" b="0" i="1" smtClean="0">
                              <a:latin typeface="Cambria Math" panose="02040503050406030204" pitchFamily="18" charset="0"/>
                            </a:rPr>
                            <m:t>_</m:t>
                          </m:r>
                          <m:r>
                            <a:rPr lang="en-US" sz="1400" b="0" i="1" smtClean="0">
                              <a:latin typeface="Cambria Math" panose="02040503050406030204" pitchFamily="18" charset="0"/>
                            </a:rPr>
                            <m:t>𝑡𝑖𝑚𝑒</m:t>
                          </m:r>
                        </m:sub>
                      </m:sSub>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𝑛</m:t>
                              </m:r>
                            </m:e>
                            <m:sub>
                              <m:r>
                                <a:rPr lang="en-US" sz="1400" b="0" i="1" smtClean="0">
                                  <a:latin typeface="Cambria Math" panose="02040503050406030204" pitchFamily="18" charset="0"/>
                                </a:rPr>
                                <m:t>𝑤𝑎𝑖𝑡</m:t>
                              </m:r>
                              <m:r>
                                <a:rPr lang="en-US" sz="1400" b="0" i="1" smtClean="0">
                                  <a:latin typeface="Cambria Math" panose="02040503050406030204" pitchFamily="18" charset="0"/>
                                </a:rPr>
                                <m:t>&lt;</m:t>
                              </m:r>
                              <m:r>
                                <a:rPr lang="en-US" sz="1400" b="0" i="1" smtClean="0">
                                  <a:latin typeface="Cambria Math" panose="02040503050406030204" pitchFamily="18" charset="0"/>
                                </a:rPr>
                                <m:t>30</m:t>
                              </m:r>
                            </m:sub>
                          </m:sSub>
                        </m:num>
                        <m:den>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𝑁</m:t>
                              </m:r>
                            </m:e>
                            <m:sub>
                              <m:r>
                                <a:rPr lang="en-US" sz="1400" b="0" i="1" smtClean="0">
                                  <a:latin typeface="Cambria Math" panose="02040503050406030204" pitchFamily="18" charset="0"/>
                                </a:rPr>
                                <m:t>𝑡𝑜𝑡𝑎𝑙</m:t>
                              </m:r>
                            </m:sub>
                          </m:sSub>
                        </m:den>
                      </m:f>
                      <m:r>
                        <a:rPr lang="en-US" sz="1400" b="0" i="1" smtClean="0">
                          <a:latin typeface="Cambria Math" panose="02040503050406030204" pitchFamily="18" charset="0"/>
                        </a:rPr>
                        <m:t> </m:t>
                      </m:r>
                      <m:r>
                        <a:rPr lang="en-US" sz="1400" b="0" i="1" smtClean="0">
                          <a:latin typeface="Cambria Math" panose="02040503050406030204" pitchFamily="18" charset="0"/>
                        </a:rPr>
                        <m:t>𝐺𝑖𝑛𝑖</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𝑤𝑎𝑖𝑡</m:t>
                          </m:r>
                          <m:r>
                            <a:rPr lang="en-US" sz="1400" b="0" i="1" smtClean="0">
                              <a:latin typeface="Cambria Math" panose="02040503050406030204" pitchFamily="18" charset="0"/>
                            </a:rPr>
                            <m:t>&lt;</m:t>
                          </m:r>
                          <m:r>
                            <a:rPr lang="en-US" sz="1400" b="0" i="1" smtClean="0">
                              <a:latin typeface="Cambria Math" panose="02040503050406030204" pitchFamily="18" charset="0"/>
                            </a:rPr>
                            <m:t>30</m:t>
                          </m:r>
                        </m:e>
                      </m:d>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𝑛</m:t>
                              </m:r>
                            </m:e>
                            <m:sub>
                              <m:r>
                                <a:rPr lang="en-US" sz="1400" b="0" i="1" smtClean="0">
                                  <a:latin typeface="Cambria Math" panose="02040503050406030204" pitchFamily="18" charset="0"/>
                                </a:rPr>
                                <m:t>𝑤𝑎𝑖𝑡</m:t>
                              </m:r>
                              <m:r>
                                <a:rPr lang="en-US" sz="1400" b="0" i="1" smtClean="0">
                                  <a:latin typeface="Cambria Math" panose="02040503050406030204" pitchFamily="18" charset="0"/>
                                </a:rPr>
                                <m:t>&gt;</m:t>
                              </m:r>
                              <m:r>
                                <a:rPr lang="en-US" sz="1400" b="0" i="1" smtClean="0">
                                  <a:latin typeface="Cambria Math" panose="02040503050406030204" pitchFamily="18" charset="0"/>
                                </a:rPr>
                                <m:t>30</m:t>
                              </m:r>
                            </m:sub>
                          </m:sSub>
                        </m:num>
                        <m:den>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𝑁</m:t>
                              </m:r>
                            </m:e>
                            <m:sub>
                              <m:r>
                                <a:rPr lang="en-US" sz="1400" b="0" i="1" smtClean="0">
                                  <a:latin typeface="Cambria Math" panose="02040503050406030204" pitchFamily="18" charset="0"/>
                                </a:rPr>
                                <m:t>𝑡𝑜𝑡𝑎𝑙</m:t>
                              </m:r>
                            </m:sub>
                          </m:sSub>
                        </m:den>
                      </m:f>
                      <m:r>
                        <a:rPr lang="en-US" sz="1400" b="0" i="1" smtClean="0">
                          <a:latin typeface="Cambria Math" panose="02040503050406030204" pitchFamily="18" charset="0"/>
                        </a:rPr>
                        <m:t>𝐺𝑖𝑛𝑖</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𝑤𝑎𝑖𝑡</m:t>
                          </m:r>
                          <m:r>
                            <a:rPr lang="en-US" sz="1400" b="0" i="1" smtClean="0">
                              <a:latin typeface="Cambria Math" panose="02040503050406030204" pitchFamily="18" charset="0"/>
                            </a:rPr>
                            <m:t>&gt;</m:t>
                          </m:r>
                          <m:r>
                            <a:rPr lang="en-US" sz="1400" b="0" i="1" smtClean="0">
                              <a:latin typeface="Cambria Math" panose="02040503050406030204" pitchFamily="18" charset="0"/>
                            </a:rPr>
                            <m:t>30</m:t>
                          </m:r>
                        </m:e>
                      </m:d>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5</m:t>
                          </m:r>
                        </m:num>
                        <m:den>
                          <m:r>
                            <a:rPr lang="en-US" sz="1400" b="0" i="1" smtClean="0">
                              <a:latin typeface="Cambria Math" panose="02040503050406030204" pitchFamily="18" charset="0"/>
                            </a:rPr>
                            <m:t>7</m:t>
                          </m:r>
                        </m:den>
                      </m:f>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0</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32</m:t>
                      </m:r>
                      <m:r>
                        <a:rPr lang="en-US" sz="1400" b="0" i="1" smtClean="0">
                          <a:latin typeface="Cambria Math" panose="02040503050406030204" pitchFamily="18" charset="0"/>
                          <a:ea typeface="Cambria Math" panose="02040503050406030204" pitchFamily="18" charset="0"/>
                        </a:rPr>
                        <m:t>+</m:t>
                      </m:r>
                      <m:f>
                        <m:fPr>
                          <m:ctrlPr>
                            <a:rPr lang="en-US" sz="1400" b="0" i="1" smtClean="0">
                              <a:latin typeface="Cambria Math" panose="02040503050406030204" pitchFamily="18" charset="0"/>
                              <a:ea typeface="Cambria Math" panose="02040503050406030204" pitchFamily="18" charset="0"/>
                            </a:rPr>
                          </m:ctrlPr>
                        </m:fPr>
                        <m:num>
                          <m:r>
                            <a:rPr lang="en-US" sz="1400" b="0" i="1" smtClean="0">
                              <a:latin typeface="Cambria Math" panose="02040503050406030204" pitchFamily="18" charset="0"/>
                              <a:ea typeface="Cambria Math" panose="02040503050406030204" pitchFamily="18" charset="0"/>
                            </a:rPr>
                            <m:t>2</m:t>
                          </m:r>
                        </m:num>
                        <m:den>
                          <m:r>
                            <a:rPr lang="en-US" sz="1400" b="0" i="1" smtClean="0">
                              <a:latin typeface="Cambria Math" panose="02040503050406030204" pitchFamily="18" charset="0"/>
                              <a:ea typeface="Cambria Math" panose="02040503050406030204" pitchFamily="18" charset="0"/>
                            </a:rPr>
                            <m:t>7</m:t>
                          </m:r>
                        </m:den>
                      </m:f>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0</m:t>
                      </m:r>
                      <m:r>
                        <a:rPr lang="en-US" sz="1400" b="0" i="1" smtClean="0">
                          <a:latin typeface="Cambria Math" panose="02040503050406030204" pitchFamily="18" charset="0"/>
                          <a:ea typeface="Cambria Math" panose="02040503050406030204" pitchFamily="18" charset="0"/>
                        </a:rPr>
                        <m:t>=</m:t>
                      </m:r>
                      <m:r>
                        <a:rPr lang="en-US" sz="1400" b="1" i="1" smtClean="0">
                          <a:latin typeface="Cambria Math" panose="02040503050406030204" pitchFamily="18" charset="0"/>
                          <a:ea typeface="Cambria Math" panose="02040503050406030204" pitchFamily="18" charset="0"/>
                        </a:rPr>
                        <m:t>𝟎</m:t>
                      </m:r>
                      <m:r>
                        <a:rPr lang="en-US" sz="1400" b="1" i="1" smtClean="0">
                          <a:latin typeface="Cambria Math" panose="02040503050406030204" pitchFamily="18" charset="0"/>
                          <a:ea typeface="Cambria Math" panose="02040503050406030204" pitchFamily="18" charset="0"/>
                        </a:rPr>
                        <m:t>.</m:t>
                      </m:r>
                      <m:r>
                        <a:rPr lang="en-US" sz="1400" b="1" i="1" smtClean="0">
                          <a:latin typeface="Cambria Math" panose="02040503050406030204" pitchFamily="18" charset="0"/>
                          <a:ea typeface="Cambria Math" panose="02040503050406030204" pitchFamily="18" charset="0"/>
                        </a:rPr>
                        <m:t>𝟐𝟐𝟗</m:t>
                      </m:r>
                    </m:oMath>
                  </m:oMathPara>
                </a14:m>
                <a:endParaRPr lang="en-US" sz="1200" b="1"/>
              </a:p>
            </p:txBody>
          </p:sp>
        </mc:Choice>
        <mc:Fallback xmlns="">
          <p:sp>
            <p:nvSpPr>
              <p:cNvPr id="38" name="TextBox 37">
                <a:extLst>
                  <a:ext uri="{FF2B5EF4-FFF2-40B4-BE49-F238E27FC236}">
                    <a16:creationId xmlns:a16="http://schemas.microsoft.com/office/drawing/2014/main" id="{B5D8A098-46EA-316D-86F1-D23B2948396F}"/>
                  </a:ext>
                </a:extLst>
              </p:cNvPr>
              <p:cNvSpPr txBox="1">
                <a:spLocks noRot="1" noChangeAspect="1" noMove="1" noResize="1" noEditPoints="1" noAdjustHandles="1" noChangeArrowheads="1" noChangeShapeType="1" noTextEdit="1"/>
              </p:cNvSpPr>
              <p:nvPr/>
            </p:nvSpPr>
            <p:spPr>
              <a:xfrm>
                <a:off x="3778089" y="5477914"/>
                <a:ext cx="8205019" cy="459678"/>
              </a:xfrm>
              <a:prstGeom prst="rect">
                <a:avLst/>
              </a:prstGeom>
              <a:blipFill>
                <a:blip r:embed="rId5"/>
                <a:stretch>
                  <a:fillRect t="-1333" b="-5333"/>
                </a:stretch>
              </a:blipFill>
            </p:spPr>
            <p:txBody>
              <a:bodyPr/>
              <a:lstStyle/>
              <a:p>
                <a:r>
                  <a:rPr lang="en-US">
                    <a:noFill/>
                  </a:rPr>
                  <a:t> </a:t>
                </a:r>
              </a:p>
            </p:txBody>
          </p:sp>
        </mc:Fallback>
      </mc:AlternateContent>
      <p:sp>
        <p:nvSpPr>
          <p:cNvPr id="40" name="TextBox 39">
            <a:extLst>
              <a:ext uri="{FF2B5EF4-FFF2-40B4-BE49-F238E27FC236}">
                <a16:creationId xmlns:a16="http://schemas.microsoft.com/office/drawing/2014/main" id="{81C2DE77-E43D-3083-2BA7-CD5B043EA311}"/>
              </a:ext>
            </a:extLst>
          </p:cNvPr>
          <p:cNvSpPr txBox="1"/>
          <p:nvPr/>
        </p:nvSpPr>
        <p:spPr>
          <a:xfrm>
            <a:off x="339951" y="5457002"/>
            <a:ext cx="3219883" cy="584775"/>
          </a:xfrm>
          <a:prstGeom prst="rect">
            <a:avLst/>
          </a:prstGeom>
          <a:noFill/>
        </p:spPr>
        <p:txBody>
          <a:bodyPr wrap="square">
            <a:spAutoFit/>
          </a:bodyPr>
          <a:lstStyle/>
          <a:p>
            <a:r>
              <a:rPr lang="en-US" sz="1600">
                <a:latin typeface="Avenir Next LT Pro" panose="020B0504020202020204" pitchFamily="34" charset="0"/>
              </a:rPr>
              <a:t>Resulting impurity of split is </a:t>
            </a:r>
          </a:p>
          <a:p>
            <a:r>
              <a:rPr lang="en-US" sz="1600">
                <a:latin typeface="Avenir Next LT Pro" panose="020B0504020202020204" pitchFamily="34" charset="0"/>
              </a:rPr>
              <a:t>just weighted average:</a:t>
            </a:r>
            <a:endParaRPr lang="en-US" sz="1600"/>
          </a:p>
        </p:txBody>
      </p:sp>
    </p:spTree>
    <p:extLst>
      <p:ext uri="{BB962C8B-B14F-4D97-AF65-F5344CB8AC3E}">
        <p14:creationId xmlns:p14="http://schemas.microsoft.com/office/powerpoint/2010/main" val="396582235"/>
      </p:ext>
    </p:extLst>
  </p:cSld>
  <p:clrMapOvr>
    <a:masterClrMapping/>
  </p:clrMapOvr>
  <p:transition spd="med">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BB1A6-6DBE-3FCC-1065-4AABF86549A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F4164A5-D848-B91B-CDFD-44C7667C7E5B}"/>
              </a:ext>
            </a:extLst>
          </p:cNvPr>
          <p:cNvSpPr txBox="1">
            <a:spLocks/>
          </p:cNvSpPr>
          <p:nvPr/>
        </p:nvSpPr>
        <p:spPr>
          <a:xfrm>
            <a:off x="284255" y="24019"/>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200">
                <a:solidFill>
                  <a:sysClr val="windowText" lastClr="000000"/>
                </a:solidFill>
                <a:latin typeface="Posterama"/>
              </a:rPr>
              <a:t>Construction of trees (split)</a:t>
            </a:r>
            <a:endParaRPr kumimoji="0" lang="en-US" sz="3200" b="1" i="0" u="none" strike="noStrike" kern="1200" cap="all" spc="0" normalizeH="0" baseline="0" noProof="0">
              <a:ln>
                <a:noFill/>
              </a:ln>
              <a:solidFill>
                <a:sysClr val="windowText" lastClr="000000"/>
              </a:solidFill>
              <a:effectLst/>
              <a:uLnTx/>
              <a:uFillTx/>
              <a:latin typeface="Posterama"/>
              <a:ea typeface="+mj-ea"/>
              <a:cs typeface="+mj-cs"/>
            </a:endParaRPr>
          </a:p>
        </p:txBody>
      </p:sp>
      <p:graphicFrame>
        <p:nvGraphicFramePr>
          <p:cNvPr id="2" name="Table 1">
            <a:extLst>
              <a:ext uri="{FF2B5EF4-FFF2-40B4-BE49-F238E27FC236}">
                <a16:creationId xmlns:a16="http://schemas.microsoft.com/office/drawing/2014/main" id="{52580DF8-27B1-452B-3162-E60A96CBAF7B}"/>
              </a:ext>
            </a:extLst>
          </p:cNvPr>
          <p:cNvGraphicFramePr>
            <a:graphicFrameLocks noGrp="1"/>
          </p:cNvGraphicFramePr>
          <p:nvPr>
            <p:extLst>
              <p:ext uri="{D42A27DB-BD31-4B8C-83A1-F6EECF244321}">
                <p14:modId xmlns:p14="http://schemas.microsoft.com/office/powerpoint/2010/main" val="1642451079"/>
              </p:ext>
            </p:extLst>
          </p:nvPr>
        </p:nvGraphicFramePr>
        <p:xfrm>
          <a:off x="463697" y="714555"/>
          <a:ext cx="3113003" cy="2438400"/>
        </p:xfrm>
        <a:graphic>
          <a:graphicData uri="http://schemas.openxmlformats.org/drawingml/2006/table">
            <a:tbl>
              <a:tblPr>
                <a:tableStyleId>{5C22544A-7EE6-4342-B048-85BDC9FD1C3A}</a:tableStyleId>
              </a:tblPr>
              <a:tblGrid>
                <a:gridCol w="1577941">
                  <a:extLst>
                    <a:ext uri="{9D8B030D-6E8A-4147-A177-3AD203B41FA5}">
                      <a16:colId xmlns:a16="http://schemas.microsoft.com/office/drawing/2014/main" val="1358912614"/>
                    </a:ext>
                  </a:extLst>
                </a:gridCol>
                <a:gridCol w="1535062">
                  <a:extLst>
                    <a:ext uri="{9D8B030D-6E8A-4147-A177-3AD203B41FA5}">
                      <a16:colId xmlns:a16="http://schemas.microsoft.com/office/drawing/2014/main" val="353788413"/>
                    </a:ext>
                  </a:extLst>
                </a:gridCol>
              </a:tblGrid>
              <a:tr h="0">
                <a:tc>
                  <a:txBody>
                    <a:bodyPr/>
                    <a:lstStyle/>
                    <a:p>
                      <a:pPr>
                        <a:buNone/>
                      </a:pPr>
                      <a:r>
                        <a:rPr lang="en-US" sz="1400">
                          <a:latin typeface="Avenir Next LT Pro" panose="020B0504020202020204" pitchFamily="34" charset="0"/>
                        </a:rPr>
                        <a:t>Wait Time (min)</a:t>
                      </a:r>
                    </a:p>
                  </a:txBody>
                  <a:tcPr anchor="ctr"/>
                </a:tc>
                <a:tc>
                  <a:txBody>
                    <a:bodyPr/>
                    <a:lstStyle/>
                    <a:p>
                      <a:pPr>
                        <a:buNone/>
                      </a:pPr>
                      <a:r>
                        <a:rPr lang="en-US" sz="1400">
                          <a:latin typeface="Avenir Next LT Pro" panose="020B0504020202020204" pitchFamily="34" charset="0"/>
                        </a:rPr>
                        <a:t>Liked Service?</a:t>
                      </a:r>
                    </a:p>
                  </a:txBody>
                  <a:tcPr anchor="ctr">
                    <a:solidFill>
                      <a:schemeClr val="accent6">
                        <a:lumMod val="60000"/>
                        <a:lumOff val="40000"/>
                      </a:schemeClr>
                    </a:solidFill>
                  </a:tcPr>
                </a:tc>
                <a:extLst>
                  <a:ext uri="{0D108BD9-81ED-4DB2-BD59-A6C34878D82A}">
                    <a16:rowId xmlns:a16="http://schemas.microsoft.com/office/drawing/2014/main" val="2726122514"/>
                  </a:ext>
                </a:extLst>
              </a:tr>
              <a:tr h="0">
                <a:tc>
                  <a:txBody>
                    <a:bodyPr/>
                    <a:lstStyle/>
                    <a:p>
                      <a:pPr>
                        <a:buNone/>
                      </a:pPr>
                      <a:r>
                        <a:rPr lang="en-US" sz="1400">
                          <a:latin typeface="Avenir Next LT Pro" panose="020B0504020202020204" pitchFamily="34" charset="0"/>
                        </a:rPr>
                        <a:t>5</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4082045142"/>
                  </a:ext>
                </a:extLst>
              </a:tr>
              <a:tr h="0">
                <a:tc>
                  <a:txBody>
                    <a:bodyPr/>
                    <a:lstStyle/>
                    <a:p>
                      <a:pPr>
                        <a:buNone/>
                      </a:pPr>
                      <a:r>
                        <a:rPr lang="en-US" sz="1400">
                          <a:latin typeface="Avenir Next LT Pro" panose="020B0504020202020204" pitchFamily="34" charset="0"/>
                        </a:rPr>
                        <a:t>10</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1287225360"/>
                  </a:ext>
                </a:extLst>
              </a:tr>
              <a:tr h="0">
                <a:tc>
                  <a:txBody>
                    <a:bodyPr/>
                    <a:lstStyle/>
                    <a:p>
                      <a:pPr>
                        <a:buNone/>
                      </a:pPr>
                      <a:r>
                        <a:rPr lang="en-US" sz="1400">
                          <a:latin typeface="Avenir Next LT Pro" panose="020B0504020202020204" pitchFamily="34" charset="0"/>
                        </a:rPr>
                        <a:t>15</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2026427864"/>
                  </a:ext>
                </a:extLst>
              </a:tr>
              <a:tr h="0">
                <a:tc>
                  <a:txBody>
                    <a:bodyPr/>
                    <a:lstStyle/>
                    <a:p>
                      <a:pPr>
                        <a:buNone/>
                      </a:pPr>
                      <a:r>
                        <a:rPr lang="en-US" sz="1400">
                          <a:latin typeface="Avenir Next LT Pro" panose="020B0504020202020204" pitchFamily="34" charset="0"/>
                        </a:rPr>
                        <a:t>40</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1088004045"/>
                  </a:ext>
                </a:extLst>
              </a:tr>
              <a:tr h="0">
                <a:tc>
                  <a:txBody>
                    <a:bodyPr/>
                    <a:lstStyle/>
                    <a:p>
                      <a:pPr>
                        <a:buNone/>
                      </a:pPr>
                      <a:r>
                        <a:rPr lang="en-US" sz="1400">
                          <a:latin typeface="Avenir Next LT Pro" panose="020B0504020202020204" pitchFamily="34" charset="0"/>
                        </a:rPr>
                        <a:t>20</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3534601565"/>
                  </a:ext>
                </a:extLst>
              </a:tr>
              <a:tr h="0">
                <a:tc>
                  <a:txBody>
                    <a:bodyPr/>
                    <a:lstStyle/>
                    <a:p>
                      <a:pPr>
                        <a:buNone/>
                      </a:pPr>
                      <a:r>
                        <a:rPr lang="en-US" sz="1400">
                          <a:latin typeface="Avenir Next LT Pro" panose="020B0504020202020204" pitchFamily="34" charset="0"/>
                        </a:rPr>
                        <a:t>12</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403771513"/>
                  </a:ext>
                </a:extLst>
              </a:tr>
              <a:tr h="0">
                <a:tc>
                  <a:txBody>
                    <a:bodyPr/>
                    <a:lstStyle/>
                    <a:p>
                      <a:pPr>
                        <a:buNone/>
                      </a:pPr>
                      <a:r>
                        <a:rPr lang="en-US" sz="1400">
                          <a:latin typeface="Avenir Next LT Pro" panose="020B0504020202020204" pitchFamily="34" charset="0"/>
                        </a:rPr>
                        <a:t>60</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928281934"/>
                  </a:ext>
                </a:extLst>
              </a:tr>
            </a:tbl>
          </a:graphicData>
        </a:graphic>
      </p:graphicFrame>
      <p:pic>
        <p:nvPicPr>
          <p:cNvPr id="7" name="Graphic 6" descr="Arrow: Clockwise curve with solid fill">
            <a:extLst>
              <a:ext uri="{FF2B5EF4-FFF2-40B4-BE49-F238E27FC236}">
                <a16:creationId xmlns:a16="http://schemas.microsoft.com/office/drawing/2014/main" id="{BA8BF696-4FD5-BE20-E9B2-3F801F3A4A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1581383">
            <a:off x="3463313" y="2427176"/>
            <a:ext cx="834077" cy="975434"/>
          </a:xfrm>
          <a:prstGeom prst="rect">
            <a:avLst/>
          </a:prstGeom>
        </p:spPr>
      </p:pic>
      <p:sp>
        <p:nvSpPr>
          <p:cNvPr id="15" name="TextBox 14">
            <a:extLst>
              <a:ext uri="{FF2B5EF4-FFF2-40B4-BE49-F238E27FC236}">
                <a16:creationId xmlns:a16="http://schemas.microsoft.com/office/drawing/2014/main" id="{2C15CF00-F227-8301-FE39-F6E41AED4F0C}"/>
              </a:ext>
            </a:extLst>
          </p:cNvPr>
          <p:cNvSpPr txBox="1"/>
          <p:nvPr/>
        </p:nvSpPr>
        <p:spPr>
          <a:xfrm>
            <a:off x="3756142" y="2176466"/>
            <a:ext cx="1984075" cy="338554"/>
          </a:xfrm>
          <a:prstGeom prst="rect">
            <a:avLst/>
          </a:prstGeom>
          <a:noFill/>
        </p:spPr>
        <p:txBody>
          <a:bodyPr wrap="square">
            <a:spAutoFit/>
          </a:bodyPr>
          <a:lstStyle/>
          <a:p>
            <a:r>
              <a:rPr lang="en-US" sz="1600">
                <a:latin typeface="Avenir Next LT Pro" panose="020B0504020202020204" pitchFamily="34" charset="0"/>
              </a:rPr>
              <a:t>1. Sort the dataset </a:t>
            </a:r>
            <a:endParaRPr lang="en-US" sz="1600"/>
          </a:p>
        </p:txBody>
      </p:sp>
      <p:graphicFrame>
        <p:nvGraphicFramePr>
          <p:cNvPr id="17" name="Table 16">
            <a:extLst>
              <a:ext uri="{FF2B5EF4-FFF2-40B4-BE49-F238E27FC236}">
                <a16:creationId xmlns:a16="http://schemas.microsoft.com/office/drawing/2014/main" id="{03D979A8-37E8-B960-F51D-F020722143F2}"/>
              </a:ext>
            </a:extLst>
          </p:cNvPr>
          <p:cNvGraphicFramePr>
            <a:graphicFrameLocks noGrp="1"/>
          </p:cNvGraphicFramePr>
          <p:nvPr>
            <p:extLst>
              <p:ext uri="{D42A27DB-BD31-4B8C-83A1-F6EECF244321}">
                <p14:modId xmlns:p14="http://schemas.microsoft.com/office/powerpoint/2010/main" val="68841195"/>
              </p:ext>
            </p:extLst>
          </p:nvPr>
        </p:nvGraphicFramePr>
        <p:xfrm>
          <a:off x="471933" y="3705045"/>
          <a:ext cx="3113003" cy="2438400"/>
        </p:xfrm>
        <a:graphic>
          <a:graphicData uri="http://schemas.openxmlformats.org/drawingml/2006/table">
            <a:tbl>
              <a:tblPr>
                <a:tableStyleId>{5C22544A-7EE6-4342-B048-85BDC9FD1C3A}</a:tableStyleId>
              </a:tblPr>
              <a:tblGrid>
                <a:gridCol w="1489266">
                  <a:extLst>
                    <a:ext uri="{9D8B030D-6E8A-4147-A177-3AD203B41FA5}">
                      <a16:colId xmlns:a16="http://schemas.microsoft.com/office/drawing/2014/main" val="1358912614"/>
                    </a:ext>
                  </a:extLst>
                </a:gridCol>
                <a:gridCol w="1623737">
                  <a:extLst>
                    <a:ext uri="{9D8B030D-6E8A-4147-A177-3AD203B41FA5}">
                      <a16:colId xmlns:a16="http://schemas.microsoft.com/office/drawing/2014/main" val="353788413"/>
                    </a:ext>
                  </a:extLst>
                </a:gridCol>
              </a:tblGrid>
              <a:tr h="0">
                <a:tc>
                  <a:txBody>
                    <a:bodyPr/>
                    <a:lstStyle/>
                    <a:p>
                      <a:pPr>
                        <a:buNone/>
                      </a:pPr>
                      <a:r>
                        <a:rPr lang="en-US" sz="1400">
                          <a:latin typeface="Avenir Next LT Pro" panose="020B0504020202020204" pitchFamily="34" charset="0"/>
                        </a:rPr>
                        <a:t>Wait Time (min)</a:t>
                      </a:r>
                    </a:p>
                  </a:txBody>
                  <a:tcPr anchor="ctr"/>
                </a:tc>
                <a:tc>
                  <a:txBody>
                    <a:bodyPr/>
                    <a:lstStyle/>
                    <a:p>
                      <a:pPr>
                        <a:buNone/>
                      </a:pPr>
                      <a:r>
                        <a:rPr lang="en-US" sz="1400">
                          <a:latin typeface="Avenir Next LT Pro" panose="020B0504020202020204" pitchFamily="34" charset="0"/>
                        </a:rPr>
                        <a:t>Liked Service?</a:t>
                      </a:r>
                    </a:p>
                  </a:txBody>
                  <a:tcPr anchor="ctr">
                    <a:solidFill>
                      <a:schemeClr val="accent6">
                        <a:lumMod val="60000"/>
                        <a:lumOff val="40000"/>
                      </a:schemeClr>
                    </a:solidFill>
                  </a:tcPr>
                </a:tc>
                <a:extLst>
                  <a:ext uri="{0D108BD9-81ED-4DB2-BD59-A6C34878D82A}">
                    <a16:rowId xmlns:a16="http://schemas.microsoft.com/office/drawing/2014/main" val="2726122514"/>
                  </a:ext>
                </a:extLst>
              </a:tr>
              <a:tr h="0">
                <a:tc>
                  <a:txBody>
                    <a:bodyPr/>
                    <a:lstStyle/>
                    <a:p>
                      <a:pPr>
                        <a:buNone/>
                      </a:pPr>
                      <a:r>
                        <a:rPr lang="en-US" sz="1400">
                          <a:latin typeface="Avenir Next LT Pro" panose="020B0504020202020204" pitchFamily="34" charset="0"/>
                        </a:rPr>
                        <a:t>5</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4082045142"/>
                  </a:ext>
                </a:extLst>
              </a:tr>
              <a:tr h="0">
                <a:tc>
                  <a:txBody>
                    <a:bodyPr/>
                    <a:lstStyle/>
                    <a:p>
                      <a:pPr>
                        <a:buNone/>
                      </a:pPr>
                      <a:r>
                        <a:rPr lang="en-US" sz="1400">
                          <a:latin typeface="Avenir Next LT Pro" panose="020B0504020202020204" pitchFamily="34" charset="0"/>
                        </a:rPr>
                        <a:t>10</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1287225360"/>
                  </a:ext>
                </a:extLst>
              </a:tr>
              <a:tr h="0">
                <a:tc>
                  <a:txBody>
                    <a:bodyPr/>
                    <a:lstStyle/>
                    <a:p>
                      <a:pPr>
                        <a:buNone/>
                      </a:pPr>
                      <a:r>
                        <a:rPr lang="en-US" sz="1400">
                          <a:latin typeface="Avenir Next LT Pro" panose="020B0504020202020204" pitchFamily="34" charset="0"/>
                        </a:rPr>
                        <a:t>12</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364761073"/>
                  </a:ext>
                </a:extLst>
              </a:tr>
              <a:tr h="0">
                <a:tc>
                  <a:txBody>
                    <a:bodyPr/>
                    <a:lstStyle/>
                    <a:p>
                      <a:pPr>
                        <a:buNone/>
                      </a:pPr>
                      <a:r>
                        <a:rPr lang="en-US" sz="1400">
                          <a:latin typeface="Avenir Next LT Pro" panose="020B0504020202020204" pitchFamily="34" charset="0"/>
                        </a:rPr>
                        <a:t>15</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1298311661"/>
                  </a:ext>
                </a:extLst>
              </a:tr>
              <a:tr h="0">
                <a:tc>
                  <a:txBody>
                    <a:bodyPr/>
                    <a:lstStyle/>
                    <a:p>
                      <a:pPr>
                        <a:buNone/>
                      </a:pPr>
                      <a:r>
                        <a:rPr lang="en-US" sz="1400">
                          <a:latin typeface="Avenir Next LT Pro" panose="020B0504020202020204" pitchFamily="34" charset="0"/>
                        </a:rPr>
                        <a:t>20</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1293480654"/>
                  </a:ext>
                </a:extLst>
              </a:tr>
              <a:tr h="0">
                <a:tc>
                  <a:txBody>
                    <a:bodyPr/>
                    <a:lstStyle/>
                    <a:p>
                      <a:pPr>
                        <a:buNone/>
                      </a:pPr>
                      <a:r>
                        <a:rPr lang="en-US" sz="1400">
                          <a:latin typeface="Avenir Next LT Pro" panose="020B0504020202020204" pitchFamily="34" charset="0"/>
                        </a:rPr>
                        <a:t>40</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1088004045"/>
                  </a:ext>
                </a:extLst>
              </a:tr>
              <a:tr h="0">
                <a:tc>
                  <a:txBody>
                    <a:bodyPr/>
                    <a:lstStyle/>
                    <a:p>
                      <a:pPr>
                        <a:buNone/>
                      </a:pPr>
                      <a:r>
                        <a:rPr lang="en-US" sz="1400">
                          <a:latin typeface="Avenir Next LT Pro" panose="020B0504020202020204" pitchFamily="34" charset="0"/>
                        </a:rPr>
                        <a:t>60</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928281934"/>
                  </a:ext>
                </a:extLst>
              </a:tr>
            </a:tbl>
          </a:graphicData>
        </a:graphic>
      </p:graphicFrame>
      <p:pic>
        <p:nvPicPr>
          <p:cNvPr id="23" name="Picture 22" descr="The image displays a table presenting Gini Index calculations for various wait time splits, illustrating how different thresholds affect the Gini Index value.&#10;&#10;AI-generated content may be incorrect.">
            <a:extLst>
              <a:ext uri="{FF2B5EF4-FFF2-40B4-BE49-F238E27FC236}">
                <a16:creationId xmlns:a16="http://schemas.microsoft.com/office/drawing/2014/main" id="{9375270F-8875-AA38-5225-6A6D809D3AB2}"/>
              </a:ext>
            </a:extLst>
          </p:cNvPr>
          <p:cNvPicPr>
            <a:picLocks noChangeAspect="1"/>
          </p:cNvPicPr>
          <p:nvPr/>
        </p:nvPicPr>
        <p:blipFill>
          <a:blip r:embed="rId4"/>
          <a:srcRect t="8744"/>
          <a:stretch>
            <a:fillRect/>
          </a:stretch>
        </p:blipFill>
        <p:spPr>
          <a:xfrm>
            <a:off x="6723789" y="714555"/>
            <a:ext cx="5119393" cy="5454197"/>
          </a:xfrm>
          <a:prstGeom prst="rect">
            <a:avLst/>
          </a:prstGeom>
        </p:spPr>
      </p:pic>
      <p:sp>
        <p:nvSpPr>
          <p:cNvPr id="24" name="TextBox 23">
            <a:extLst>
              <a:ext uri="{FF2B5EF4-FFF2-40B4-BE49-F238E27FC236}">
                <a16:creationId xmlns:a16="http://schemas.microsoft.com/office/drawing/2014/main" id="{1D42370D-496E-C695-07DB-2D19B0DB2605}"/>
              </a:ext>
            </a:extLst>
          </p:cNvPr>
          <p:cNvSpPr txBox="1"/>
          <p:nvPr/>
        </p:nvSpPr>
        <p:spPr>
          <a:xfrm>
            <a:off x="374687" y="3322838"/>
            <a:ext cx="3041374" cy="338554"/>
          </a:xfrm>
          <a:prstGeom prst="rect">
            <a:avLst/>
          </a:prstGeom>
          <a:noFill/>
        </p:spPr>
        <p:txBody>
          <a:bodyPr wrap="square">
            <a:spAutoFit/>
          </a:bodyPr>
          <a:lstStyle/>
          <a:p>
            <a:r>
              <a:rPr lang="en-US" sz="1600">
                <a:latin typeface="Avenir Next LT Pro" panose="020B0504020202020204" pitchFamily="34" charset="0"/>
              </a:rPr>
              <a:t>Step 2.  Calculate midpoints</a:t>
            </a:r>
            <a:endParaRPr lang="en-US" sz="1600"/>
          </a:p>
        </p:txBody>
      </p:sp>
      <p:pic>
        <p:nvPicPr>
          <p:cNvPr id="25" name="Graphic 24" descr="Arrow: Clockwise curve with solid fill">
            <a:extLst>
              <a:ext uri="{FF2B5EF4-FFF2-40B4-BE49-F238E27FC236}">
                <a16:creationId xmlns:a16="http://schemas.microsoft.com/office/drawing/2014/main" id="{7D3F49BD-C9C9-7976-26D6-CA0FC312C9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a:off x="4724308" y="3816002"/>
            <a:ext cx="1031262" cy="1206037"/>
          </a:xfrm>
          <a:prstGeom prst="rect">
            <a:avLst/>
          </a:prstGeom>
        </p:spPr>
      </p:pic>
      <p:sp>
        <p:nvSpPr>
          <p:cNvPr id="26" name="TextBox 25">
            <a:extLst>
              <a:ext uri="{FF2B5EF4-FFF2-40B4-BE49-F238E27FC236}">
                <a16:creationId xmlns:a16="http://schemas.microsoft.com/office/drawing/2014/main" id="{94846DBB-CCD9-3173-8BD8-E9D825DDD899}"/>
              </a:ext>
            </a:extLst>
          </p:cNvPr>
          <p:cNvSpPr txBox="1"/>
          <p:nvPr/>
        </p:nvSpPr>
        <p:spPr>
          <a:xfrm>
            <a:off x="4359545" y="5061841"/>
            <a:ext cx="2505620" cy="830997"/>
          </a:xfrm>
          <a:prstGeom prst="rect">
            <a:avLst/>
          </a:prstGeom>
          <a:noFill/>
        </p:spPr>
        <p:txBody>
          <a:bodyPr wrap="square">
            <a:spAutoFit/>
          </a:bodyPr>
          <a:lstStyle/>
          <a:p>
            <a:r>
              <a:rPr lang="en-US" sz="1600">
                <a:latin typeface="Avenir Next LT Pro" panose="020B0504020202020204" pitchFamily="34" charset="0"/>
              </a:rPr>
              <a:t>Step 3. </a:t>
            </a:r>
          </a:p>
          <a:p>
            <a:r>
              <a:rPr lang="en-US" sz="1600">
                <a:latin typeface="Avenir Next LT Pro" panose="020B0504020202020204" pitchFamily="34" charset="0"/>
              </a:rPr>
              <a:t>Calculate </a:t>
            </a:r>
            <a:r>
              <a:rPr lang="en-US" sz="1600" err="1">
                <a:latin typeface="Avenir Next LT Pro" panose="020B0504020202020204" pitchFamily="34" charset="0"/>
              </a:rPr>
              <a:t>gini</a:t>
            </a:r>
            <a:r>
              <a:rPr lang="en-US" sz="1600">
                <a:latin typeface="Avenir Next LT Pro" panose="020B0504020202020204" pitchFamily="34" charset="0"/>
              </a:rPr>
              <a:t> index</a:t>
            </a:r>
          </a:p>
          <a:p>
            <a:r>
              <a:rPr lang="en-US" sz="1600">
                <a:latin typeface="Avenir Next LT Pro" panose="020B0504020202020204" pitchFamily="34" charset="0"/>
              </a:rPr>
              <a:t>for possible splits</a:t>
            </a:r>
            <a:endParaRPr lang="en-US" sz="1600"/>
          </a:p>
        </p:txBody>
      </p:sp>
    </p:spTree>
    <p:extLst>
      <p:ext uri="{BB962C8B-B14F-4D97-AF65-F5344CB8AC3E}">
        <p14:creationId xmlns:p14="http://schemas.microsoft.com/office/powerpoint/2010/main" val="4249053131"/>
      </p:ext>
    </p:extLst>
  </p:cSld>
  <p:clrMapOvr>
    <a:masterClrMapping/>
  </p:clrMapOvr>
  <p:transition spd="med">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99366-01A1-6502-C614-D2434E03E98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51F1E87-0FCE-A353-238F-8DA0EACFAF7E}"/>
              </a:ext>
            </a:extLst>
          </p:cNvPr>
          <p:cNvSpPr txBox="1">
            <a:spLocks/>
          </p:cNvSpPr>
          <p:nvPr/>
        </p:nvSpPr>
        <p:spPr>
          <a:xfrm>
            <a:off x="284255" y="24019"/>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200">
                <a:solidFill>
                  <a:sysClr val="windowText" lastClr="000000"/>
                </a:solidFill>
                <a:latin typeface="Posterama"/>
              </a:rPr>
              <a:t>Construction of trees (order)</a:t>
            </a:r>
            <a:endParaRPr kumimoji="0" lang="en-US" sz="3200" b="1" i="0" u="none" strike="noStrike" kern="1200" cap="all" spc="0" normalizeH="0" baseline="0" noProof="0">
              <a:ln>
                <a:noFill/>
              </a:ln>
              <a:solidFill>
                <a:sysClr val="windowText" lastClr="000000"/>
              </a:solidFill>
              <a:effectLst/>
              <a:uLnTx/>
              <a:uFillTx/>
              <a:latin typeface="Posterama"/>
              <a:ea typeface="+mj-ea"/>
              <a:cs typeface="+mj-cs"/>
            </a:endParaRPr>
          </a:p>
        </p:txBody>
      </p:sp>
      <p:graphicFrame>
        <p:nvGraphicFramePr>
          <p:cNvPr id="2" name="Table 1">
            <a:extLst>
              <a:ext uri="{FF2B5EF4-FFF2-40B4-BE49-F238E27FC236}">
                <a16:creationId xmlns:a16="http://schemas.microsoft.com/office/drawing/2014/main" id="{B62C87FB-249F-EB1E-AFE8-4209ACF16355}"/>
              </a:ext>
            </a:extLst>
          </p:cNvPr>
          <p:cNvGraphicFramePr>
            <a:graphicFrameLocks noGrp="1"/>
          </p:cNvGraphicFramePr>
          <p:nvPr/>
        </p:nvGraphicFramePr>
        <p:xfrm>
          <a:off x="284255" y="2471182"/>
          <a:ext cx="3493834" cy="2651760"/>
        </p:xfrm>
        <a:graphic>
          <a:graphicData uri="http://schemas.openxmlformats.org/drawingml/2006/table">
            <a:tbl>
              <a:tblPr>
                <a:tableStyleId>{5C22544A-7EE6-4342-B048-85BDC9FD1C3A}</a:tableStyleId>
              </a:tblPr>
              <a:tblGrid>
                <a:gridCol w="1127352">
                  <a:extLst>
                    <a:ext uri="{9D8B030D-6E8A-4147-A177-3AD203B41FA5}">
                      <a16:colId xmlns:a16="http://schemas.microsoft.com/office/drawing/2014/main" val="1358912614"/>
                    </a:ext>
                  </a:extLst>
                </a:gridCol>
                <a:gridCol w="1269766">
                  <a:extLst>
                    <a:ext uri="{9D8B030D-6E8A-4147-A177-3AD203B41FA5}">
                      <a16:colId xmlns:a16="http://schemas.microsoft.com/office/drawing/2014/main" val="1550944172"/>
                    </a:ext>
                  </a:extLst>
                </a:gridCol>
                <a:gridCol w="1096716">
                  <a:extLst>
                    <a:ext uri="{9D8B030D-6E8A-4147-A177-3AD203B41FA5}">
                      <a16:colId xmlns:a16="http://schemas.microsoft.com/office/drawing/2014/main" val="353788413"/>
                    </a:ext>
                  </a:extLst>
                </a:gridCol>
              </a:tblGrid>
              <a:tr h="0">
                <a:tc>
                  <a:txBody>
                    <a:bodyPr/>
                    <a:lstStyle/>
                    <a:p>
                      <a:pPr>
                        <a:buNone/>
                      </a:pPr>
                      <a:r>
                        <a:rPr lang="en-US" sz="1400">
                          <a:latin typeface="Avenir Next LT Pro" panose="020B0504020202020204" pitchFamily="34" charset="0"/>
                        </a:rPr>
                        <a:t>Wait Time (min)</a:t>
                      </a:r>
                    </a:p>
                  </a:txBody>
                  <a:tcPr anchor="ctr"/>
                </a:tc>
                <a:tc>
                  <a:txBody>
                    <a:bodyPr/>
                    <a:lstStyle/>
                    <a:p>
                      <a:pPr>
                        <a:buNone/>
                      </a:pPr>
                      <a:r>
                        <a:rPr lang="en-US" sz="1400">
                          <a:latin typeface="Avenir Next LT Pro" panose="020B0504020202020204" pitchFamily="34" charset="0"/>
                        </a:rPr>
                        <a:t>Appointment</a:t>
                      </a:r>
                    </a:p>
                  </a:txBody>
                  <a:tcPr anchor="ctr"/>
                </a:tc>
                <a:tc>
                  <a:txBody>
                    <a:bodyPr/>
                    <a:lstStyle/>
                    <a:p>
                      <a:pPr>
                        <a:buNone/>
                      </a:pPr>
                      <a:r>
                        <a:rPr lang="en-US" sz="1400">
                          <a:latin typeface="Avenir Next LT Pro" panose="020B0504020202020204" pitchFamily="34" charset="0"/>
                        </a:rPr>
                        <a:t>Liked Service?</a:t>
                      </a:r>
                    </a:p>
                  </a:txBody>
                  <a:tcPr anchor="ctr">
                    <a:solidFill>
                      <a:schemeClr val="accent6">
                        <a:lumMod val="60000"/>
                        <a:lumOff val="40000"/>
                      </a:schemeClr>
                    </a:solidFill>
                  </a:tcPr>
                </a:tc>
                <a:extLst>
                  <a:ext uri="{0D108BD9-81ED-4DB2-BD59-A6C34878D82A}">
                    <a16:rowId xmlns:a16="http://schemas.microsoft.com/office/drawing/2014/main" val="2726122514"/>
                  </a:ext>
                </a:extLst>
              </a:tr>
              <a:tr h="0">
                <a:tc>
                  <a:txBody>
                    <a:bodyPr/>
                    <a:lstStyle/>
                    <a:p>
                      <a:pPr>
                        <a:buNone/>
                      </a:pPr>
                      <a:r>
                        <a:rPr lang="en-US" sz="1400">
                          <a:latin typeface="Avenir Next LT Pro" panose="020B0504020202020204" pitchFamily="34" charset="0"/>
                        </a:rPr>
                        <a:t>5</a:t>
                      </a:r>
                    </a:p>
                  </a:txBody>
                  <a:tcPr anchor="ctr"/>
                </a:tc>
                <a:tc>
                  <a:txBody>
                    <a:bodyPr/>
                    <a:lstStyle/>
                    <a:p>
                      <a:pPr>
                        <a:buNone/>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4082045142"/>
                  </a:ext>
                </a:extLst>
              </a:tr>
              <a:tr h="0">
                <a:tc>
                  <a:txBody>
                    <a:bodyPr/>
                    <a:lstStyle/>
                    <a:p>
                      <a:pPr>
                        <a:buNone/>
                      </a:pPr>
                      <a:r>
                        <a:rPr lang="en-US" sz="1400">
                          <a:latin typeface="Avenir Next LT Pro" panose="020B0504020202020204" pitchFamily="34" charset="0"/>
                        </a:rPr>
                        <a:t>10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1287225360"/>
                  </a:ext>
                </a:extLst>
              </a:tr>
              <a:tr h="0">
                <a:tc>
                  <a:txBody>
                    <a:bodyPr/>
                    <a:lstStyle/>
                    <a:p>
                      <a:pPr>
                        <a:buNone/>
                      </a:pPr>
                      <a:r>
                        <a:rPr lang="en-US" sz="1400">
                          <a:latin typeface="Avenir Next LT Pro" panose="020B0504020202020204" pitchFamily="34" charset="0"/>
                        </a:rPr>
                        <a:t>15</a:t>
                      </a:r>
                    </a:p>
                  </a:txBody>
                  <a:tcPr anchor="ctr"/>
                </a:tc>
                <a:tc>
                  <a:txBody>
                    <a:bodyPr/>
                    <a:lstStyle/>
                    <a:p>
                      <a:pPr>
                        <a:buNone/>
                      </a:pPr>
                      <a:r>
                        <a:rPr lang="en-US" sz="1400">
                          <a:latin typeface="Avenir Next LT Pro" panose="020B0504020202020204" pitchFamily="34" charset="0"/>
                        </a:rPr>
                        <a:t>Online</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2026427864"/>
                  </a:ext>
                </a:extLst>
              </a:tr>
              <a:tr h="0">
                <a:tc>
                  <a:txBody>
                    <a:bodyPr/>
                    <a:lstStyle/>
                    <a:p>
                      <a:pPr>
                        <a:buNone/>
                      </a:pPr>
                      <a:r>
                        <a:rPr lang="en-US" sz="1400">
                          <a:latin typeface="Avenir Next LT Pro" panose="020B0504020202020204" pitchFamily="34" charset="0"/>
                        </a:rPr>
                        <a:t>40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1088004045"/>
                  </a:ext>
                </a:extLst>
              </a:tr>
              <a:tr h="0">
                <a:tc>
                  <a:txBody>
                    <a:bodyPr/>
                    <a:lstStyle/>
                    <a:p>
                      <a:pPr>
                        <a:buNone/>
                      </a:pPr>
                      <a:r>
                        <a:rPr lang="en-US" sz="1400">
                          <a:latin typeface="Avenir Next LT Pro" panose="020B0504020202020204" pitchFamily="34" charset="0"/>
                        </a:rPr>
                        <a:t>20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3534601565"/>
                  </a:ext>
                </a:extLst>
              </a:tr>
              <a:tr h="0">
                <a:tc>
                  <a:txBody>
                    <a:bodyPr/>
                    <a:lstStyle/>
                    <a:p>
                      <a:pPr>
                        <a:buNone/>
                      </a:pPr>
                      <a:r>
                        <a:rPr lang="en-US" sz="1400">
                          <a:latin typeface="Avenir Next LT Pro" panose="020B0504020202020204" pitchFamily="34" charset="0"/>
                        </a:rPr>
                        <a:t>12</a:t>
                      </a:r>
                    </a:p>
                  </a:txBody>
                  <a:tcPr anchor="ctr"/>
                </a:tc>
                <a:tc>
                  <a:txBody>
                    <a:bodyPr/>
                    <a:lstStyle/>
                    <a:p>
                      <a:pPr>
                        <a:buNone/>
                      </a:pPr>
                      <a:r>
                        <a:rPr lang="en-US" sz="1400">
                          <a:latin typeface="Avenir Next LT Pro" panose="020B0504020202020204" pitchFamily="34" charset="0"/>
                        </a:rPr>
                        <a:t>Online</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403771513"/>
                  </a:ext>
                </a:extLst>
              </a:tr>
              <a:tr h="0">
                <a:tc>
                  <a:txBody>
                    <a:bodyPr/>
                    <a:lstStyle/>
                    <a:p>
                      <a:pPr>
                        <a:buNone/>
                      </a:pPr>
                      <a:r>
                        <a:rPr lang="en-US" sz="1400">
                          <a:latin typeface="Avenir Next LT Pro" panose="020B0504020202020204" pitchFamily="34" charset="0"/>
                        </a:rPr>
                        <a:t>60</a:t>
                      </a:r>
                    </a:p>
                  </a:txBody>
                  <a:tcPr anchor="ctr"/>
                </a:tc>
                <a:tc>
                  <a:txBody>
                    <a:bodyPr/>
                    <a:lstStyle/>
                    <a:p>
                      <a:pPr>
                        <a:buNone/>
                      </a:pPr>
                      <a:r>
                        <a:rPr lang="en-US" sz="1400">
                          <a:latin typeface="Avenir Next LT Pro" panose="020B0504020202020204" pitchFamily="34" charset="0"/>
                        </a:rPr>
                        <a:t>Online</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928281934"/>
                  </a:ext>
                </a:extLst>
              </a:tr>
            </a:tbl>
          </a:graphicData>
        </a:graphic>
      </p:graphicFrame>
      <p:sp>
        <p:nvSpPr>
          <p:cNvPr id="10" name="Rectangle: Rounded Corners 9">
            <a:extLst>
              <a:ext uri="{FF2B5EF4-FFF2-40B4-BE49-F238E27FC236}">
                <a16:creationId xmlns:a16="http://schemas.microsoft.com/office/drawing/2014/main" id="{37CEE8C9-409E-B44A-B436-2005121FE1D5}"/>
              </a:ext>
            </a:extLst>
          </p:cNvPr>
          <p:cNvSpPr/>
          <p:nvPr/>
        </p:nvSpPr>
        <p:spPr>
          <a:xfrm>
            <a:off x="7253863" y="782104"/>
            <a:ext cx="2169374" cy="741238"/>
          </a:xfrm>
          <a:prstGeom prst="roundRect">
            <a:avLst/>
          </a:prstGeom>
          <a:noFill/>
          <a:ln w="2857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11" name="Rectangle: Rounded Corners 10">
            <a:extLst>
              <a:ext uri="{FF2B5EF4-FFF2-40B4-BE49-F238E27FC236}">
                <a16:creationId xmlns:a16="http://schemas.microsoft.com/office/drawing/2014/main" id="{0E74D660-3E5E-4118-47C3-49C0CBDBDDD6}"/>
              </a:ext>
            </a:extLst>
          </p:cNvPr>
          <p:cNvSpPr/>
          <p:nvPr/>
        </p:nvSpPr>
        <p:spPr>
          <a:xfrm>
            <a:off x="5391150" y="2032245"/>
            <a:ext cx="1938076" cy="700511"/>
          </a:xfrm>
          <a:prstGeom prst="roundRect">
            <a:avLst/>
          </a:prstGeom>
          <a:noFill/>
          <a:ln w="2857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cxnSp>
        <p:nvCxnSpPr>
          <p:cNvPr id="12" name="Straight Arrow Connector 11">
            <a:extLst>
              <a:ext uri="{FF2B5EF4-FFF2-40B4-BE49-F238E27FC236}">
                <a16:creationId xmlns:a16="http://schemas.microsoft.com/office/drawing/2014/main" id="{72E16A88-296D-00CE-9BD2-F83BA7706C85}"/>
              </a:ext>
            </a:extLst>
          </p:cNvPr>
          <p:cNvCxnSpPr>
            <a:cxnSpLocks/>
            <a:stCxn id="10" idx="2"/>
            <a:endCxn id="11" idx="0"/>
          </p:cNvCxnSpPr>
          <p:nvPr/>
        </p:nvCxnSpPr>
        <p:spPr>
          <a:xfrm flipH="1">
            <a:off x="6360188" y="1523342"/>
            <a:ext cx="1978362" cy="5089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82B1C243-AFC0-4D06-455E-86C37F7F733E}"/>
              </a:ext>
            </a:extLst>
          </p:cNvPr>
          <p:cNvCxnSpPr>
            <a:cxnSpLocks/>
            <a:stCxn id="10" idx="2"/>
            <a:endCxn id="14" idx="0"/>
          </p:cNvCxnSpPr>
          <p:nvPr/>
        </p:nvCxnSpPr>
        <p:spPr>
          <a:xfrm>
            <a:off x="8338550" y="1523342"/>
            <a:ext cx="1943463" cy="4554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Oval 13">
            <a:extLst>
              <a:ext uri="{FF2B5EF4-FFF2-40B4-BE49-F238E27FC236}">
                <a16:creationId xmlns:a16="http://schemas.microsoft.com/office/drawing/2014/main" id="{63B4CB97-A590-1C4A-3C03-353F58D8DDAE}"/>
              </a:ext>
            </a:extLst>
          </p:cNvPr>
          <p:cNvSpPr/>
          <p:nvPr/>
        </p:nvSpPr>
        <p:spPr>
          <a:xfrm>
            <a:off x="9563145" y="1978771"/>
            <a:ext cx="1437736" cy="700511"/>
          </a:xfrm>
          <a:prstGeom prst="ellipse">
            <a:avLst/>
          </a:prstGeom>
          <a:noFill/>
          <a:ln w="1905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16" name="TextBox 15">
            <a:extLst>
              <a:ext uri="{FF2B5EF4-FFF2-40B4-BE49-F238E27FC236}">
                <a16:creationId xmlns:a16="http://schemas.microsoft.com/office/drawing/2014/main" id="{EA98DCFC-0FA1-F131-A3B1-069C5B2144BB}"/>
              </a:ext>
            </a:extLst>
          </p:cNvPr>
          <p:cNvSpPr txBox="1"/>
          <p:nvPr/>
        </p:nvSpPr>
        <p:spPr>
          <a:xfrm>
            <a:off x="7253863" y="996274"/>
            <a:ext cx="2169374" cy="438582"/>
          </a:xfrm>
          <a:prstGeom prst="rect">
            <a:avLst/>
          </a:prstGeom>
          <a:noFill/>
        </p:spPr>
        <p:txBody>
          <a:bodyPr wrap="square">
            <a:spAutoFit/>
          </a:bodyPr>
          <a:lstStyle/>
          <a:p>
            <a:pPr algn="ctr">
              <a:buNone/>
            </a:pPr>
            <a:r>
              <a:rPr lang="en-US" sz="1200" b="1">
                <a:latin typeface="Avenir Next LT Pro" panose="020B0504020202020204" pitchFamily="34" charset="0"/>
              </a:rPr>
              <a:t>Wait time: &lt; 30</a:t>
            </a:r>
          </a:p>
          <a:p>
            <a:pPr algn="ctr">
              <a:buNone/>
            </a:pPr>
            <a:r>
              <a:rPr lang="en-US" sz="1050">
                <a:latin typeface="Avenir Next LT Pro" panose="020B0504020202020204" pitchFamily="34" charset="0"/>
              </a:rPr>
              <a:t>7 samples, </a:t>
            </a:r>
            <a:r>
              <a:rPr lang="en-US" sz="1050" b="1">
                <a:solidFill>
                  <a:srgbClr val="00B050"/>
                </a:solidFill>
                <a:latin typeface="Avenir Next LT Pro" panose="020B0504020202020204" pitchFamily="34" charset="0"/>
              </a:rPr>
              <a:t>4Y</a:t>
            </a:r>
            <a:r>
              <a:rPr lang="en-US" sz="1050">
                <a:latin typeface="Avenir Next LT Pro" panose="020B0504020202020204" pitchFamily="34" charset="0"/>
              </a:rPr>
              <a:t> </a:t>
            </a:r>
            <a:r>
              <a:rPr lang="en-US" sz="1050" b="1">
                <a:solidFill>
                  <a:srgbClr val="C00000"/>
                </a:solidFill>
                <a:latin typeface="Avenir Next LT Pro" panose="020B0504020202020204" pitchFamily="34" charset="0"/>
              </a:rPr>
              <a:t>3N</a:t>
            </a:r>
          </a:p>
        </p:txBody>
      </p:sp>
      <p:sp>
        <p:nvSpPr>
          <p:cNvPr id="19" name="TextBox 18">
            <a:extLst>
              <a:ext uri="{FF2B5EF4-FFF2-40B4-BE49-F238E27FC236}">
                <a16:creationId xmlns:a16="http://schemas.microsoft.com/office/drawing/2014/main" id="{900AE14D-0928-07C0-433D-4D7DB19B98C8}"/>
              </a:ext>
            </a:extLst>
          </p:cNvPr>
          <p:cNvSpPr txBox="1"/>
          <p:nvPr/>
        </p:nvSpPr>
        <p:spPr>
          <a:xfrm>
            <a:off x="6781656" y="1530429"/>
            <a:ext cx="755677" cy="307777"/>
          </a:xfrm>
          <a:prstGeom prst="rect">
            <a:avLst/>
          </a:prstGeom>
          <a:noFill/>
        </p:spPr>
        <p:txBody>
          <a:bodyPr wrap="square">
            <a:spAutoFit/>
          </a:bodyPr>
          <a:lstStyle/>
          <a:p>
            <a:r>
              <a:rPr lang="en-US" sz="1400">
                <a:latin typeface="Avenir Next LT Pro" panose="020B0504020202020204" pitchFamily="34" charset="0"/>
              </a:rPr>
              <a:t>True</a:t>
            </a:r>
            <a:endParaRPr lang="en-US" sz="1400"/>
          </a:p>
        </p:txBody>
      </p:sp>
      <p:sp>
        <p:nvSpPr>
          <p:cNvPr id="20" name="TextBox 19">
            <a:extLst>
              <a:ext uri="{FF2B5EF4-FFF2-40B4-BE49-F238E27FC236}">
                <a16:creationId xmlns:a16="http://schemas.microsoft.com/office/drawing/2014/main" id="{3AA59E47-D1E5-D92F-F38C-08A4BA7A70A8}"/>
              </a:ext>
            </a:extLst>
          </p:cNvPr>
          <p:cNvSpPr txBox="1"/>
          <p:nvPr/>
        </p:nvSpPr>
        <p:spPr>
          <a:xfrm>
            <a:off x="9185307" y="1523342"/>
            <a:ext cx="755677" cy="307777"/>
          </a:xfrm>
          <a:prstGeom prst="rect">
            <a:avLst/>
          </a:prstGeom>
          <a:noFill/>
        </p:spPr>
        <p:txBody>
          <a:bodyPr wrap="square">
            <a:spAutoFit/>
          </a:bodyPr>
          <a:lstStyle/>
          <a:p>
            <a:r>
              <a:rPr lang="en-US" sz="1400">
                <a:latin typeface="Avenir Next LT Pro" panose="020B0504020202020204" pitchFamily="34" charset="0"/>
              </a:rPr>
              <a:t>False</a:t>
            </a:r>
            <a:endParaRPr lang="en-US" sz="1400"/>
          </a:p>
        </p:txBody>
      </p:sp>
      <p:sp>
        <p:nvSpPr>
          <p:cNvPr id="31" name="TextBox 30">
            <a:extLst>
              <a:ext uri="{FF2B5EF4-FFF2-40B4-BE49-F238E27FC236}">
                <a16:creationId xmlns:a16="http://schemas.microsoft.com/office/drawing/2014/main" id="{A53819FE-F141-40E0-7C4E-B57FCE23E294}"/>
              </a:ext>
            </a:extLst>
          </p:cNvPr>
          <p:cNvSpPr txBox="1"/>
          <p:nvPr/>
        </p:nvSpPr>
        <p:spPr>
          <a:xfrm>
            <a:off x="9821936" y="2200858"/>
            <a:ext cx="1337095" cy="369332"/>
          </a:xfrm>
          <a:prstGeom prst="rect">
            <a:avLst/>
          </a:prstGeom>
          <a:noFill/>
        </p:spPr>
        <p:txBody>
          <a:bodyPr wrap="square">
            <a:spAutoFit/>
          </a:bodyPr>
          <a:lstStyle/>
          <a:p>
            <a:r>
              <a:rPr lang="en-US" b="1">
                <a:solidFill>
                  <a:srgbClr val="00B050"/>
                </a:solidFill>
                <a:latin typeface="Avenir Next LT Pro" panose="020B0504020202020204" pitchFamily="34" charset="0"/>
              </a:rPr>
              <a:t>0Y </a:t>
            </a:r>
            <a:r>
              <a:rPr lang="en-US" b="1">
                <a:solidFill>
                  <a:srgbClr val="C00000"/>
                </a:solidFill>
                <a:latin typeface="Avenir Next LT Pro" panose="020B0504020202020204" pitchFamily="34" charset="0"/>
              </a:rPr>
              <a:t>2N</a:t>
            </a:r>
            <a:endParaRPr lang="en-US">
              <a:solidFill>
                <a:srgbClr val="C00000"/>
              </a:solidFill>
            </a:endParaRPr>
          </a:p>
        </p:txBody>
      </p:sp>
      <p:sp>
        <p:nvSpPr>
          <p:cNvPr id="40" name="TextBox 39">
            <a:extLst>
              <a:ext uri="{FF2B5EF4-FFF2-40B4-BE49-F238E27FC236}">
                <a16:creationId xmlns:a16="http://schemas.microsoft.com/office/drawing/2014/main" id="{75DB0C49-A7E6-F1AD-BCFA-3761166EEC9C}"/>
              </a:ext>
            </a:extLst>
          </p:cNvPr>
          <p:cNvSpPr txBox="1"/>
          <p:nvPr/>
        </p:nvSpPr>
        <p:spPr>
          <a:xfrm>
            <a:off x="339951" y="5457002"/>
            <a:ext cx="3219883" cy="584775"/>
          </a:xfrm>
          <a:prstGeom prst="rect">
            <a:avLst/>
          </a:prstGeom>
          <a:noFill/>
        </p:spPr>
        <p:txBody>
          <a:bodyPr wrap="square">
            <a:spAutoFit/>
          </a:bodyPr>
          <a:lstStyle/>
          <a:p>
            <a:r>
              <a:rPr lang="en-US" sz="1600">
                <a:latin typeface="Avenir Next LT Pro" panose="020B0504020202020204" pitchFamily="34" charset="0"/>
              </a:rPr>
              <a:t>Resulting impurity of split is </a:t>
            </a:r>
          </a:p>
          <a:p>
            <a:r>
              <a:rPr lang="en-US" sz="1600">
                <a:latin typeface="Avenir Next LT Pro" panose="020B0504020202020204" pitchFamily="34" charset="0"/>
              </a:rPr>
              <a:t>just weighted average:</a:t>
            </a:r>
            <a:endParaRPr lang="en-US" sz="1600"/>
          </a:p>
        </p:txBody>
      </p:sp>
      <p:cxnSp>
        <p:nvCxnSpPr>
          <p:cNvPr id="3" name="Straight Arrow Connector 2">
            <a:extLst>
              <a:ext uri="{FF2B5EF4-FFF2-40B4-BE49-F238E27FC236}">
                <a16:creationId xmlns:a16="http://schemas.microsoft.com/office/drawing/2014/main" id="{067BEC49-D8F6-2FEA-98A1-5BA1F1F79A55}"/>
              </a:ext>
            </a:extLst>
          </p:cNvPr>
          <p:cNvCxnSpPr>
            <a:cxnSpLocks/>
            <a:stCxn id="11" idx="2"/>
            <a:endCxn id="18" idx="0"/>
          </p:cNvCxnSpPr>
          <p:nvPr/>
        </p:nvCxnSpPr>
        <p:spPr>
          <a:xfrm flipH="1">
            <a:off x="5377132" y="2732756"/>
            <a:ext cx="983056" cy="5567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2E298577-64A1-9EDB-4CB7-5FF22CA971A1}"/>
              </a:ext>
            </a:extLst>
          </p:cNvPr>
          <p:cNvCxnSpPr>
            <a:cxnSpLocks/>
            <a:stCxn id="11" idx="2"/>
          </p:cNvCxnSpPr>
          <p:nvPr/>
        </p:nvCxnSpPr>
        <p:spPr>
          <a:xfrm>
            <a:off x="6360188" y="2732756"/>
            <a:ext cx="799306" cy="5567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Oval 17">
            <a:extLst>
              <a:ext uri="{FF2B5EF4-FFF2-40B4-BE49-F238E27FC236}">
                <a16:creationId xmlns:a16="http://schemas.microsoft.com/office/drawing/2014/main" id="{320EC697-0939-E238-9117-B7F243B3ADCF}"/>
              </a:ext>
            </a:extLst>
          </p:cNvPr>
          <p:cNvSpPr/>
          <p:nvPr/>
        </p:nvSpPr>
        <p:spPr>
          <a:xfrm>
            <a:off x="4658264" y="3289540"/>
            <a:ext cx="1437736" cy="700511"/>
          </a:xfrm>
          <a:prstGeom prst="ellipse">
            <a:avLst/>
          </a:prstGeom>
          <a:noFill/>
          <a:ln w="1905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4" name="Rectangle 3">
            <a:extLst>
              <a:ext uri="{FF2B5EF4-FFF2-40B4-BE49-F238E27FC236}">
                <a16:creationId xmlns:a16="http://schemas.microsoft.com/office/drawing/2014/main" id="{48DAABA8-0433-F058-80AE-7F18E7150261}"/>
              </a:ext>
            </a:extLst>
          </p:cNvPr>
          <p:cNvSpPr/>
          <p:nvPr/>
        </p:nvSpPr>
        <p:spPr>
          <a:xfrm>
            <a:off x="284255" y="3019244"/>
            <a:ext cx="3493834" cy="864365"/>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1345182-8E85-0712-71CA-0777084672BC}"/>
              </a:ext>
            </a:extLst>
          </p:cNvPr>
          <p:cNvSpPr/>
          <p:nvPr/>
        </p:nvSpPr>
        <p:spPr>
          <a:xfrm>
            <a:off x="312103" y="4203380"/>
            <a:ext cx="3465986" cy="302573"/>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p>
          <a:p>
            <a:pPr algn="ctr"/>
            <a:endParaRPr lang="en-US"/>
          </a:p>
        </p:txBody>
      </p:sp>
      <p:sp>
        <p:nvSpPr>
          <p:cNvPr id="8" name="Rectangle 7">
            <a:extLst>
              <a:ext uri="{FF2B5EF4-FFF2-40B4-BE49-F238E27FC236}">
                <a16:creationId xmlns:a16="http://schemas.microsoft.com/office/drawing/2014/main" id="{98C6EC8B-D33B-1BC7-D238-E7F5FCBE1086}"/>
              </a:ext>
            </a:extLst>
          </p:cNvPr>
          <p:cNvSpPr/>
          <p:nvPr/>
        </p:nvSpPr>
        <p:spPr>
          <a:xfrm>
            <a:off x="312103" y="4520242"/>
            <a:ext cx="3465986" cy="302573"/>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3065A80-350A-8FB4-60AA-CD840BF65485}"/>
              </a:ext>
            </a:extLst>
          </p:cNvPr>
          <p:cNvSpPr txBox="1"/>
          <p:nvPr/>
        </p:nvSpPr>
        <p:spPr>
          <a:xfrm>
            <a:off x="5275501" y="2200858"/>
            <a:ext cx="2169374" cy="438582"/>
          </a:xfrm>
          <a:prstGeom prst="rect">
            <a:avLst/>
          </a:prstGeom>
          <a:noFill/>
        </p:spPr>
        <p:txBody>
          <a:bodyPr wrap="square">
            <a:spAutoFit/>
          </a:bodyPr>
          <a:lstStyle/>
          <a:p>
            <a:pPr algn="ctr">
              <a:buNone/>
            </a:pPr>
            <a:r>
              <a:rPr lang="en-US" sz="1200" b="1">
                <a:latin typeface="Avenir Next LT Pro" panose="020B0504020202020204" pitchFamily="34" charset="0"/>
              </a:rPr>
              <a:t>Appointment: In person?</a:t>
            </a:r>
          </a:p>
          <a:p>
            <a:pPr algn="ctr">
              <a:buNone/>
            </a:pPr>
            <a:r>
              <a:rPr lang="en-US" sz="1050">
                <a:latin typeface="Avenir Next LT Pro" panose="020B0504020202020204" pitchFamily="34" charset="0"/>
              </a:rPr>
              <a:t>5 samples, </a:t>
            </a:r>
            <a:r>
              <a:rPr lang="en-US" sz="1050" b="1">
                <a:solidFill>
                  <a:srgbClr val="00B050"/>
                </a:solidFill>
                <a:latin typeface="Avenir Next LT Pro" panose="020B0504020202020204" pitchFamily="34" charset="0"/>
              </a:rPr>
              <a:t>4Y</a:t>
            </a:r>
            <a:r>
              <a:rPr lang="en-US" sz="1050">
                <a:latin typeface="Avenir Next LT Pro" panose="020B0504020202020204" pitchFamily="34" charset="0"/>
              </a:rPr>
              <a:t> </a:t>
            </a:r>
            <a:r>
              <a:rPr lang="en-US" sz="1050" b="1">
                <a:solidFill>
                  <a:srgbClr val="C00000"/>
                </a:solidFill>
                <a:latin typeface="Avenir Next LT Pro" panose="020B0504020202020204" pitchFamily="34" charset="0"/>
              </a:rPr>
              <a:t>1N</a:t>
            </a:r>
          </a:p>
        </p:txBody>
      </p:sp>
      <p:sp>
        <p:nvSpPr>
          <p:cNvPr id="26" name="TextBox 25">
            <a:extLst>
              <a:ext uri="{FF2B5EF4-FFF2-40B4-BE49-F238E27FC236}">
                <a16:creationId xmlns:a16="http://schemas.microsoft.com/office/drawing/2014/main" id="{76449035-9BE6-8D1B-BF81-A15C78A72191}"/>
              </a:ext>
            </a:extLst>
          </p:cNvPr>
          <p:cNvSpPr txBox="1"/>
          <p:nvPr/>
        </p:nvSpPr>
        <p:spPr>
          <a:xfrm>
            <a:off x="5365606" y="2836052"/>
            <a:ext cx="755677" cy="307777"/>
          </a:xfrm>
          <a:prstGeom prst="rect">
            <a:avLst/>
          </a:prstGeom>
          <a:noFill/>
        </p:spPr>
        <p:txBody>
          <a:bodyPr wrap="square">
            <a:spAutoFit/>
          </a:bodyPr>
          <a:lstStyle/>
          <a:p>
            <a:r>
              <a:rPr lang="en-US" sz="1400">
                <a:latin typeface="Avenir Next LT Pro" panose="020B0504020202020204" pitchFamily="34" charset="0"/>
              </a:rPr>
              <a:t>True</a:t>
            </a:r>
            <a:endParaRPr lang="en-US" sz="1400"/>
          </a:p>
        </p:txBody>
      </p:sp>
      <p:sp>
        <p:nvSpPr>
          <p:cNvPr id="27" name="TextBox 26">
            <a:extLst>
              <a:ext uri="{FF2B5EF4-FFF2-40B4-BE49-F238E27FC236}">
                <a16:creationId xmlns:a16="http://schemas.microsoft.com/office/drawing/2014/main" id="{E9E81CD9-9BE1-E70B-B4BE-2F0B9D241EFD}"/>
              </a:ext>
            </a:extLst>
          </p:cNvPr>
          <p:cNvSpPr txBox="1"/>
          <p:nvPr/>
        </p:nvSpPr>
        <p:spPr>
          <a:xfrm>
            <a:off x="6827451" y="2831024"/>
            <a:ext cx="755677" cy="307777"/>
          </a:xfrm>
          <a:prstGeom prst="rect">
            <a:avLst/>
          </a:prstGeom>
          <a:noFill/>
        </p:spPr>
        <p:txBody>
          <a:bodyPr wrap="square">
            <a:spAutoFit/>
          </a:bodyPr>
          <a:lstStyle/>
          <a:p>
            <a:r>
              <a:rPr lang="en-US" sz="1400">
                <a:latin typeface="Avenir Next LT Pro" panose="020B0504020202020204" pitchFamily="34" charset="0"/>
              </a:rPr>
              <a:t>False</a:t>
            </a:r>
            <a:endParaRPr lang="en-US" sz="1400"/>
          </a:p>
        </p:txBody>
      </p:sp>
      <p:sp>
        <p:nvSpPr>
          <p:cNvPr id="28" name="TextBox 27">
            <a:extLst>
              <a:ext uri="{FF2B5EF4-FFF2-40B4-BE49-F238E27FC236}">
                <a16:creationId xmlns:a16="http://schemas.microsoft.com/office/drawing/2014/main" id="{79329343-D8CF-0F7A-0C47-ADBFE67AC525}"/>
              </a:ext>
            </a:extLst>
          </p:cNvPr>
          <p:cNvSpPr txBox="1"/>
          <p:nvPr/>
        </p:nvSpPr>
        <p:spPr>
          <a:xfrm>
            <a:off x="6680821" y="3492878"/>
            <a:ext cx="1337095" cy="369332"/>
          </a:xfrm>
          <a:prstGeom prst="rect">
            <a:avLst/>
          </a:prstGeom>
          <a:noFill/>
        </p:spPr>
        <p:txBody>
          <a:bodyPr wrap="square">
            <a:spAutoFit/>
          </a:bodyPr>
          <a:lstStyle/>
          <a:p>
            <a:r>
              <a:rPr lang="en-US" b="1">
                <a:solidFill>
                  <a:srgbClr val="00B050"/>
                </a:solidFill>
                <a:latin typeface="Avenir Next LT Pro" panose="020B0504020202020204" pitchFamily="34" charset="0"/>
              </a:rPr>
              <a:t>1Y </a:t>
            </a:r>
            <a:r>
              <a:rPr lang="en-US" b="1">
                <a:solidFill>
                  <a:srgbClr val="C00000"/>
                </a:solidFill>
                <a:latin typeface="Avenir Next LT Pro" panose="020B0504020202020204" pitchFamily="34" charset="0"/>
              </a:rPr>
              <a:t>1N</a:t>
            </a:r>
            <a:endParaRPr lang="en-US">
              <a:solidFill>
                <a:srgbClr val="C00000"/>
              </a:solidFill>
            </a:endParaRPr>
          </a:p>
        </p:txBody>
      </p:sp>
      <p:sp>
        <p:nvSpPr>
          <p:cNvPr id="29" name="TextBox 28">
            <a:extLst>
              <a:ext uri="{FF2B5EF4-FFF2-40B4-BE49-F238E27FC236}">
                <a16:creationId xmlns:a16="http://schemas.microsoft.com/office/drawing/2014/main" id="{81B89520-A56F-9A30-AB13-63FE06864E5D}"/>
              </a:ext>
            </a:extLst>
          </p:cNvPr>
          <p:cNvSpPr txBox="1"/>
          <p:nvPr/>
        </p:nvSpPr>
        <p:spPr>
          <a:xfrm>
            <a:off x="4890999" y="3492878"/>
            <a:ext cx="1337095" cy="369332"/>
          </a:xfrm>
          <a:prstGeom prst="rect">
            <a:avLst/>
          </a:prstGeom>
          <a:noFill/>
        </p:spPr>
        <p:txBody>
          <a:bodyPr wrap="square">
            <a:spAutoFit/>
          </a:bodyPr>
          <a:lstStyle/>
          <a:p>
            <a:r>
              <a:rPr lang="en-US" b="1">
                <a:solidFill>
                  <a:srgbClr val="00B050"/>
                </a:solidFill>
                <a:latin typeface="Avenir Next LT Pro" panose="020B0504020202020204" pitchFamily="34" charset="0"/>
              </a:rPr>
              <a:t>3Y </a:t>
            </a:r>
            <a:r>
              <a:rPr lang="en-US" b="1">
                <a:solidFill>
                  <a:srgbClr val="C00000"/>
                </a:solidFill>
                <a:latin typeface="Avenir Next LT Pro" panose="020B0504020202020204" pitchFamily="34" charset="0"/>
              </a:rPr>
              <a:t>0N</a:t>
            </a:r>
            <a:endParaRPr lang="en-US">
              <a:solidFill>
                <a:srgbClr val="C00000"/>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852A5A94-B50B-8B69-836A-4303617D99CF}"/>
                  </a:ext>
                </a:extLst>
              </p:cNvPr>
              <p:cNvSpPr txBox="1"/>
              <p:nvPr/>
            </p:nvSpPr>
            <p:spPr>
              <a:xfrm>
                <a:off x="4322449" y="4419268"/>
                <a:ext cx="3680828" cy="5061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𝐺𝑖𝑛𝑖</m:t>
                      </m:r>
                      <m:d>
                        <m:dPr>
                          <m:ctrlPr>
                            <a:rPr lang="en-US" sz="1100" b="0" i="1" smtClean="0">
                              <a:latin typeface="Cambria Math" panose="02040503050406030204" pitchFamily="18" charset="0"/>
                            </a:rPr>
                          </m:ctrlPr>
                        </m:dPr>
                        <m:e>
                          <m:r>
                            <a:rPr lang="en-US" sz="1100" b="0" i="1" smtClean="0">
                              <a:latin typeface="Cambria Math" panose="02040503050406030204" pitchFamily="18" charset="0"/>
                            </a:rPr>
                            <m:t>𝐼𝑛𝑝𝑒𝑟𝑠𝑜𝑛</m:t>
                          </m:r>
                        </m:e>
                      </m:d>
                      <m:r>
                        <a:rPr lang="en-US" sz="1100" b="0" i="1" smtClean="0">
                          <a:latin typeface="Cambria Math" panose="02040503050406030204" pitchFamily="18" charset="0"/>
                        </a:rPr>
                        <m:t>=</m:t>
                      </m:r>
                      <m:r>
                        <a:rPr lang="en-US" sz="1100" b="0" i="1" smtClean="0">
                          <a:latin typeface="Cambria Math" panose="02040503050406030204" pitchFamily="18" charset="0"/>
                        </a:rPr>
                        <m:t>1</m:t>
                      </m:r>
                      <m:r>
                        <a:rPr lang="en-US" sz="1100" b="0" i="1" smtClean="0">
                          <a:latin typeface="Cambria Math" panose="02040503050406030204" pitchFamily="18" charset="0"/>
                        </a:rPr>
                        <m:t>−</m:t>
                      </m:r>
                      <m:sSup>
                        <m:sSupPr>
                          <m:ctrlPr>
                            <a:rPr lang="en-US" sz="1100" b="0" i="1" smtClean="0">
                              <a:latin typeface="Cambria Math" panose="02040503050406030204" pitchFamily="18" charset="0"/>
                            </a:rPr>
                          </m:ctrlPr>
                        </m:sSupPr>
                        <m:e>
                          <m:d>
                            <m:dPr>
                              <m:ctrlPr>
                                <a:rPr lang="en-US" sz="1100" b="0" i="1" smtClean="0">
                                  <a:latin typeface="Cambria Math" panose="02040503050406030204" pitchFamily="18" charset="0"/>
                                </a:rPr>
                              </m:ctrlPr>
                            </m:dPr>
                            <m:e>
                              <m:f>
                                <m:fPr>
                                  <m:ctrlPr>
                                    <a:rPr lang="en-US" sz="1100" b="0" i="1" smtClean="0">
                                      <a:latin typeface="Cambria Math" panose="02040503050406030204" pitchFamily="18" charset="0"/>
                                    </a:rPr>
                                  </m:ctrlPr>
                                </m:fPr>
                                <m:num>
                                  <m:r>
                                    <a:rPr lang="en-US" sz="1100" b="0" i="1" smtClean="0">
                                      <a:latin typeface="Cambria Math" panose="02040503050406030204" pitchFamily="18" charset="0"/>
                                    </a:rPr>
                                    <m:t>3</m:t>
                                  </m:r>
                                </m:num>
                                <m:den>
                                  <m:r>
                                    <a:rPr lang="en-US" sz="1100" b="0" i="1" smtClean="0">
                                      <a:latin typeface="Cambria Math" panose="02040503050406030204" pitchFamily="18" charset="0"/>
                                    </a:rPr>
                                    <m:t>3</m:t>
                                  </m:r>
                                </m:den>
                              </m:f>
                            </m:e>
                          </m:d>
                        </m:e>
                        <m:sup>
                          <m:r>
                            <a:rPr lang="en-US" sz="1100" b="0" i="1" smtClean="0">
                              <a:latin typeface="Cambria Math" panose="02040503050406030204" pitchFamily="18" charset="0"/>
                            </a:rPr>
                            <m:t>2</m:t>
                          </m:r>
                        </m:sup>
                      </m:sSup>
                      <m:r>
                        <a:rPr lang="en-US" sz="1100" b="0" i="1" smtClean="0">
                          <a:latin typeface="Cambria Math" panose="02040503050406030204" pitchFamily="18" charset="0"/>
                        </a:rPr>
                        <m:t>−</m:t>
                      </m:r>
                      <m:sSup>
                        <m:sSupPr>
                          <m:ctrlPr>
                            <a:rPr lang="en-US" sz="1100" b="0" i="1" smtClean="0">
                              <a:latin typeface="Cambria Math" panose="02040503050406030204" pitchFamily="18" charset="0"/>
                            </a:rPr>
                          </m:ctrlPr>
                        </m:sSupPr>
                        <m:e>
                          <m:d>
                            <m:dPr>
                              <m:ctrlPr>
                                <a:rPr lang="en-US" sz="1100" b="0" i="1" smtClean="0">
                                  <a:latin typeface="Cambria Math" panose="02040503050406030204" pitchFamily="18" charset="0"/>
                                </a:rPr>
                              </m:ctrlPr>
                            </m:dPr>
                            <m:e>
                              <m:f>
                                <m:fPr>
                                  <m:ctrlPr>
                                    <a:rPr lang="en-US" sz="1100" b="0" i="1" smtClean="0">
                                      <a:latin typeface="Cambria Math" panose="02040503050406030204" pitchFamily="18" charset="0"/>
                                    </a:rPr>
                                  </m:ctrlPr>
                                </m:fPr>
                                <m:num>
                                  <m:r>
                                    <a:rPr lang="en-US" sz="1100" b="0" i="1" smtClean="0">
                                      <a:latin typeface="Cambria Math" panose="02040503050406030204" pitchFamily="18" charset="0"/>
                                    </a:rPr>
                                    <m:t>0</m:t>
                                  </m:r>
                                </m:num>
                                <m:den>
                                  <m:r>
                                    <a:rPr lang="en-US" sz="1100" b="0" i="1" smtClean="0">
                                      <a:latin typeface="Cambria Math" panose="02040503050406030204" pitchFamily="18" charset="0"/>
                                    </a:rPr>
                                    <m:t>3</m:t>
                                  </m:r>
                                </m:den>
                              </m:f>
                            </m:e>
                          </m:d>
                        </m:e>
                        <m:sup>
                          <m:r>
                            <a:rPr lang="en-US" sz="1100" b="0" i="1" smtClean="0">
                              <a:latin typeface="Cambria Math" panose="02040503050406030204" pitchFamily="18" charset="0"/>
                            </a:rPr>
                            <m:t>2</m:t>
                          </m:r>
                        </m:sup>
                      </m:sSup>
                      <m:r>
                        <a:rPr lang="en-US" sz="1100" b="0" i="1" smtClean="0">
                          <a:latin typeface="Cambria Math" panose="02040503050406030204" pitchFamily="18" charset="0"/>
                        </a:rPr>
                        <m:t>=</m:t>
                      </m:r>
                      <m:r>
                        <a:rPr lang="en-US" sz="1100" b="0" i="1" smtClean="0">
                          <a:latin typeface="Cambria Math" panose="02040503050406030204" pitchFamily="18" charset="0"/>
                        </a:rPr>
                        <m:t>1</m:t>
                      </m:r>
                      <m:r>
                        <a:rPr lang="en-US" sz="1100" b="0" i="1" smtClean="0">
                          <a:latin typeface="Cambria Math" panose="02040503050406030204" pitchFamily="18" charset="0"/>
                        </a:rPr>
                        <m:t>−</m:t>
                      </m:r>
                      <m:r>
                        <a:rPr lang="en-US" sz="1100" b="0" i="1" smtClean="0">
                          <a:latin typeface="Cambria Math" panose="02040503050406030204" pitchFamily="18" charset="0"/>
                        </a:rPr>
                        <m:t>1</m:t>
                      </m:r>
                      <m:r>
                        <a:rPr lang="en-US" sz="1100" b="0" i="1" smtClean="0">
                          <a:latin typeface="Cambria Math" panose="02040503050406030204" pitchFamily="18" charset="0"/>
                        </a:rPr>
                        <m:t>=</m:t>
                      </m:r>
                      <m:r>
                        <a:rPr lang="en-US" sz="1100" b="0" i="1" smtClean="0">
                          <a:latin typeface="Cambria Math" panose="02040503050406030204" pitchFamily="18" charset="0"/>
                        </a:rPr>
                        <m:t>0</m:t>
                      </m:r>
                    </m:oMath>
                  </m:oMathPara>
                </a14:m>
                <a:endParaRPr lang="en-US" sz="1100">
                  <a:latin typeface="Avenir Next LT Pro" panose="020B0504020202020204" pitchFamily="34" charset="0"/>
                </a:endParaRPr>
              </a:p>
            </p:txBody>
          </p:sp>
        </mc:Choice>
        <mc:Fallback xmlns="">
          <p:sp>
            <p:nvSpPr>
              <p:cNvPr id="35" name="TextBox 34">
                <a:extLst>
                  <a:ext uri="{FF2B5EF4-FFF2-40B4-BE49-F238E27FC236}">
                    <a16:creationId xmlns:a16="http://schemas.microsoft.com/office/drawing/2014/main" id="{852A5A94-B50B-8B69-836A-4303617D99CF}"/>
                  </a:ext>
                </a:extLst>
              </p:cNvPr>
              <p:cNvSpPr txBox="1">
                <a:spLocks noRot="1" noChangeAspect="1" noMove="1" noResize="1" noEditPoints="1" noAdjustHandles="1" noChangeArrowheads="1" noChangeShapeType="1" noTextEdit="1"/>
              </p:cNvSpPr>
              <p:nvPr/>
            </p:nvSpPr>
            <p:spPr>
              <a:xfrm>
                <a:off x="4322449" y="4419268"/>
                <a:ext cx="3680828" cy="50616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B3322262-5B46-E91F-E97C-A2984CBE4759}"/>
                  </a:ext>
                </a:extLst>
              </p:cNvPr>
              <p:cNvSpPr txBox="1"/>
              <p:nvPr/>
            </p:nvSpPr>
            <p:spPr>
              <a:xfrm>
                <a:off x="8295795" y="4364308"/>
                <a:ext cx="3680828" cy="5061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𝐺𝑖𝑛𝑖</m:t>
                      </m:r>
                      <m:d>
                        <m:dPr>
                          <m:ctrlPr>
                            <a:rPr lang="en-US" sz="1100" b="0" i="1" smtClean="0">
                              <a:latin typeface="Cambria Math" panose="02040503050406030204" pitchFamily="18" charset="0"/>
                            </a:rPr>
                          </m:ctrlPr>
                        </m:dPr>
                        <m:e>
                          <m:r>
                            <a:rPr lang="en-US" sz="1100" b="0" i="1" smtClean="0">
                              <a:latin typeface="Cambria Math" panose="02040503050406030204" pitchFamily="18" charset="0"/>
                            </a:rPr>
                            <m:t>𝑂𝑛𝑙𝑖𝑛𝑒</m:t>
                          </m:r>
                        </m:e>
                      </m:d>
                      <m:r>
                        <a:rPr lang="en-US" sz="1100" b="0" i="1" smtClean="0">
                          <a:latin typeface="Cambria Math" panose="02040503050406030204" pitchFamily="18" charset="0"/>
                        </a:rPr>
                        <m:t>=</m:t>
                      </m:r>
                      <m:r>
                        <a:rPr lang="en-US" sz="1100" b="0" i="1" smtClean="0">
                          <a:latin typeface="Cambria Math" panose="02040503050406030204" pitchFamily="18" charset="0"/>
                        </a:rPr>
                        <m:t>1</m:t>
                      </m:r>
                      <m:r>
                        <a:rPr lang="en-US" sz="1100" b="0" i="1" smtClean="0">
                          <a:latin typeface="Cambria Math" panose="02040503050406030204" pitchFamily="18" charset="0"/>
                        </a:rPr>
                        <m:t>−</m:t>
                      </m:r>
                      <m:sSup>
                        <m:sSupPr>
                          <m:ctrlPr>
                            <a:rPr lang="en-US" sz="1100" b="0" i="1" smtClean="0">
                              <a:latin typeface="Cambria Math" panose="02040503050406030204" pitchFamily="18" charset="0"/>
                            </a:rPr>
                          </m:ctrlPr>
                        </m:sSupPr>
                        <m:e>
                          <m:d>
                            <m:dPr>
                              <m:ctrlPr>
                                <a:rPr lang="en-US" sz="1100" b="0" i="1" smtClean="0">
                                  <a:latin typeface="Cambria Math" panose="02040503050406030204" pitchFamily="18" charset="0"/>
                                </a:rPr>
                              </m:ctrlPr>
                            </m:dPr>
                            <m:e>
                              <m:f>
                                <m:fPr>
                                  <m:ctrlPr>
                                    <a:rPr lang="en-US" sz="1100" b="0" i="1" smtClean="0">
                                      <a:latin typeface="Cambria Math" panose="02040503050406030204" pitchFamily="18" charset="0"/>
                                    </a:rPr>
                                  </m:ctrlPr>
                                </m:fPr>
                                <m:num>
                                  <m:r>
                                    <a:rPr lang="en-US" sz="1100" b="0" i="1" smtClean="0">
                                      <a:latin typeface="Cambria Math" panose="02040503050406030204" pitchFamily="18" charset="0"/>
                                    </a:rPr>
                                    <m:t>1</m:t>
                                  </m:r>
                                </m:num>
                                <m:den>
                                  <m:r>
                                    <a:rPr lang="en-US" sz="1100" b="0" i="1" smtClean="0">
                                      <a:latin typeface="Cambria Math" panose="02040503050406030204" pitchFamily="18" charset="0"/>
                                    </a:rPr>
                                    <m:t>2</m:t>
                                  </m:r>
                                </m:den>
                              </m:f>
                            </m:e>
                          </m:d>
                        </m:e>
                        <m:sup>
                          <m:r>
                            <a:rPr lang="en-US" sz="1100" b="0" i="1" smtClean="0">
                              <a:latin typeface="Cambria Math" panose="02040503050406030204" pitchFamily="18" charset="0"/>
                            </a:rPr>
                            <m:t>2</m:t>
                          </m:r>
                        </m:sup>
                      </m:sSup>
                      <m:r>
                        <a:rPr lang="en-US" sz="1100" b="0" i="1" smtClean="0">
                          <a:latin typeface="Cambria Math" panose="02040503050406030204" pitchFamily="18" charset="0"/>
                        </a:rPr>
                        <m:t>−</m:t>
                      </m:r>
                      <m:sSup>
                        <m:sSupPr>
                          <m:ctrlPr>
                            <a:rPr lang="en-US" sz="1100" b="0" i="1" smtClean="0">
                              <a:latin typeface="Cambria Math" panose="02040503050406030204" pitchFamily="18" charset="0"/>
                            </a:rPr>
                          </m:ctrlPr>
                        </m:sSupPr>
                        <m:e>
                          <m:d>
                            <m:dPr>
                              <m:ctrlPr>
                                <a:rPr lang="en-US" sz="1100" b="0" i="1" smtClean="0">
                                  <a:latin typeface="Cambria Math" panose="02040503050406030204" pitchFamily="18" charset="0"/>
                                </a:rPr>
                              </m:ctrlPr>
                            </m:dPr>
                            <m:e>
                              <m:f>
                                <m:fPr>
                                  <m:ctrlPr>
                                    <a:rPr lang="en-US" sz="1100" b="0" i="1" smtClean="0">
                                      <a:latin typeface="Cambria Math" panose="02040503050406030204" pitchFamily="18" charset="0"/>
                                    </a:rPr>
                                  </m:ctrlPr>
                                </m:fPr>
                                <m:num>
                                  <m:r>
                                    <a:rPr lang="en-US" sz="1100" b="0" i="1" smtClean="0">
                                      <a:latin typeface="Cambria Math" panose="02040503050406030204" pitchFamily="18" charset="0"/>
                                    </a:rPr>
                                    <m:t>1</m:t>
                                  </m:r>
                                </m:num>
                                <m:den>
                                  <m:r>
                                    <a:rPr lang="en-US" sz="1100" b="0" i="1" smtClean="0">
                                      <a:latin typeface="Cambria Math" panose="02040503050406030204" pitchFamily="18" charset="0"/>
                                    </a:rPr>
                                    <m:t>2</m:t>
                                  </m:r>
                                </m:den>
                              </m:f>
                            </m:e>
                          </m:d>
                        </m:e>
                        <m:sup>
                          <m:r>
                            <a:rPr lang="en-US" sz="1100" b="0" i="1" smtClean="0">
                              <a:latin typeface="Cambria Math" panose="02040503050406030204" pitchFamily="18" charset="0"/>
                            </a:rPr>
                            <m:t>2</m:t>
                          </m:r>
                        </m:sup>
                      </m:sSup>
                      <m:r>
                        <a:rPr lang="en-US" sz="1100" b="0" i="1" smtClean="0">
                          <a:latin typeface="Cambria Math" panose="02040503050406030204" pitchFamily="18" charset="0"/>
                        </a:rPr>
                        <m:t>=</m:t>
                      </m:r>
                      <m:r>
                        <a:rPr lang="en-US" sz="1100" b="0" i="1" smtClean="0">
                          <a:latin typeface="Cambria Math" panose="02040503050406030204" pitchFamily="18" charset="0"/>
                        </a:rPr>
                        <m:t>1</m:t>
                      </m:r>
                      <m:r>
                        <a:rPr lang="en-US" sz="1100" b="0" i="1" smtClean="0">
                          <a:latin typeface="Cambria Math" panose="02040503050406030204" pitchFamily="18" charset="0"/>
                        </a:rPr>
                        <m:t>−</m:t>
                      </m:r>
                      <m:r>
                        <a:rPr lang="en-US" sz="1100" b="0" i="1" smtClean="0">
                          <a:latin typeface="Cambria Math" panose="02040503050406030204" pitchFamily="18" charset="0"/>
                        </a:rPr>
                        <m:t>0</m:t>
                      </m:r>
                      <m:r>
                        <a:rPr lang="en-US" sz="1100" b="0" i="1" smtClean="0">
                          <a:latin typeface="Cambria Math" panose="02040503050406030204" pitchFamily="18" charset="0"/>
                        </a:rPr>
                        <m:t>.</m:t>
                      </m:r>
                      <m:r>
                        <a:rPr lang="en-US" sz="1100" b="0" i="1" smtClean="0">
                          <a:latin typeface="Cambria Math" panose="02040503050406030204" pitchFamily="18" charset="0"/>
                        </a:rPr>
                        <m:t>5</m:t>
                      </m:r>
                      <m:r>
                        <a:rPr lang="en-US" sz="1100" b="0" i="1" smtClean="0">
                          <a:latin typeface="Cambria Math" panose="02040503050406030204" pitchFamily="18" charset="0"/>
                        </a:rPr>
                        <m:t>=</m:t>
                      </m:r>
                      <m:r>
                        <a:rPr lang="en-US" sz="1100" b="0" i="1" smtClean="0">
                          <a:latin typeface="Cambria Math" panose="02040503050406030204" pitchFamily="18" charset="0"/>
                        </a:rPr>
                        <m:t>0</m:t>
                      </m:r>
                      <m:r>
                        <a:rPr lang="en-US" sz="1100" b="0" i="1" smtClean="0">
                          <a:latin typeface="Cambria Math" panose="02040503050406030204" pitchFamily="18" charset="0"/>
                        </a:rPr>
                        <m:t>.</m:t>
                      </m:r>
                      <m:r>
                        <a:rPr lang="en-US" sz="1100" b="0" i="1" smtClean="0">
                          <a:latin typeface="Cambria Math" panose="02040503050406030204" pitchFamily="18" charset="0"/>
                        </a:rPr>
                        <m:t>5</m:t>
                      </m:r>
                    </m:oMath>
                  </m:oMathPara>
                </a14:m>
                <a:endParaRPr lang="en-US" sz="1100">
                  <a:latin typeface="Avenir Next LT Pro" panose="020B0504020202020204" pitchFamily="34" charset="0"/>
                </a:endParaRPr>
              </a:p>
            </p:txBody>
          </p:sp>
        </mc:Choice>
        <mc:Fallback xmlns="">
          <p:sp>
            <p:nvSpPr>
              <p:cNvPr id="36" name="TextBox 35">
                <a:extLst>
                  <a:ext uri="{FF2B5EF4-FFF2-40B4-BE49-F238E27FC236}">
                    <a16:creationId xmlns:a16="http://schemas.microsoft.com/office/drawing/2014/main" id="{B3322262-5B46-E91F-E97C-A2984CBE4759}"/>
                  </a:ext>
                </a:extLst>
              </p:cNvPr>
              <p:cNvSpPr txBox="1">
                <a:spLocks noRot="1" noChangeAspect="1" noMove="1" noResize="1" noEditPoints="1" noAdjustHandles="1" noChangeArrowheads="1" noChangeShapeType="1" noTextEdit="1"/>
              </p:cNvSpPr>
              <p:nvPr/>
            </p:nvSpPr>
            <p:spPr>
              <a:xfrm>
                <a:off x="8295795" y="4364308"/>
                <a:ext cx="3680828" cy="50616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D2279018-FC53-74FA-6B12-19132031CAD9}"/>
                  </a:ext>
                </a:extLst>
              </p:cNvPr>
              <p:cNvSpPr txBox="1"/>
              <p:nvPr/>
            </p:nvSpPr>
            <p:spPr>
              <a:xfrm>
                <a:off x="4023446" y="5477914"/>
                <a:ext cx="7959662" cy="44108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𝐺𝑖𝑛</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𝑖</m:t>
                          </m:r>
                        </m:e>
                        <m:sub>
                          <m:r>
                            <a:rPr lang="en-US" sz="1400" b="0" i="1" smtClean="0">
                              <a:latin typeface="Cambria Math" panose="02040503050406030204" pitchFamily="18" charset="0"/>
                            </a:rPr>
                            <m:t>𝑎𝑝𝑝𝑜𝑖𝑛𝑡𝑚𝑒𝑛𝑡</m:t>
                          </m:r>
                        </m:sub>
                      </m:sSub>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𝑛</m:t>
                              </m:r>
                            </m:e>
                            <m:sub>
                              <m:r>
                                <a:rPr lang="en-US" sz="1400" b="0" i="1" smtClean="0">
                                  <a:latin typeface="Cambria Math" panose="02040503050406030204" pitchFamily="18" charset="0"/>
                                </a:rPr>
                                <m:t>𝐼𝑛𝑝𝑒𝑟𝑠𝑜𝑛</m:t>
                              </m:r>
                            </m:sub>
                          </m:sSub>
                        </m:num>
                        <m:den>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𝑁</m:t>
                              </m:r>
                            </m:e>
                            <m:sub>
                              <m:r>
                                <a:rPr lang="en-US" sz="1400" b="0" i="1" smtClean="0">
                                  <a:latin typeface="Cambria Math" panose="02040503050406030204" pitchFamily="18" charset="0"/>
                                </a:rPr>
                                <m:t>𝑡𝑜𝑡𝑎𝑙</m:t>
                              </m:r>
                            </m:sub>
                          </m:sSub>
                        </m:den>
                      </m:f>
                      <m:r>
                        <a:rPr lang="en-US" sz="1400" b="0" i="1" smtClean="0">
                          <a:latin typeface="Cambria Math" panose="02040503050406030204" pitchFamily="18" charset="0"/>
                        </a:rPr>
                        <m:t> </m:t>
                      </m:r>
                      <m:r>
                        <a:rPr lang="en-US" sz="1400" b="0" i="1" smtClean="0">
                          <a:latin typeface="Cambria Math" panose="02040503050406030204" pitchFamily="18" charset="0"/>
                        </a:rPr>
                        <m:t>𝐺𝑖𝑛𝑖</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𝐼𝑛𝑝𝑒𝑟𝑠𝑜𝑛</m:t>
                          </m:r>
                        </m:e>
                      </m:d>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𝑛</m:t>
                              </m:r>
                            </m:e>
                            <m:sub>
                              <m:r>
                                <a:rPr lang="en-US" sz="1400" b="0" i="1" smtClean="0">
                                  <a:latin typeface="Cambria Math" panose="02040503050406030204" pitchFamily="18" charset="0"/>
                                </a:rPr>
                                <m:t>𝑜𝑛𝑙𝑖𝑛𝑒</m:t>
                              </m:r>
                            </m:sub>
                          </m:sSub>
                        </m:num>
                        <m:den>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𝑁</m:t>
                              </m:r>
                            </m:e>
                            <m:sub>
                              <m:r>
                                <a:rPr lang="en-US" sz="1400" b="0" i="1" smtClean="0">
                                  <a:latin typeface="Cambria Math" panose="02040503050406030204" pitchFamily="18" charset="0"/>
                                </a:rPr>
                                <m:t>𝑡𝑜𝑡𝑎𝑙</m:t>
                              </m:r>
                            </m:sub>
                          </m:sSub>
                        </m:den>
                      </m:f>
                      <m:r>
                        <a:rPr lang="en-US" sz="1400" b="0" i="1" smtClean="0">
                          <a:latin typeface="Cambria Math" panose="02040503050406030204" pitchFamily="18" charset="0"/>
                        </a:rPr>
                        <m:t>𝐺𝑖𝑛𝑖</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𝑂𝑛𝑙𝑖𝑛𝑒</m:t>
                          </m:r>
                        </m:e>
                      </m:d>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3</m:t>
                          </m:r>
                        </m:num>
                        <m:den>
                          <m:r>
                            <a:rPr lang="en-US" sz="1400" b="0" i="1" smtClean="0">
                              <a:latin typeface="Cambria Math" panose="02040503050406030204" pitchFamily="18" charset="0"/>
                            </a:rPr>
                            <m:t>5</m:t>
                          </m:r>
                        </m:den>
                      </m:f>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0</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0</m:t>
                      </m:r>
                      <m:r>
                        <a:rPr lang="en-US" sz="1400" b="0" i="1" smtClean="0">
                          <a:latin typeface="Cambria Math" panose="02040503050406030204" pitchFamily="18" charset="0"/>
                          <a:ea typeface="Cambria Math" panose="02040503050406030204" pitchFamily="18" charset="0"/>
                        </a:rPr>
                        <m:t>+</m:t>
                      </m:r>
                      <m:f>
                        <m:fPr>
                          <m:ctrlPr>
                            <a:rPr lang="en-US" sz="1400" b="0" i="1" smtClean="0">
                              <a:latin typeface="Cambria Math" panose="02040503050406030204" pitchFamily="18" charset="0"/>
                              <a:ea typeface="Cambria Math" panose="02040503050406030204" pitchFamily="18" charset="0"/>
                            </a:rPr>
                          </m:ctrlPr>
                        </m:fPr>
                        <m:num>
                          <m:r>
                            <a:rPr lang="en-US" sz="1400" b="0" i="1" smtClean="0">
                              <a:latin typeface="Cambria Math" panose="02040503050406030204" pitchFamily="18" charset="0"/>
                              <a:ea typeface="Cambria Math" panose="02040503050406030204" pitchFamily="18" charset="0"/>
                            </a:rPr>
                            <m:t>2</m:t>
                          </m:r>
                        </m:num>
                        <m:den>
                          <m:r>
                            <a:rPr lang="en-US" sz="1400" b="0" i="1" smtClean="0">
                              <a:latin typeface="Cambria Math" panose="02040503050406030204" pitchFamily="18" charset="0"/>
                              <a:ea typeface="Cambria Math" panose="02040503050406030204" pitchFamily="18" charset="0"/>
                            </a:rPr>
                            <m:t>5</m:t>
                          </m:r>
                        </m:den>
                      </m:f>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0</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5</m:t>
                      </m:r>
                      <m:r>
                        <a:rPr lang="en-US" sz="1400" b="0" i="1" smtClean="0">
                          <a:latin typeface="Cambria Math" panose="02040503050406030204" pitchFamily="18" charset="0"/>
                          <a:ea typeface="Cambria Math" panose="02040503050406030204" pitchFamily="18" charset="0"/>
                        </a:rPr>
                        <m:t>=</m:t>
                      </m:r>
                      <m:r>
                        <a:rPr lang="en-US" sz="1400" b="1" i="1" smtClean="0">
                          <a:latin typeface="Cambria Math" panose="02040503050406030204" pitchFamily="18" charset="0"/>
                          <a:ea typeface="Cambria Math" panose="02040503050406030204" pitchFamily="18" charset="0"/>
                        </a:rPr>
                        <m:t>𝟎</m:t>
                      </m:r>
                      <m:r>
                        <a:rPr lang="en-US" sz="1400" b="1" i="1" smtClean="0">
                          <a:latin typeface="Cambria Math" panose="02040503050406030204" pitchFamily="18" charset="0"/>
                          <a:ea typeface="Cambria Math" panose="02040503050406030204" pitchFamily="18" charset="0"/>
                        </a:rPr>
                        <m:t>. </m:t>
                      </m:r>
                      <m:r>
                        <a:rPr lang="en-US" sz="1400" b="1" i="1" smtClean="0">
                          <a:latin typeface="Cambria Math" panose="02040503050406030204" pitchFamily="18" charset="0"/>
                          <a:ea typeface="Cambria Math" panose="02040503050406030204" pitchFamily="18" charset="0"/>
                        </a:rPr>
                        <m:t>𝟐𝟎</m:t>
                      </m:r>
                      <m:r>
                        <a:rPr lang="en-US" sz="1400" b="1" i="1" smtClean="0">
                          <a:latin typeface="Cambria Math" panose="02040503050406030204" pitchFamily="18" charset="0"/>
                        </a:rPr>
                        <m:t> </m:t>
                      </m:r>
                    </m:oMath>
                  </m:oMathPara>
                </a14:m>
                <a:endParaRPr lang="en-US" sz="1200" b="1"/>
              </a:p>
            </p:txBody>
          </p:sp>
        </mc:Choice>
        <mc:Fallback xmlns="">
          <p:sp>
            <p:nvSpPr>
              <p:cNvPr id="37" name="TextBox 36">
                <a:extLst>
                  <a:ext uri="{FF2B5EF4-FFF2-40B4-BE49-F238E27FC236}">
                    <a16:creationId xmlns:a16="http://schemas.microsoft.com/office/drawing/2014/main" id="{D2279018-FC53-74FA-6B12-19132031CAD9}"/>
                  </a:ext>
                </a:extLst>
              </p:cNvPr>
              <p:cNvSpPr txBox="1">
                <a:spLocks noRot="1" noChangeAspect="1" noMove="1" noResize="1" noEditPoints="1" noAdjustHandles="1" noChangeArrowheads="1" noChangeShapeType="1" noTextEdit="1"/>
              </p:cNvSpPr>
              <p:nvPr/>
            </p:nvSpPr>
            <p:spPr>
              <a:xfrm>
                <a:off x="4023446" y="5477914"/>
                <a:ext cx="7959662" cy="441083"/>
              </a:xfrm>
              <a:prstGeom prst="rect">
                <a:avLst/>
              </a:prstGeom>
              <a:blipFill>
                <a:blip r:embed="rId4"/>
                <a:stretch>
                  <a:fillRect t="-1389" b="-8333"/>
                </a:stretch>
              </a:blipFill>
            </p:spPr>
            <p:txBody>
              <a:bodyPr/>
              <a:lstStyle/>
              <a:p>
                <a:r>
                  <a:rPr lang="en-US">
                    <a:noFill/>
                  </a:rPr>
                  <a:t> </a:t>
                </a:r>
              </a:p>
            </p:txBody>
          </p:sp>
        </mc:Fallback>
      </mc:AlternateContent>
      <p:sp>
        <p:nvSpPr>
          <p:cNvPr id="38" name="Rectangle: Rounded Corners 37">
            <a:extLst>
              <a:ext uri="{FF2B5EF4-FFF2-40B4-BE49-F238E27FC236}">
                <a16:creationId xmlns:a16="http://schemas.microsoft.com/office/drawing/2014/main" id="{3701F4DE-08B2-CF28-6639-DBC297CE20D1}"/>
              </a:ext>
            </a:extLst>
          </p:cNvPr>
          <p:cNvSpPr/>
          <p:nvPr/>
        </p:nvSpPr>
        <p:spPr>
          <a:xfrm>
            <a:off x="6360189" y="3297694"/>
            <a:ext cx="1489849" cy="692358"/>
          </a:xfrm>
          <a:prstGeom prst="roundRect">
            <a:avLst/>
          </a:prstGeom>
          <a:noFill/>
          <a:ln w="2857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Tree>
    <p:extLst>
      <p:ext uri="{BB962C8B-B14F-4D97-AF65-F5344CB8AC3E}">
        <p14:creationId xmlns:p14="http://schemas.microsoft.com/office/powerpoint/2010/main" val="1672849946"/>
      </p:ext>
    </p:extLst>
  </p:cSld>
  <p:clrMapOvr>
    <a:masterClrMapping/>
  </p:clrMapOvr>
  <p:transition spd="med">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274C8-AE3A-4A77-65FC-0FC0963A0CD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F032429-FE25-F535-3C25-97070ED87CF3}"/>
              </a:ext>
            </a:extLst>
          </p:cNvPr>
          <p:cNvSpPr txBox="1">
            <a:spLocks/>
          </p:cNvSpPr>
          <p:nvPr/>
        </p:nvSpPr>
        <p:spPr>
          <a:xfrm>
            <a:off x="284255" y="24019"/>
            <a:ext cx="5430745"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200">
                <a:solidFill>
                  <a:sysClr val="windowText" lastClr="000000"/>
                </a:solidFill>
                <a:latin typeface="Posterama"/>
              </a:rPr>
              <a:t>Construction of trees</a:t>
            </a:r>
            <a:endParaRPr kumimoji="0" lang="en-US" sz="3200" b="1" i="0" u="none" strike="noStrike" kern="1200" cap="all" spc="0" normalizeH="0" baseline="0" noProof="0">
              <a:ln>
                <a:noFill/>
              </a:ln>
              <a:solidFill>
                <a:sysClr val="windowText" lastClr="000000"/>
              </a:solidFill>
              <a:effectLst/>
              <a:uLnTx/>
              <a:uFillTx/>
              <a:latin typeface="Posterama"/>
              <a:ea typeface="+mj-ea"/>
              <a:cs typeface="+mj-cs"/>
            </a:endParaRPr>
          </a:p>
        </p:txBody>
      </p:sp>
      <p:graphicFrame>
        <p:nvGraphicFramePr>
          <p:cNvPr id="2" name="Table 1">
            <a:extLst>
              <a:ext uri="{FF2B5EF4-FFF2-40B4-BE49-F238E27FC236}">
                <a16:creationId xmlns:a16="http://schemas.microsoft.com/office/drawing/2014/main" id="{CC00F94E-FF7D-4A4D-0DA2-511BB7C067AC}"/>
              </a:ext>
            </a:extLst>
          </p:cNvPr>
          <p:cNvGraphicFramePr>
            <a:graphicFrameLocks noGrp="1"/>
          </p:cNvGraphicFramePr>
          <p:nvPr>
            <p:extLst>
              <p:ext uri="{D42A27DB-BD31-4B8C-83A1-F6EECF244321}">
                <p14:modId xmlns:p14="http://schemas.microsoft.com/office/powerpoint/2010/main" val="2195795624"/>
              </p:ext>
            </p:extLst>
          </p:nvPr>
        </p:nvGraphicFramePr>
        <p:xfrm>
          <a:off x="284255" y="2471182"/>
          <a:ext cx="3493834" cy="2651760"/>
        </p:xfrm>
        <a:graphic>
          <a:graphicData uri="http://schemas.openxmlformats.org/drawingml/2006/table">
            <a:tbl>
              <a:tblPr>
                <a:tableStyleId>{5C22544A-7EE6-4342-B048-85BDC9FD1C3A}</a:tableStyleId>
              </a:tblPr>
              <a:tblGrid>
                <a:gridCol w="1127352">
                  <a:extLst>
                    <a:ext uri="{9D8B030D-6E8A-4147-A177-3AD203B41FA5}">
                      <a16:colId xmlns:a16="http://schemas.microsoft.com/office/drawing/2014/main" val="1358912614"/>
                    </a:ext>
                  </a:extLst>
                </a:gridCol>
                <a:gridCol w="1269766">
                  <a:extLst>
                    <a:ext uri="{9D8B030D-6E8A-4147-A177-3AD203B41FA5}">
                      <a16:colId xmlns:a16="http://schemas.microsoft.com/office/drawing/2014/main" val="1550944172"/>
                    </a:ext>
                  </a:extLst>
                </a:gridCol>
                <a:gridCol w="1096716">
                  <a:extLst>
                    <a:ext uri="{9D8B030D-6E8A-4147-A177-3AD203B41FA5}">
                      <a16:colId xmlns:a16="http://schemas.microsoft.com/office/drawing/2014/main" val="353788413"/>
                    </a:ext>
                  </a:extLst>
                </a:gridCol>
              </a:tblGrid>
              <a:tr h="0">
                <a:tc>
                  <a:txBody>
                    <a:bodyPr/>
                    <a:lstStyle/>
                    <a:p>
                      <a:pPr>
                        <a:buNone/>
                      </a:pPr>
                      <a:r>
                        <a:rPr lang="en-US" sz="1400">
                          <a:latin typeface="Avenir Next LT Pro" panose="020B0504020202020204" pitchFamily="34" charset="0"/>
                        </a:rPr>
                        <a:t>Wait Time (min)</a:t>
                      </a:r>
                    </a:p>
                  </a:txBody>
                  <a:tcPr anchor="ctr"/>
                </a:tc>
                <a:tc>
                  <a:txBody>
                    <a:bodyPr/>
                    <a:lstStyle/>
                    <a:p>
                      <a:pPr>
                        <a:buNone/>
                      </a:pPr>
                      <a:r>
                        <a:rPr lang="en-US" sz="1400">
                          <a:latin typeface="Avenir Next LT Pro" panose="020B0504020202020204" pitchFamily="34" charset="0"/>
                        </a:rPr>
                        <a:t>Appointment</a:t>
                      </a:r>
                    </a:p>
                  </a:txBody>
                  <a:tcPr anchor="ctr"/>
                </a:tc>
                <a:tc>
                  <a:txBody>
                    <a:bodyPr/>
                    <a:lstStyle/>
                    <a:p>
                      <a:pPr>
                        <a:buNone/>
                      </a:pPr>
                      <a:r>
                        <a:rPr lang="en-US" sz="1400">
                          <a:latin typeface="Avenir Next LT Pro" panose="020B0504020202020204" pitchFamily="34" charset="0"/>
                        </a:rPr>
                        <a:t>Liked Service?</a:t>
                      </a:r>
                    </a:p>
                  </a:txBody>
                  <a:tcPr anchor="ctr">
                    <a:solidFill>
                      <a:schemeClr val="accent6">
                        <a:lumMod val="60000"/>
                        <a:lumOff val="40000"/>
                      </a:schemeClr>
                    </a:solidFill>
                  </a:tcPr>
                </a:tc>
                <a:extLst>
                  <a:ext uri="{0D108BD9-81ED-4DB2-BD59-A6C34878D82A}">
                    <a16:rowId xmlns:a16="http://schemas.microsoft.com/office/drawing/2014/main" val="2726122514"/>
                  </a:ext>
                </a:extLst>
              </a:tr>
              <a:tr h="0">
                <a:tc>
                  <a:txBody>
                    <a:bodyPr/>
                    <a:lstStyle/>
                    <a:p>
                      <a:pPr>
                        <a:buNone/>
                      </a:pPr>
                      <a:r>
                        <a:rPr lang="en-US" sz="1400">
                          <a:latin typeface="Avenir Next LT Pro" panose="020B0504020202020204" pitchFamily="34" charset="0"/>
                        </a:rPr>
                        <a:t>5</a:t>
                      </a:r>
                    </a:p>
                  </a:txBody>
                  <a:tcPr anchor="ctr"/>
                </a:tc>
                <a:tc>
                  <a:txBody>
                    <a:bodyPr/>
                    <a:lstStyle/>
                    <a:p>
                      <a:pPr>
                        <a:buNone/>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4082045142"/>
                  </a:ext>
                </a:extLst>
              </a:tr>
              <a:tr h="0">
                <a:tc>
                  <a:txBody>
                    <a:bodyPr/>
                    <a:lstStyle/>
                    <a:p>
                      <a:pPr>
                        <a:buNone/>
                      </a:pPr>
                      <a:r>
                        <a:rPr lang="en-US" sz="1400">
                          <a:latin typeface="Avenir Next LT Pro" panose="020B0504020202020204" pitchFamily="34" charset="0"/>
                        </a:rPr>
                        <a:t>10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1287225360"/>
                  </a:ext>
                </a:extLst>
              </a:tr>
              <a:tr h="0">
                <a:tc>
                  <a:txBody>
                    <a:bodyPr/>
                    <a:lstStyle/>
                    <a:p>
                      <a:pPr>
                        <a:buNone/>
                      </a:pPr>
                      <a:r>
                        <a:rPr lang="en-US" sz="1400">
                          <a:latin typeface="Avenir Next LT Pro" panose="020B0504020202020204" pitchFamily="34" charset="0"/>
                        </a:rPr>
                        <a:t>15</a:t>
                      </a:r>
                    </a:p>
                  </a:txBody>
                  <a:tcPr anchor="ctr"/>
                </a:tc>
                <a:tc>
                  <a:txBody>
                    <a:bodyPr/>
                    <a:lstStyle/>
                    <a:p>
                      <a:pPr>
                        <a:buNone/>
                      </a:pPr>
                      <a:r>
                        <a:rPr lang="en-US" sz="1400">
                          <a:latin typeface="Avenir Next LT Pro" panose="020B0504020202020204" pitchFamily="34" charset="0"/>
                        </a:rPr>
                        <a:t>Online</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2026427864"/>
                  </a:ext>
                </a:extLst>
              </a:tr>
              <a:tr h="0">
                <a:tc>
                  <a:txBody>
                    <a:bodyPr/>
                    <a:lstStyle/>
                    <a:p>
                      <a:pPr>
                        <a:buNone/>
                      </a:pPr>
                      <a:r>
                        <a:rPr lang="en-US" sz="1400">
                          <a:latin typeface="Avenir Next LT Pro" panose="020B0504020202020204" pitchFamily="34" charset="0"/>
                        </a:rPr>
                        <a:t>40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1088004045"/>
                  </a:ext>
                </a:extLst>
              </a:tr>
              <a:tr h="0">
                <a:tc>
                  <a:txBody>
                    <a:bodyPr/>
                    <a:lstStyle/>
                    <a:p>
                      <a:pPr>
                        <a:buNone/>
                      </a:pPr>
                      <a:r>
                        <a:rPr lang="en-US" sz="1400">
                          <a:latin typeface="Avenir Next LT Pro" panose="020B0504020202020204" pitchFamily="34" charset="0"/>
                        </a:rPr>
                        <a:t>20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3534601565"/>
                  </a:ext>
                </a:extLst>
              </a:tr>
              <a:tr h="0">
                <a:tc>
                  <a:txBody>
                    <a:bodyPr/>
                    <a:lstStyle/>
                    <a:p>
                      <a:pPr>
                        <a:buNone/>
                      </a:pPr>
                      <a:r>
                        <a:rPr lang="en-US" sz="1400">
                          <a:latin typeface="Avenir Next LT Pro" panose="020B0504020202020204" pitchFamily="34" charset="0"/>
                        </a:rPr>
                        <a:t>12</a:t>
                      </a:r>
                    </a:p>
                  </a:txBody>
                  <a:tcPr anchor="ctr"/>
                </a:tc>
                <a:tc>
                  <a:txBody>
                    <a:bodyPr/>
                    <a:lstStyle/>
                    <a:p>
                      <a:pPr>
                        <a:buNone/>
                      </a:pPr>
                      <a:r>
                        <a:rPr lang="en-US" sz="1400">
                          <a:latin typeface="Avenir Next LT Pro" panose="020B0504020202020204" pitchFamily="34" charset="0"/>
                        </a:rPr>
                        <a:t>Online</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403771513"/>
                  </a:ext>
                </a:extLst>
              </a:tr>
              <a:tr h="0">
                <a:tc>
                  <a:txBody>
                    <a:bodyPr/>
                    <a:lstStyle/>
                    <a:p>
                      <a:pPr>
                        <a:buNone/>
                      </a:pPr>
                      <a:r>
                        <a:rPr lang="en-US" sz="1400">
                          <a:latin typeface="Avenir Next LT Pro" panose="020B0504020202020204" pitchFamily="34" charset="0"/>
                        </a:rPr>
                        <a:t>60</a:t>
                      </a:r>
                    </a:p>
                  </a:txBody>
                  <a:tcPr anchor="ctr"/>
                </a:tc>
                <a:tc>
                  <a:txBody>
                    <a:bodyPr/>
                    <a:lstStyle/>
                    <a:p>
                      <a:pPr>
                        <a:buNone/>
                      </a:pPr>
                      <a:r>
                        <a:rPr lang="en-US" sz="1400">
                          <a:latin typeface="Avenir Next LT Pro" panose="020B0504020202020204" pitchFamily="34" charset="0"/>
                        </a:rPr>
                        <a:t>Online</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928281934"/>
                  </a:ext>
                </a:extLst>
              </a:tr>
            </a:tbl>
          </a:graphicData>
        </a:graphic>
      </p:graphicFrame>
      <p:sp>
        <p:nvSpPr>
          <p:cNvPr id="10" name="Rectangle: Rounded Corners 9">
            <a:extLst>
              <a:ext uri="{FF2B5EF4-FFF2-40B4-BE49-F238E27FC236}">
                <a16:creationId xmlns:a16="http://schemas.microsoft.com/office/drawing/2014/main" id="{F5E7262C-F6B2-411B-0288-24F24E6D43D1}"/>
              </a:ext>
            </a:extLst>
          </p:cNvPr>
          <p:cNvSpPr/>
          <p:nvPr/>
        </p:nvSpPr>
        <p:spPr>
          <a:xfrm>
            <a:off x="7431663" y="105614"/>
            <a:ext cx="2169374" cy="741238"/>
          </a:xfrm>
          <a:prstGeom prst="roundRect">
            <a:avLst/>
          </a:prstGeom>
          <a:noFill/>
          <a:ln w="2857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11" name="Rectangle: Rounded Corners 10">
            <a:extLst>
              <a:ext uri="{FF2B5EF4-FFF2-40B4-BE49-F238E27FC236}">
                <a16:creationId xmlns:a16="http://schemas.microsoft.com/office/drawing/2014/main" id="{BE388A31-8303-4FDC-4AEE-943F34E6FDC9}"/>
              </a:ext>
            </a:extLst>
          </p:cNvPr>
          <p:cNvSpPr/>
          <p:nvPr/>
        </p:nvSpPr>
        <p:spPr>
          <a:xfrm>
            <a:off x="5568950" y="1355755"/>
            <a:ext cx="1938076" cy="700511"/>
          </a:xfrm>
          <a:prstGeom prst="roundRect">
            <a:avLst/>
          </a:prstGeom>
          <a:noFill/>
          <a:ln w="2857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cxnSp>
        <p:nvCxnSpPr>
          <p:cNvPr id="12" name="Straight Arrow Connector 11">
            <a:extLst>
              <a:ext uri="{FF2B5EF4-FFF2-40B4-BE49-F238E27FC236}">
                <a16:creationId xmlns:a16="http://schemas.microsoft.com/office/drawing/2014/main" id="{FB0845F1-5CCC-5898-6FB5-39F543C5EB45}"/>
              </a:ext>
            </a:extLst>
          </p:cNvPr>
          <p:cNvCxnSpPr>
            <a:cxnSpLocks/>
            <a:stCxn id="10" idx="2"/>
            <a:endCxn id="11" idx="0"/>
          </p:cNvCxnSpPr>
          <p:nvPr/>
        </p:nvCxnSpPr>
        <p:spPr>
          <a:xfrm flipH="1">
            <a:off x="6537988" y="846852"/>
            <a:ext cx="1978362" cy="5089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11FCBAA7-5065-EC55-B93E-24F36678A49E}"/>
              </a:ext>
            </a:extLst>
          </p:cNvPr>
          <p:cNvCxnSpPr>
            <a:cxnSpLocks/>
            <a:stCxn id="10" idx="2"/>
            <a:endCxn id="14" idx="0"/>
          </p:cNvCxnSpPr>
          <p:nvPr/>
        </p:nvCxnSpPr>
        <p:spPr>
          <a:xfrm>
            <a:off x="8516350" y="846852"/>
            <a:ext cx="1943463" cy="4554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Oval 13">
            <a:extLst>
              <a:ext uri="{FF2B5EF4-FFF2-40B4-BE49-F238E27FC236}">
                <a16:creationId xmlns:a16="http://schemas.microsoft.com/office/drawing/2014/main" id="{9B8A247E-DE0D-39D1-976E-C3BBD98F581A}"/>
              </a:ext>
            </a:extLst>
          </p:cNvPr>
          <p:cNvSpPr/>
          <p:nvPr/>
        </p:nvSpPr>
        <p:spPr>
          <a:xfrm>
            <a:off x="9740945" y="1302281"/>
            <a:ext cx="1437736" cy="700511"/>
          </a:xfrm>
          <a:prstGeom prst="ellipse">
            <a:avLst/>
          </a:prstGeom>
          <a:noFill/>
          <a:ln w="1905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16" name="TextBox 15">
            <a:extLst>
              <a:ext uri="{FF2B5EF4-FFF2-40B4-BE49-F238E27FC236}">
                <a16:creationId xmlns:a16="http://schemas.microsoft.com/office/drawing/2014/main" id="{17CBB22C-1D6F-1AE8-88D8-31D432425644}"/>
              </a:ext>
            </a:extLst>
          </p:cNvPr>
          <p:cNvSpPr txBox="1"/>
          <p:nvPr/>
        </p:nvSpPr>
        <p:spPr>
          <a:xfrm>
            <a:off x="7431663" y="319784"/>
            <a:ext cx="2169374" cy="438582"/>
          </a:xfrm>
          <a:prstGeom prst="rect">
            <a:avLst/>
          </a:prstGeom>
          <a:noFill/>
        </p:spPr>
        <p:txBody>
          <a:bodyPr wrap="square">
            <a:spAutoFit/>
          </a:bodyPr>
          <a:lstStyle/>
          <a:p>
            <a:pPr algn="ctr">
              <a:buNone/>
            </a:pPr>
            <a:r>
              <a:rPr lang="en-US" sz="1200" b="1">
                <a:latin typeface="Avenir Next LT Pro" panose="020B0504020202020204" pitchFamily="34" charset="0"/>
              </a:rPr>
              <a:t>Wait time: &lt; 30</a:t>
            </a:r>
          </a:p>
          <a:p>
            <a:pPr algn="ctr">
              <a:buNone/>
            </a:pPr>
            <a:r>
              <a:rPr lang="en-US" sz="1050">
                <a:latin typeface="Avenir Next LT Pro" panose="020B0504020202020204" pitchFamily="34" charset="0"/>
              </a:rPr>
              <a:t>7 samples, </a:t>
            </a:r>
            <a:r>
              <a:rPr lang="en-US" sz="1050" b="1">
                <a:solidFill>
                  <a:srgbClr val="00B050"/>
                </a:solidFill>
                <a:latin typeface="Avenir Next LT Pro" panose="020B0504020202020204" pitchFamily="34" charset="0"/>
              </a:rPr>
              <a:t>4Y</a:t>
            </a:r>
            <a:r>
              <a:rPr lang="en-US" sz="1050">
                <a:latin typeface="Avenir Next LT Pro" panose="020B0504020202020204" pitchFamily="34" charset="0"/>
              </a:rPr>
              <a:t> </a:t>
            </a:r>
            <a:r>
              <a:rPr lang="en-US" sz="1050" b="1">
                <a:solidFill>
                  <a:srgbClr val="C00000"/>
                </a:solidFill>
                <a:latin typeface="Avenir Next LT Pro" panose="020B0504020202020204" pitchFamily="34" charset="0"/>
              </a:rPr>
              <a:t>3N</a:t>
            </a:r>
          </a:p>
        </p:txBody>
      </p:sp>
      <p:sp>
        <p:nvSpPr>
          <p:cNvPr id="19" name="TextBox 18">
            <a:extLst>
              <a:ext uri="{FF2B5EF4-FFF2-40B4-BE49-F238E27FC236}">
                <a16:creationId xmlns:a16="http://schemas.microsoft.com/office/drawing/2014/main" id="{3B93ABB0-3ABF-3135-4166-AB290C4FA12B}"/>
              </a:ext>
            </a:extLst>
          </p:cNvPr>
          <p:cNvSpPr txBox="1"/>
          <p:nvPr/>
        </p:nvSpPr>
        <p:spPr>
          <a:xfrm>
            <a:off x="6959456" y="853939"/>
            <a:ext cx="755677" cy="307777"/>
          </a:xfrm>
          <a:prstGeom prst="rect">
            <a:avLst/>
          </a:prstGeom>
          <a:noFill/>
        </p:spPr>
        <p:txBody>
          <a:bodyPr wrap="square">
            <a:spAutoFit/>
          </a:bodyPr>
          <a:lstStyle/>
          <a:p>
            <a:r>
              <a:rPr lang="en-US" sz="1400">
                <a:latin typeface="Avenir Next LT Pro" panose="020B0504020202020204" pitchFamily="34" charset="0"/>
              </a:rPr>
              <a:t>Yes</a:t>
            </a:r>
            <a:endParaRPr lang="en-US" sz="1400"/>
          </a:p>
        </p:txBody>
      </p:sp>
      <p:sp>
        <p:nvSpPr>
          <p:cNvPr id="20" name="TextBox 19">
            <a:extLst>
              <a:ext uri="{FF2B5EF4-FFF2-40B4-BE49-F238E27FC236}">
                <a16:creationId xmlns:a16="http://schemas.microsoft.com/office/drawing/2014/main" id="{27A0607C-556B-CF66-A491-3CFFC3E33C90}"/>
              </a:ext>
            </a:extLst>
          </p:cNvPr>
          <p:cNvSpPr txBox="1"/>
          <p:nvPr/>
        </p:nvSpPr>
        <p:spPr>
          <a:xfrm>
            <a:off x="9363107" y="846852"/>
            <a:ext cx="755677" cy="307777"/>
          </a:xfrm>
          <a:prstGeom prst="rect">
            <a:avLst/>
          </a:prstGeom>
          <a:noFill/>
        </p:spPr>
        <p:txBody>
          <a:bodyPr wrap="square">
            <a:spAutoFit/>
          </a:bodyPr>
          <a:lstStyle/>
          <a:p>
            <a:r>
              <a:rPr lang="en-US" sz="1400">
                <a:latin typeface="Avenir Next LT Pro" panose="020B0504020202020204" pitchFamily="34" charset="0"/>
              </a:rPr>
              <a:t>No</a:t>
            </a:r>
            <a:endParaRPr lang="en-US" sz="1400"/>
          </a:p>
        </p:txBody>
      </p:sp>
      <p:sp>
        <p:nvSpPr>
          <p:cNvPr id="31" name="TextBox 30">
            <a:extLst>
              <a:ext uri="{FF2B5EF4-FFF2-40B4-BE49-F238E27FC236}">
                <a16:creationId xmlns:a16="http://schemas.microsoft.com/office/drawing/2014/main" id="{504AF7B8-695D-3D19-378A-EC77BEBFFA71}"/>
              </a:ext>
            </a:extLst>
          </p:cNvPr>
          <p:cNvSpPr txBox="1"/>
          <p:nvPr/>
        </p:nvSpPr>
        <p:spPr>
          <a:xfrm>
            <a:off x="9999736" y="1524368"/>
            <a:ext cx="1337095" cy="369332"/>
          </a:xfrm>
          <a:prstGeom prst="rect">
            <a:avLst/>
          </a:prstGeom>
          <a:noFill/>
        </p:spPr>
        <p:txBody>
          <a:bodyPr wrap="square">
            <a:spAutoFit/>
          </a:bodyPr>
          <a:lstStyle/>
          <a:p>
            <a:r>
              <a:rPr lang="en-US" b="1">
                <a:solidFill>
                  <a:srgbClr val="00B050"/>
                </a:solidFill>
                <a:latin typeface="Avenir Next LT Pro" panose="020B0504020202020204" pitchFamily="34" charset="0"/>
              </a:rPr>
              <a:t>0Y </a:t>
            </a:r>
            <a:r>
              <a:rPr lang="en-US" b="1">
                <a:solidFill>
                  <a:srgbClr val="C00000"/>
                </a:solidFill>
                <a:latin typeface="Avenir Next LT Pro" panose="020B0504020202020204" pitchFamily="34" charset="0"/>
              </a:rPr>
              <a:t>2N</a:t>
            </a:r>
            <a:endParaRPr lang="en-US">
              <a:solidFill>
                <a:srgbClr val="C00000"/>
              </a:solidFill>
            </a:endParaRPr>
          </a:p>
        </p:txBody>
      </p:sp>
      <p:cxnSp>
        <p:nvCxnSpPr>
          <p:cNvPr id="3" name="Straight Arrow Connector 2">
            <a:extLst>
              <a:ext uri="{FF2B5EF4-FFF2-40B4-BE49-F238E27FC236}">
                <a16:creationId xmlns:a16="http://schemas.microsoft.com/office/drawing/2014/main" id="{5D13F285-9CCB-5071-6B55-3C7331F4495A}"/>
              </a:ext>
            </a:extLst>
          </p:cNvPr>
          <p:cNvCxnSpPr>
            <a:cxnSpLocks/>
            <a:stCxn id="11" idx="2"/>
            <a:endCxn id="18" idx="0"/>
          </p:cNvCxnSpPr>
          <p:nvPr/>
        </p:nvCxnSpPr>
        <p:spPr>
          <a:xfrm flipH="1">
            <a:off x="5554932" y="2056266"/>
            <a:ext cx="983056" cy="5567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D959247B-0931-B31B-A124-C4F191C04136}"/>
              </a:ext>
            </a:extLst>
          </p:cNvPr>
          <p:cNvCxnSpPr>
            <a:cxnSpLocks/>
            <a:stCxn id="11" idx="2"/>
          </p:cNvCxnSpPr>
          <p:nvPr/>
        </p:nvCxnSpPr>
        <p:spPr>
          <a:xfrm>
            <a:off x="6537988" y="2056266"/>
            <a:ext cx="799306" cy="5567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Oval 17">
            <a:extLst>
              <a:ext uri="{FF2B5EF4-FFF2-40B4-BE49-F238E27FC236}">
                <a16:creationId xmlns:a16="http://schemas.microsoft.com/office/drawing/2014/main" id="{B42F1A1E-FA6E-866D-40FD-2F34D7F40CE3}"/>
              </a:ext>
            </a:extLst>
          </p:cNvPr>
          <p:cNvSpPr/>
          <p:nvPr/>
        </p:nvSpPr>
        <p:spPr>
          <a:xfrm>
            <a:off x="4836064" y="2613050"/>
            <a:ext cx="1437736" cy="700511"/>
          </a:xfrm>
          <a:prstGeom prst="ellipse">
            <a:avLst/>
          </a:prstGeom>
          <a:noFill/>
          <a:ln w="1905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4" name="Rectangle 3">
            <a:extLst>
              <a:ext uri="{FF2B5EF4-FFF2-40B4-BE49-F238E27FC236}">
                <a16:creationId xmlns:a16="http://schemas.microsoft.com/office/drawing/2014/main" id="{918C9267-86AD-4382-A1F6-E7FCB01DF108}"/>
              </a:ext>
            </a:extLst>
          </p:cNvPr>
          <p:cNvSpPr/>
          <p:nvPr/>
        </p:nvSpPr>
        <p:spPr>
          <a:xfrm>
            <a:off x="284255" y="3581036"/>
            <a:ext cx="3493834" cy="302573"/>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6D580D1-CAE9-D3DB-CC75-BCA90A2D086E}"/>
              </a:ext>
            </a:extLst>
          </p:cNvPr>
          <p:cNvSpPr/>
          <p:nvPr/>
        </p:nvSpPr>
        <p:spPr>
          <a:xfrm>
            <a:off x="312103" y="4520242"/>
            <a:ext cx="3465986" cy="302573"/>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DAF1933-BDC8-3F80-C83A-4B936BBD1635}"/>
              </a:ext>
            </a:extLst>
          </p:cNvPr>
          <p:cNvSpPr txBox="1"/>
          <p:nvPr/>
        </p:nvSpPr>
        <p:spPr>
          <a:xfrm>
            <a:off x="5453301" y="1524368"/>
            <a:ext cx="2169374" cy="438582"/>
          </a:xfrm>
          <a:prstGeom prst="rect">
            <a:avLst/>
          </a:prstGeom>
          <a:noFill/>
        </p:spPr>
        <p:txBody>
          <a:bodyPr wrap="square">
            <a:spAutoFit/>
          </a:bodyPr>
          <a:lstStyle/>
          <a:p>
            <a:pPr algn="ctr">
              <a:buNone/>
            </a:pPr>
            <a:r>
              <a:rPr lang="en-US" sz="1200" b="1">
                <a:latin typeface="Avenir Next LT Pro" panose="020B0504020202020204" pitchFamily="34" charset="0"/>
              </a:rPr>
              <a:t>Appointment: In person?</a:t>
            </a:r>
          </a:p>
          <a:p>
            <a:pPr algn="ctr">
              <a:buNone/>
            </a:pPr>
            <a:r>
              <a:rPr lang="en-US" sz="1050">
                <a:latin typeface="Avenir Next LT Pro" panose="020B0504020202020204" pitchFamily="34" charset="0"/>
              </a:rPr>
              <a:t>5 samples, </a:t>
            </a:r>
            <a:r>
              <a:rPr lang="en-US" sz="1050" b="1">
                <a:solidFill>
                  <a:srgbClr val="00B050"/>
                </a:solidFill>
                <a:latin typeface="Avenir Next LT Pro" panose="020B0504020202020204" pitchFamily="34" charset="0"/>
              </a:rPr>
              <a:t>4Y</a:t>
            </a:r>
            <a:r>
              <a:rPr lang="en-US" sz="1050">
                <a:latin typeface="Avenir Next LT Pro" panose="020B0504020202020204" pitchFamily="34" charset="0"/>
              </a:rPr>
              <a:t> </a:t>
            </a:r>
            <a:r>
              <a:rPr lang="en-US" sz="1050" b="1">
                <a:solidFill>
                  <a:srgbClr val="C00000"/>
                </a:solidFill>
                <a:latin typeface="Avenir Next LT Pro" panose="020B0504020202020204" pitchFamily="34" charset="0"/>
              </a:rPr>
              <a:t>1N</a:t>
            </a:r>
          </a:p>
        </p:txBody>
      </p:sp>
      <p:sp>
        <p:nvSpPr>
          <p:cNvPr id="26" name="TextBox 25">
            <a:extLst>
              <a:ext uri="{FF2B5EF4-FFF2-40B4-BE49-F238E27FC236}">
                <a16:creationId xmlns:a16="http://schemas.microsoft.com/office/drawing/2014/main" id="{C807AC65-B283-835A-AD6B-91DF6E72C358}"/>
              </a:ext>
            </a:extLst>
          </p:cNvPr>
          <p:cNvSpPr txBox="1"/>
          <p:nvPr/>
        </p:nvSpPr>
        <p:spPr>
          <a:xfrm>
            <a:off x="5543406" y="2159562"/>
            <a:ext cx="755677" cy="307777"/>
          </a:xfrm>
          <a:prstGeom prst="rect">
            <a:avLst/>
          </a:prstGeom>
          <a:noFill/>
        </p:spPr>
        <p:txBody>
          <a:bodyPr wrap="square">
            <a:spAutoFit/>
          </a:bodyPr>
          <a:lstStyle/>
          <a:p>
            <a:r>
              <a:rPr lang="en-US" sz="1400">
                <a:latin typeface="Avenir Next LT Pro" panose="020B0504020202020204" pitchFamily="34" charset="0"/>
              </a:rPr>
              <a:t>Yes</a:t>
            </a:r>
            <a:endParaRPr lang="en-US" sz="1400"/>
          </a:p>
        </p:txBody>
      </p:sp>
      <p:sp>
        <p:nvSpPr>
          <p:cNvPr id="27" name="TextBox 26">
            <a:extLst>
              <a:ext uri="{FF2B5EF4-FFF2-40B4-BE49-F238E27FC236}">
                <a16:creationId xmlns:a16="http://schemas.microsoft.com/office/drawing/2014/main" id="{F86804DF-E383-B171-218B-4695F540A68A}"/>
              </a:ext>
            </a:extLst>
          </p:cNvPr>
          <p:cNvSpPr txBox="1"/>
          <p:nvPr/>
        </p:nvSpPr>
        <p:spPr>
          <a:xfrm>
            <a:off x="7005251" y="2154534"/>
            <a:ext cx="755677" cy="307777"/>
          </a:xfrm>
          <a:prstGeom prst="rect">
            <a:avLst/>
          </a:prstGeom>
          <a:noFill/>
        </p:spPr>
        <p:txBody>
          <a:bodyPr wrap="square">
            <a:spAutoFit/>
          </a:bodyPr>
          <a:lstStyle/>
          <a:p>
            <a:r>
              <a:rPr lang="en-US" sz="1400">
                <a:latin typeface="Avenir Next LT Pro" panose="020B0504020202020204" pitchFamily="34" charset="0"/>
              </a:rPr>
              <a:t>No</a:t>
            </a:r>
            <a:endParaRPr lang="en-US" sz="1400"/>
          </a:p>
        </p:txBody>
      </p:sp>
      <p:sp>
        <p:nvSpPr>
          <p:cNvPr id="29" name="TextBox 28">
            <a:extLst>
              <a:ext uri="{FF2B5EF4-FFF2-40B4-BE49-F238E27FC236}">
                <a16:creationId xmlns:a16="http://schemas.microsoft.com/office/drawing/2014/main" id="{18D103E2-4FDA-5FC0-1336-63CC019C268F}"/>
              </a:ext>
            </a:extLst>
          </p:cNvPr>
          <p:cNvSpPr txBox="1"/>
          <p:nvPr/>
        </p:nvSpPr>
        <p:spPr>
          <a:xfrm>
            <a:off x="5068799" y="2816388"/>
            <a:ext cx="1337095" cy="369332"/>
          </a:xfrm>
          <a:prstGeom prst="rect">
            <a:avLst/>
          </a:prstGeom>
          <a:noFill/>
        </p:spPr>
        <p:txBody>
          <a:bodyPr wrap="square">
            <a:spAutoFit/>
          </a:bodyPr>
          <a:lstStyle/>
          <a:p>
            <a:r>
              <a:rPr lang="en-US" b="1">
                <a:solidFill>
                  <a:srgbClr val="00B050"/>
                </a:solidFill>
                <a:latin typeface="Avenir Next LT Pro" panose="020B0504020202020204" pitchFamily="34" charset="0"/>
              </a:rPr>
              <a:t>3Y </a:t>
            </a:r>
            <a:r>
              <a:rPr lang="en-US" b="1">
                <a:solidFill>
                  <a:srgbClr val="C00000"/>
                </a:solidFill>
                <a:latin typeface="Avenir Next LT Pro" panose="020B0504020202020204" pitchFamily="34" charset="0"/>
              </a:rPr>
              <a:t>0N</a:t>
            </a:r>
            <a:endParaRPr lang="en-US">
              <a:solidFill>
                <a:srgbClr val="C00000"/>
              </a:solidFill>
            </a:endParaRPr>
          </a:p>
        </p:txBody>
      </p:sp>
      <p:sp>
        <p:nvSpPr>
          <p:cNvPr id="38" name="Rectangle: Rounded Corners 37">
            <a:extLst>
              <a:ext uri="{FF2B5EF4-FFF2-40B4-BE49-F238E27FC236}">
                <a16:creationId xmlns:a16="http://schemas.microsoft.com/office/drawing/2014/main" id="{7D36BD9F-D696-87F2-0570-B71110DEE050}"/>
              </a:ext>
            </a:extLst>
          </p:cNvPr>
          <p:cNvSpPr/>
          <p:nvPr/>
        </p:nvSpPr>
        <p:spPr>
          <a:xfrm>
            <a:off x="6509234" y="2621203"/>
            <a:ext cx="1612656" cy="700511"/>
          </a:xfrm>
          <a:prstGeom prst="roundRect">
            <a:avLst/>
          </a:prstGeom>
          <a:noFill/>
          <a:ln w="2857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15" name="TextBox 14">
            <a:extLst>
              <a:ext uri="{FF2B5EF4-FFF2-40B4-BE49-F238E27FC236}">
                <a16:creationId xmlns:a16="http://schemas.microsoft.com/office/drawing/2014/main" id="{D7A8C2E7-39A6-57FC-0260-CCBAF4EB952A}"/>
              </a:ext>
            </a:extLst>
          </p:cNvPr>
          <p:cNvSpPr txBox="1"/>
          <p:nvPr/>
        </p:nvSpPr>
        <p:spPr>
          <a:xfrm>
            <a:off x="6207495" y="2775314"/>
            <a:ext cx="2169374" cy="438582"/>
          </a:xfrm>
          <a:prstGeom prst="rect">
            <a:avLst/>
          </a:prstGeom>
          <a:noFill/>
        </p:spPr>
        <p:txBody>
          <a:bodyPr wrap="square">
            <a:spAutoFit/>
          </a:bodyPr>
          <a:lstStyle/>
          <a:p>
            <a:pPr algn="ctr">
              <a:buNone/>
            </a:pPr>
            <a:r>
              <a:rPr lang="en-US" sz="1200" b="1">
                <a:latin typeface="Avenir Next LT Pro" panose="020B0504020202020204" pitchFamily="34" charset="0"/>
              </a:rPr>
              <a:t>Wait time: &lt; 13.5</a:t>
            </a:r>
          </a:p>
          <a:p>
            <a:pPr algn="ctr">
              <a:buNone/>
            </a:pPr>
            <a:r>
              <a:rPr lang="en-US" sz="1050">
                <a:latin typeface="Avenir Next LT Pro" panose="020B0504020202020204" pitchFamily="34" charset="0"/>
              </a:rPr>
              <a:t>2 samples, </a:t>
            </a:r>
            <a:r>
              <a:rPr lang="en-US" sz="1050" b="1">
                <a:solidFill>
                  <a:srgbClr val="00B050"/>
                </a:solidFill>
                <a:latin typeface="Avenir Next LT Pro" panose="020B0504020202020204" pitchFamily="34" charset="0"/>
              </a:rPr>
              <a:t>1Y</a:t>
            </a:r>
            <a:r>
              <a:rPr lang="en-US" sz="1050">
                <a:latin typeface="Avenir Next LT Pro" panose="020B0504020202020204" pitchFamily="34" charset="0"/>
              </a:rPr>
              <a:t> </a:t>
            </a:r>
            <a:r>
              <a:rPr lang="en-US" sz="1050" b="1">
                <a:solidFill>
                  <a:srgbClr val="C00000"/>
                </a:solidFill>
                <a:latin typeface="Avenir Next LT Pro" panose="020B0504020202020204" pitchFamily="34" charset="0"/>
              </a:rPr>
              <a:t>1N</a:t>
            </a:r>
          </a:p>
        </p:txBody>
      </p:sp>
      <p:cxnSp>
        <p:nvCxnSpPr>
          <p:cNvPr id="17" name="Straight Arrow Connector 16">
            <a:extLst>
              <a:ext uri="{FF2B5EF4-FFF2-40B4-BE49-F238E27FC236}">
                <a16:creationId xmlns:a16="http://schemas.microsoft.com/office/drawing/2014/main" id="{3DDDB7D4-93DB-72B9-42EA-1B308866F9D1}"/>
              </a:ext>
            </a:extLst>
          </p:cNvPr>
          <p:cNvCxnSpPr>
            <a:cxnSpLocks/>
            <a:endCxn id="24" idx="0"/>
          </p:cNvCxnSpPr>
          <p:nvPr/>
        </p:nvCxnSpPr>
        <p:spPr>
          <a:xfrm flipH="1">
            <a:off x="6316959" y="3326825"/>
            <a:ext cx="983056" cy="5516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B5375028-55A2-90EF-8204-500E2051E877}"/>
              </a:ext>
            </a:extLst>
          </p:cNvPr>
          <p:cNvCxnSpPr>
            <a:cxnSpLocks/>
            <a:endCxn id="39" idx="0"/>
          </p:cNvCxnSpPr>
          <p:nvPr/>
        </p:nvCxnSpPr>
        <p:spPr>
          <a:xfrm>
            <a:off x="7300015" y="3307775"/>
            <a:ext cx="914608" cy="5707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90E821FA-1769-F7BC-9D65-3130EDFE64BB}"/>
              </a:ext>
            </a:extLst>
          </p:cNvPr>
          <p:cNvSpPr txBox="1"/>
          <p:nvPr/>
        </p:nvSpPr>
        <p:spPr>
          <a:xfrm>
            <a:off x="6305433" y="3430121"/>
            <a:ext cx="755677" cy="307777"/>
          </a:xfrm>
          <a:prstGeom prst="rect">
            <a:avLst/>
          </a:prstGeom>
          <a:noFill/>
        </p:spPr>
        <p:txBody>
          <a:bodyPr wrap="square">
            <a:spAutoFit/>
          </a:bodyPr>
          <a:lstStyle/>
          <a:p>
            <a:r>
              <a:rPr lang="en-US" sz="1400">
                <a:latin typeface="Avenir Next LT Pro" panose="020B0504020202020204" pitchFamily="34" charset="0"/>
              </a:rPr>
              <a:t>Yes</a:t>
            </a:r>
            <a:endParaRPr lang="en-US" sz="1400"/>
          </a:p>
        </p:txBody>
      </p:sp>
      <p:sp>
        <p:nvSpPr>
          <p:cNvPr id="23" name="TextBox 22">
            <a:extLst>
              <a:ext uri="{FF2B5EF4-FFF2-40B4-BE49-F238E27FC236}">
                <a16:creationId xmlns:a16="http://schemas.microsoft.com/office/drawing/2014/main" id="{4CE5FF70-6B9C-5633-C7AD-BDC8B307B52B}"/>
              </a:ext>
            </a:extLst>
          </p:cNvPr>
          <p:cNvSpPr txBox="1"/>
          <p:nvPr/>
        </p:nvSpPr>
        <p:spPr>
          <a:xfrm>
            <a:off x="7767278" y="3425093"/>
            <a:ext cx="755677" cy="307777"/>
          </a:xfrm>
          <a:prstGeom prst="rect">
            <a:avLst/>
          </a:prstGeom>
          <a:noFill/>
        </p:spPr>
        <p:txBody>
          <a:bodyPr wrap="square">
            <a:spAutoFit/>
          </a:bodyPr>
          <a:lstStyle/>
          <a:p>
            <a:r>
              <a:rPr lang="en-US" sz="1400">
                <a:latin typeface="Avenir Next LT Pro" panose="020B0504020202020204" pitchFamily="34" charset="0"/>
              </a:rPr>
              <a:t>No</a:t>
            </a:r>
            <a:endParaRPr lang="en-US" sz="1400"/>
          </a:p>
        </p:txBody>
      </p:sp>
      <p:sp>
        <p:nvSpPr>
          <p:cNvPr id="24" name="Oval 23">
            <a:extLst>
              <a:ext uri="{FF2B5EF4-FFF2-40B4-BE49-F238E27FC236}">
                <a16:creationId xmlns:a16="http://schemas.microsoft.com/office/drawing/2014/main" id="{8E13009D-1AE3-E0BA-8913-543A8A31B4B7}"/>
              </a:ext>
            </a:extLst>
          </p:cNvPr>
          <p:cNvSpPr/>
          <p:nvPr/>
        </p:nvSpPr>
        <p:spPr>
          <a:xfrm>
            <a:off x="5756796" y="3878497"/>
            <a:ext cx="1120326" cy="556783"/>
          </a:xfrm>
          <a:prstGeom prst="ellipse">
            <a:avLst/>
          </a:prstGeom>
          <a:noFill/>
          <a:ln w="1905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39" name="Oval 38">
            <a:extLst>
              <a:ext uri="{FF2B5EF4-FFF2-40B4-BE49-F238E27FC236}">
                <a16:creationId xmlns:a16="http://schemas.microsoft.com/office/drawing/2014/main" id="{028F0610-1E6A-0F86-D367-4A61A8A9C0CC}"/>
              </a:ext>
            </a:extLst>
          </p:cNvPr>
          <p:cNvSpPr/>
          <p:nvPr/>
        </p:nvSpPr>
        <p:spPr>
          <a:xfrm>
            <a:off x="7654460" y="3878497"/>
            <a:ext cx="1120326" cy="556783"/>
          </a:xfrm>
          <a:prstGeom prst="ellipse">
            <a:avLst/>
          </a:prstGeom>
          <a:noFill/>
          <a:ln w="1905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42" name="TextBox 41">
            <a:extLst>
              <a:ext uri="{FF2B5EF4-FFF2-40B4-BE49-F238E27FC236}">
                <a16:creationId xmlns:a16="http://schemas.microsoft.com/office/drawing/2014/main" id="{5E9393B2-5B2F-D91B-E6DA-23078731C443}"/>
              </a:ext>
            </a:extLst>
          </p:cNvPr>
          <p:cNvSpPr txBox="1"/>
          <p:nvPr/>
        </p:nvSpPr>
        <p:spPr>
          <a:xfrm>
            <a:off x="5889392" y="3995016"/>
            <a:ext cx="1337095" cy="369332"/>
          </a:xfrm>
          <a:prstGeom prst="rect">
            <a:avLst/>
          </a:prstGeom>
          <a:noFill/>
        </p:spPr>
        <p:txBody>
          <a:bodyPr wrap="square">
            <a:spAutoFit/>
          </a:bodyPr>
          <a:lstStyle/>
          <a:p>
            <a:r>
              <a:rPr lang="en-US" b="1">
                <a:solidFill>
                  <a:srgbClr val="00B050"/>
                </a:solidFill>
                <a:latin typeface="Avenir Next LT Pro" panose="020B0504020202020204" pitchFamily="34" charset="0"/>
              </a:rPr>
              <a:t>0Y </a:t>
            </a:r>
            <a:r>
              <a:rPr lang="en-US" b="1">
                <a:solidFill>
                  <a:srgbClr val="C00000"/>
                </a:solidFill>
                <a:latin typeface="Avenir Next LT Pro" panose="020B0504020202020204" pitchFamily="34" charset="0"/>
              </a:rPr>
              <a:t>1N</a:t>
            </a:r>
            <a:endParaRPr lang="en-US">
              <a:solidFill>
                <a:srgbClr val="C00000"/>
              </a:solidFill>
            </a:endParaRPr>
          </a:p>
        </p:txBody>
      </p:sp>
      <p:sp>
        <p:nvSpPr>
          <p:cNvPr id="43" name="TextBox 42">
            <a:extLst>
              <a:ext uri="{FF2B5EF4-FFF2-40B4-BE49-F238E27FC236}">
                <a16:creationId xmlns:a16="http://schemas.microsoft.com/office/drawing/2014/main" id="{3370C27A-674A-416A-2852-5D3819AFF550}"/>
              </a:ext>
            </a:extLst>
          </p:cNvPr>
          <p:cNvSpPr txBox="1"/>
          <p:nvPr/>
        </p:nvSpPr>
        <p:spPr>
          <a:xfrm>
            <a:off x="7757319" y="3995016"/>
            <a:ext cx="1337095" cy="369332"/>
          </a:xfrm>
          <a:prstGeom prst="rect">
            <a:avLst/>
          </a:prstGeom>
          <a:noFill/>
        </p:spPr>
        <p:txBody>
          <a:bodyPr wrap="square">
            <a:spAutoFit/>
          </a:bodyPr>
          <a:lstStyle/>
          <a:p>
            <a:r>
              <a:rPr lang="en-US" b="1">
                <a:solidFill>
                  <a:srgbClr val="00B050"/>
                </a:solidFill>
                <a:latin typeface="Avenir Next LT Pro" panose="020B0504020202020204" pitchFamily="34" charset="0"/>
              </a:rPr>
              <a:t>1Y </a:t>
            </a:r>
            <a:r>
              <a:rPr lang="en-US" b="1">
                <a:solidFill>
                  <a:srgbClr val="C00000"/>
                </a:solidFill>
                <a:latin typeface="Avenir Next LT Pro" panose="020B0504020202020204" pitchFamily="34" charset="0"/>
              </a:rPr>
              <a:t>0N</a:t>
            </a:r>
            <a:endParaRPr lang="en-US">
              <a:solidFill>
                <a:srgbClr val="C00000"/>
              </a:solidFill>
            </a:endParaRPr>
          </a:p>
        </p:txBody>
      </p:sp>
      <p:sp>
        <p:nvSpPr>
          <p:cNvPr id="47" name="TextBox 46">
            <a:extLst>
              <a:ext uri="{FF2B5EF4-FFF2-40B4-BE49-F238E27FC236}">
                <a16:creationId xmlns:a16="http://schemas.microsoft.com/office/drawing/2014/main" id="{6FCB5471-4DEB-C27A-3AE7-EF7AE31EB7B2}"/>
              </a:ext>
            </a:extLst>
          </p:cNvPr>
          <p:cNvSpPr txBox="1"/>
          <p:nvPr/>
        </p:nvSpPr>
        <p:spPr>
          <a:xfrm>
            <a:off x="231254" y="836250"/>
            <a:ext cx="6096000" cy="923330"/>
          </a:xfrm>
          <a:prstGeom prst="rect">
            <a:avLst/>
          </a:prstGeom>
          <a:noFill/>
        </p:spPr>
        <p:txBody>
          <a:bodyPr wrap="square">
            <a:spAutoFit/>
          </a:bodyPr>
          <a:lstStyle/>
          <a:p>
            <a:r>
              <a:rPr lang="en-US" sz="1800" b="0" i="0">
                <a:solidFill>
                  <a:srgbClr val="141413"/>
                </a:solidFill>
                <a:effectLst/>
                <a:latin typeface="Avenir Next LT Pro" panose="020B0504020202020204" pitchFamily="34" charset="0"/>
              </a:rPr>
              <a:t>We can continue until we get a </a:t>
            </a:r>
            <a:r>
              <a:rPr lang="en-US" sz="1800" b="0" i="0">
                <a:solidFill>
                  <a:srgbClr val="F3800D"/>
                </a:solidFill>
                <a:effectLst/>
                <a:latin typeface="Avenir Next LT Pro" panose="020B0504020202020204" pitchFamily="34" charset="0"/>
              </a:rPr>
              <a:t>pure tree!</a:t>
            </a:r>
            <a:endParaRPr lang="en-US">
              <a:solidFill>
                <a:srgbClr val="F3800D"/>
              </a:solidFill>
              <a:latin typeface="Avenir Next LT Pro" panose="020B0504020202020204" pitchFamily="34" charset="0"/>
            </a:endParaRPr>
          </a:p>
          <a:p>
            <a:endParaRPr lang="en-US" sz="1800" b="0" i="0">
              <a:solidFill>
                <a:srgbClr val="141413"/>
              </a:solidFill>
              <a:effectLst/>
              <a:latin typeface="Avenir Next LT Pro" panose="020B0504020202020204" pitchFamily="34" charset="0"/>
            </a:endParaRPr>
          </a:p>
          <a:p>
            <a:r>
              <a:rPr lang="en-US">
                <a:solidFill>
                  <a:srgbClr val="141413"/>
                </a:solidFill>
                <a:latin typeface="Avenir Next LT Pro" panose="020B0504020202020204" pitchFamily="34" charset="0"/>
              </a:rPr>
              <a:t>But, at what cost?</a:t>
            </a:r>
            <a:r>
              <a:rPr lang="en-US" sz="1800" b="0" i="0">
                <a:solidFill>
                  <a:srgbClr val="141413"/>
                </a:solidFill>
                <a:effectLst/>
                <a:latin typeface="Avenir Next LT Pro" panose="020B0504020202020204" pitchFamily="34" charset="0"/>
              </a:rPr>
              <a:t> </a:t>
            </a:r>
            <a:endParaRPr lang="en-US"/>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E1BA00DB-D7B9-45A7-46FA-4B19F30F5AE1}"/>
                  </a:ext>
                </a:extLst>
              </p:cNvPr>
              <p:cNvSpPr txBox="1"/>
              <p:nvPr/>
            </p:nvSpPr>
            <p:spPr>
              <a:xfrm>
                <a:off x="4141217" y="4709955"/>
                <a:ext cx="3908605" cy="5061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𝐺𝑖𝑛𝑖</m:t>
                      </m:r>
                      <m:d>
                        <m:dPr>
                          <m:ctrlPr>
                            <a:rPr lang="en-US" sz="1100" b="0" i="1" smtClean="0">
                              <a:latin typeface="Cambria Math" panose="02040503050406030204" pitchFamily="18" charset="0"/>
                            </a:rPr>
                          </m:ctrlPr>
                        </m:dPr>
                        <m:e>
                          <m:r>
                            <a:rPr lang="en-US" sz="1100" b="0" i="1" smtClean="0">
                              <a:latin typeface="Cambria Math" panose="02040503050406030204" pitchFamily="18" charset="0"/>
                            </a:rPr>
                            <m:t>𝑤𝑎𝑖𝑡</m:t>
                          </m:r>
                          <m:r>
                            <a:rPr lang="en-US" sz="1100" b="0" i="1" smtClean="0">
                              <a:latin typeface="Cambria Math" panose="02040503050406030204" pitchFamily="18" charset="0"/>
                            </a:rPr>
                            <m:t>&lt;</m:t>
                          </m:r>
                          <m:r>
                            <a:rPr lang="en-US" sz="1100" b="0" i="1" smtClean="0">
                              <a:latin typeface="Cambria Math" panose="02040503050406030204" pitchFamily="18" charset="0"/>
                            </a:rPr>
                            <m:t>30</m:t>
                          </m:r>
                        </m:e>
                      </m:d>
                      <m:r>
                        <a:rPr lang="en-US" sz="1100" b="0" i="1" smtClean="0">
                          <a:latin typeface="Cambria Math" panose="02040503050406030204" pitchFamily="18" charset="0"/>
                        </a:rPr>
                        <m:t>=</m:t>
                      </m:r>
                      <m:r>
                        <a:rPr lang="en-US" sz="1100" b="0" i="1" smtClean="0">
                          <a:latin typeface="Cambria Math" panose="02040503050406030204" pitchFamily="18" charset="0"/>
                        </a:rPr>
                        <m:t>1</m:t>
                      </m:r>
                      <m:r>
                        <a:rPr lang="en-US" sz="1100" b="0" i="1" smtClean="0">
                          <a:latin typeface="Cambria Math" panose="02040503050406030204" pitchFamily="18" charset="0"/>
                        </a:rPr>
                        <m:t>−</m:t>
                      </m:r>
                      <m:sSup>
                        <m:sSupPr>
                          <m:ctrlPr>
                            <a:rPr lang="en-US" sz="1100" b="0" i="1" smtClean="0">
                              <a:latin typeface="Cambria Math" panose="02040503050406030204" pitchFamily="18" charset="0"/>
                            </a:rPr>
                          </m:ctrlPr>
                        </m:sSupPr>
                        <m:e>
                          <m:d>
                            <m:dPr>
                              <m:ctrlPr>
                                <a:rPr lang="en-US" sz="1100" b="0" i="1" smtClean="0">
                                  <a:latin typeface="Cambria Math" panose="02040503050406030204" pitchFamily="18" charset="0"/>
                                </a:rPr>
                              </m:ctrlPr>
                            </m:dPr>
                            <m:e>
                              <m:f>
                                <m:fPr>
                                  <m:ctrlPr>
                                    <a:rPr lang="en-US" sz="1100" b="0" i="1" smtClean="0">
                                      <a:latin typeface="Cambria Math" panose="02040503050406030204" pitchFamily="18" charset="0"/>
                                    </a:rPr>
                                  </m:ctrlPr>
                                </m:fPr>
                                <m:num>
                                  <m:r>
                                    <a:rPr lang="en-US" sz="1100" b="0" i="1" smtClean="0">
                                      <a:latin typeface="Cambria Math" panose="02040503050406030204" pitchFamily="18" charset="0"/>
                                    </a:rPr>
                                    <m:t>1</m:t>
                                  </m:r>
                                </m:num>
                                <m:den>
                                  <m:r>
                                    <a:rPr lang="en-US" sz="1100" b="0" i="1" smtClean="0">
                                      <a:latin typeface="Cambria Math" panose="02040503050406030204" pitchFamily="18" charset="0"/>
                                    </a:rPr>
                                    <m:t>1</m:t>
                                  </m:r>
                                </m:den>
                              </m:f>
                            </m:e>
                          </m:d>
                        </m:e>
                        <m:sup>
                          <m:r>
                            <a:rPr lang="en-US" sz="1100" b="0" i="1" smtClean="0">
                              <a:latin typeface="Cambria Math" panose="02040503050406030204" pitchFamily="18" charset="0"/>
                            </a:rPr>
                            <m:t>2</m:t>
                          </m:r>
                        </m:sup>
                      </m:sSup>
                      <m:r>
                        <a:rPr lang="en-US" sz="1100" b="0" i="1" smtClean="0">
                          <a:latin typeface="Cambria Math" panose="02040503050406030204" pitchFamily="18" charset="0"/>
                        </a:rPr>
                        <m:t>−</m:t>
                      </m:r>
                      <m:sSup>
                        <m:sSupPr>
                          <m:ctrlPr>
                            <a:rPr lang="en-US" sz="1100" b="0" i="1" smtClean="0">
                              <a:latin typeface="Cambria Math" panose="02040503050406030204" pitchFamily="18" charset="0"/>
                            </a:rPr>
                          </m:ctrlPr>
                        </m:sSupPr>
                        <m:e>
                          <m:d>
                            <m:dPr>
                              <m:ctrlPr>
                                <a:rPr lang="en-US" sz="1100" b="0" i="1" smtClean="0">
                                  <a:latin typeface="Cambria Math" panose="02040503050406030204" pitchFamily="18" charset="0"/>
                                </a:rPr>
                              </m:ctrlPr>
                            </m:dPr>
                            <m:e>
                              <m:f>
                                <m:fPr>
                                  <m:ctrlPr>
                                    <a:rPr lang="en-US" sz="1100" b="0" i="1" smtClean="0">
                                      <a:latin typeface="Cambria Math" panose="02040503050406030204" pitchFamily="18" charset="0"/>
                                    </a:rPr>
                                  </m:ctrlPr>
                                </m:fPr>
                                <m:num>
                                  <m:r>
                                    <a:rPr lang="en-US" sz="1100" b="0" i="1" smtClean="0">
                                      <a:latin typeface="Cambria Math" panose="02040503050406030204" pitchFamily="18" charset="0"/>
                                    </a:rPr>
                                    <m:t>0</m:t>
                                  </m:r>
                                </m:num>
                                <m:den>
                                  <m:r>
                                    <a:rPr lang="en-US" sz="1100" b="0" i="1" smtClean="0">
                                      <a:latin typeface="Cambria Math" panose="02040503050406030204" pitchFamily="18" charset="0"/>
                                    </a:rPr>
                                    <m:t>1</m:t>
                                  </m:r>
                                </m:den>
                              </m:f>
                            </m:e>
                          </m:d>
                        </m:e>
                        <m:sup>
                          <m:r>
                            <a:rPr lang="en-US" sz="1100" b="0" i="1" smtClean="0">
                              <a:latin typeface="Cambria Math" panose="02040503050406030204" pitchFamily="18" charset="0"/>
                            </a:rPr>
                            <m:t>2</m:t>
                          </m:r>
                        </m:sup>
                      </m:sSup>
                      <m:r>
                        <a:rPr lang="en-US" sz="1100" b="0" i="1" smtClean="0">
                          <a:latin typeface="Cambria Math" panose="02040503050406030204" pitchFamily="18" charset="0"/>
                        </a:rPr>
                        <m:t>=</m:t>
                      </m:r>
                      <m:r>
                        <a:rPr lang="en-US" sz="1100" b="0" i="1" smtClean="0">
                          <a:latin typeface="Cambria Math" panose="02040503050406030204" pitchFamily="18" charset="0"/>
                        </a:rPr>
                        <m:t>1</m:t>
                      </m:r>
                      <m:r>
                        <a:rPr lang="en-US" sz="1100" b="0" i="1" smtClean="0">
                          <a:latin typeface="Cambria Math" panose="02040503050406030204" pitchFamily="18" charset="0"/>
                        </a:rPr>
                        <m:t>−</m:t>
                      </m:r>
                      <m:r>
                        <a:rPr lang="en-US" sz="1100" b="0" i="1" smtClean="0">
                          <a:latin typeface="Cambria Math" panose="02040503050406030204" pitchFamily="18" charset="0"/>
                        </a:rPr>
                        <m:t>1</m:t>
                      </m:r>
                      <m:r>
                        <a:rPr lang="en-US" sz="1100" b="0" i="1" smtClean="0">
                          <a:latin typeface="Cambria Math" panose="02040503050406030204" pitchFamily="18" charset="0"/>
                        </a:rPr>
                        <m:t>=</m:t>
                      </m:r>
                      <m:r>
                        <a:rPr lang="en-US" sz="1100" b="0" i="1" smtClean="0">
                          <a:latin typeface="Cambria Math" panose="02040503050406030204" pitchFamily="18" charset="0"/>
                        </a:rPr>
                        <m:t>0</m:t>
                      </m:r>
                      <m:r>
                        <a:rPr lang="en-US" sz="1100" b="0" i="1" smtClean="0">
                          <a:latin typeface="Cambria Math" panose="02040503050406030204" pitchFamily="18" charset="0"/>
                        </a:rPr>
                        <m:t> </m:t>
                      </m:r>
                    </m:oMath>
                  </m:oMathPara>
                </a14:m>
                <a:endParaRPr lang="en-US" sz="1100">
                  <a:latin typeface="Avenir Next LT Pro" panose="020B0504020202020204" pitchFamily="34" charset="0"/>
                </a:endParaRPr>
              </a:p>
            </p:txBody>
          </p:sp>
        </mc:Choice>
        <mc:Fallback xmlns="">
          <p:sp>
            <p:nvSpPr>
              <p:cNvPr id="48" name="TextBox 47">
                <a:extLst>
                  <a:ext uri="{FF2B5EF4-FFF2-40B4-BE49-F238E27FC236}">
                    <a16:creationId xmlns:a16="http://schemas.microsoft.com/office/drawing/2014/main" id="{E1BA00DB-D7B9-45A7-46FA-4B19F30F5AE1}"/>
                  </a:ext>
                </a:extLst>
              </p:cNvPr>
              <p:cNvSpPr txBox="1">
                <a:spLocks noRot="1" noChangeAspect="1" noMove="1" noResize="1" noEditPoints="1" noAdjustHandles="1" noChangeArrowheads="1" noChangeShapeType="1" noTextEdit="1"/>
              </p:cNvSpPr>
              <p:nvPr/>
            </p:nvSpPr>
            <p:spPr>
              <a:xfrm>
                <a:off x="4141217" y="4709955"/>
                <a:ext cx="3908605" cy="50616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C76FA7D1-B115-104D-B50C-15F5AC28598D}"/>
                  </a:ext>
                </a:extLst>
              </p:cNvPr>
              <p:cNvSpPr txBox="1"/>
              <p:nvPr/>
            </p:nvSpPr>
            <p:spPr>
              <a:xfrm>
                <a:off x="8348825" y="4695527"/>
                <a:ext cx="3680828" cy="5061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𝐺𝑖𝑛𝑖</m:t>
                      </m:r>
                      <m:d>
                        <m:dPr>
                          <m:ctrlPr>
                            <a:rPr lang="en-US" sz="1100" b="0" i="1" smtClean="0">
                              <a:latin typeface="Cambria Math" panose="02040503050406030204" pitchFamily="18" charset="0"/>
                            </a:rPr>
                          </m:ctrlPr>
                        </m:dPr>
                        <m:e>
                          <m:r>
                            <a:rPr lang="en-US" sz="1100" b="0" i="1" smtClean="0">
                              <a:latin typeface="Cambria Math" panose="02040503050406030204" pitchFamily="18" charset="0"/>
                            </a:rPr>
                            <m:t>𝑤𝑎𝑖𝑡</m:t>
                          </m:r>
                          <m:r>
                            <a:rPr lang="en-US" sz="1100" b="0" i="1" smtClean="0">
                              <a:latin typeface="Cambria Math" panose="02040503050406030204" pitchFamily="18" charset="0"/>
                            </a:rPr>
                            <m:t>&gt;</m:t>
                          </m:r>
                          <m:r>
                            <a:rPr lang="en-US" sz="1100" b="0" i="1" smtClean="0">
                              <a:latin typeface="Cambria Math" panose="02040503050406030204" pitchFamily="18" charset="0"/>
                            </a:rPr>
                            <m:t>30</m:t>
                          </m:r>
                        </m:e>
                      </m:d>
                      <m:r>
                        <a:rPr lang="en-US" sz="1100" b="0" i="1" smtClean="0">
                          <a:latin typeface="Cambria Math" panose="02040503050406030204" pitchFamily="18" charset="0"/>
                        </a:rPr>
                        <m:t>=</m:t>
                      </m:r>
                      <m:r>
                        <a:rPr lang="en-US" sz="1100" b="0" i="1" smtClean="0">
                          <a:latin typeface="Cambria Math" panose="02040503050406030204" pitchFamily="18" charset="0"/>
                        </a:rPr>
                        <m:t>1</m:t>
                      </m:r>
                      <m:r>
                        <a:rPr lang="en-US" sz="1100" b="0" i="1" smtClean="0">
                          <a:latin typeface="Cambria Math" panose="02040503050406030204" pitchFamily="18" charset="0"/>
                        </a:rPr>
                        <m:t>−</m:t>
                      </m:r>
                      <m:sSup>
                        <m:sSupPr>
                          <m:ctrlPr>
                            <a:rPr lang="en-US" sz="1100" b="0" i="1" smtClean="0">
                              <a:latin typeface="Cambria Math" panose="02040503050406030204" pitchFamily="18" charset="0"/>
                            </a:rPr>
                          </m:ctrlPr>
                        </m:sSupPr>
                        <m:e>
                          <m:d>
                            <m:dPr>
                              <m:ctrlPr>
                                <a:rPr lang="en-US" sz="1100" b="0" i="1" smtClean="0">
                                  <a:latin typeface="Cambria Math" panose="02040503050406030204" pitchFamily="18" charset="0"/>
                                </a:rPr>
                              </m:ctrlPr>
                            </m:dPr>
                            <m:e>
                              <m:f>
                                <m:fPr>
                                  <m:ctrlPr>
                                    <a:rPr lang="en-US" sz="1100" b="0" i="1" smtClean="0">
                                      <a:latin typeface="Cambria Math" panose="02040503050406030204" pitchFamily="18" charset="0"/>
                                    </a:rPr>
                                  </m:ctrlPr>
                                </m:fPr>
                                <m:num>
                                  <m:r>
                                    <a:rPr lang="en-US" sz="1100" b="0" i="1" smtClean="0">
                                      <a:latin typeface="Cambria Math" panose="02040503050406030204" pitchFamily="18" charset="0"/>
                                    </a:rPr>
                                    <m:t>0</m:t>
                                  </m:r>
                                </m:num>
                                <m:den>
                                  <m:r>
                                    <a:rPr lang="en-US" sz="1100" b="0" i="1" smtClean="0">
                                      <a:latin typeface="Cambria Math" panose="02040503050406030204" pitchFamily="18" charset="0"/>
                                    </a:rPr>
                                    <m:t>2</m:t>
                                  </m:r>
                                </m:den>
                              </m:f>
                            </m:e>
                          </m:d>
                        </m:e>
                        <m:sup>
                          <m:r>
                            <a:rPr lang="en-US" sz="1100" b="0" i="1" smtClean="0">
                              <a:latin typeface="Cambria Math" panose="02040503050406030204" pitchFamily="18" charset="0"/>
                            </a:rPr>
                            <m:t>2</m:t>
                          </m:r>
                        </m:sup>
                      </m:sSup>
                      <m:r>
                        <a:rPr lang="en-US" sz="1100" b="0" i="1" smtClean="0">
                          <a:latin typeface="Cambria Math" panose="02040503050406030204" pitchFamily="18" charset="0"/>
                        </a:rPr>
                        <m:t>−</m:t>
                      </m:r>
                      <m:sSup>
                        <m:sSupPr>
                          <m:ctrlPr>
                            <a:rPr lang="en-US" sz="1100" b="0" i="1" smtClean="0">
                              <a:latin typeface="Cambria Math" panose="02040503050406030204" pitchFamily="18" charset="0"/>
                            </a:rPr>
                          </m:ctrlPr>
                        </m:sSupPr>
                        <m:e>
                          <m:d>
                            <m:dPr>
                              <m:ctrlPr>
                                <a:rPr lang="en-US" sz="1100" b="0" i="1" smtClean="0">
                                  <a:latin typeface="Cambria Math" panose="02040503050406030204" pitchFamily="18" charset="0"/>
                                </a:rPr>
                              </m:ctrlPr>
                            </m:dPr>
                            <m:e>
                              <m:f>
                                <m:fPr>
                                  <m:ctrlPr>
                                    <a:rPr lang="en-US" sz="1100" b="0" i="1" smtClean="0">
                                      <a:latin typeface="Cambria Math" panose="02040503050406030204" pitchFamily="18" charset="0"/>
                                    </a:rPr>
                                  </m:ctrlPr>
                                </m:fPr>
                                <m:num>
                                  <m:r>
                                    <a:rPr lang="en-US" sz="1100" b="0" i="1" smtClean="0">
                                      <a:latin typeface="Cambria Math" panose="02040503050406030204" pitchFamily="18" charset="0"/>
                                    </a:rPr>
                                    <m:t>2</m:t>
                                  </m:r>
                                </m:num>
                                <m:den>
                                  <m:r>
                                    <a:rPr lang="en-US" sz="1100" b="0" i="1" smtClean="0">
                                      <a:latin typeface="Cambria Math" panose="02040503050406030204" pitchFamily="18" charset="0"/>
                                    </a:rPr>
                                    <m:t>2</m:t>
                                  </m:r>
                                </m:den>
                              </m:f>
                            </m:e>
                          </m:d>
                        </m:e>
                        <m:sup>
                          <m:r>
                            <a:rPr lang="en-US" sz="1100" b="0" i="1" smtClean="0">
                              <a:latin typeface="Cambria Math" panose="02040503050406030204" pitchFamily="18" charset="0"/>
                            </a:rPr>
                            <m:t>2</m:t>
                          </m:r>
                        </m:sup>
                      </m:sSup>
                      <m:r>
                        <a:rPr lang="en-US" sz="1100" b="0" i="1" smtClean="0">
                          <a:latin typeface="Cambria Math" panose="02040503050406030204" pitchFamily="18" charset="0"/>
                        </a:rPr>
                        <m:t>=</m:t>
                      </m:r>
                      <m:r>
                        <a:rPr lang="en-US" sz="1100" b="0" i="1" smtClean="0">
                          <a:latin typeface="Cambria Math" panose="02040503050406030204" pitchFamily="18" charset="0"/>
                        </a:rPr>
                        <m:t>1</m:t>
                      </m:r>
                      <m:r>
                        <a:rPr lang="en-US" sz="1100" b="0" i="1" smtClean="0">
                          <a:latin typeface="Cambria Math" panose="02040503050406030204" pitchFamily="18" charset="0"/>
                        </a:rPr>
                        <m:t>−</m:t>
                      </m:r>
                      <m:r>
                        <a:rPr lang="en-US" sz="1100" b="0" i="1" smtClean="0">
                          <a:latin typeface="Cambria Math" panose="02040503050406030204" pitchFamily="18" charset="0"/>
                        </a:rPr>
                        <m:t>1</m:t>
                      </m:r>
                      <m:r>
                        <a:rPr lang="en-US" sz="1100" b="0" i="1" smtClean="0">
                          <a:latin typeface="Cambria Math" panose="02040503050406030204" pitchFamily="18" charset="0"/>
                        </a:rPr>
                        <m:t>=</m:t>
                      </m:r>
                      <m:r>
                        <a:rPr lang="en-US" sz="1100" b="0" i="1" smtClean="0">
                          <a:latin typeface="Cambria Math" panose="02040503050406030204" pitchFamily="18" charset="0"/>
                        </a:rPr>
                        <m:t>0</m:t>
                      </m:r>
                    </m:oMath>
                  </m:oMathPara>
                </a14:m>
                <a:endParaRPr lang="en-US" sz="1100">
                  <a:latin typeface="Avenir Next LT Pro" panose="020B0504020202020204" pitchFamily="34" charset="0"/>
                </a:endParaRPr>
              </a:p>
            </p:txBody>
          </p:sp>
        </mc:Choice>
        <mc:Fallback xmlns="">
          <p:sp>
            <p:nvSpPr>
              <p:cNvPr id="49" name="TextBox 48">
                <a:extLst>
                  <a:ext uri="{FF2B5EF4-FFF2-40B4-BE49-F238E27FC236}">
                    <a16:creationId xmlns:a16="http://schemas.microsoft.com/office/drawing/2014/main" id="{C76FA7D1-B115-104D-B50C-15F5AC28598D}"/>
                  </a:ext>
                </a:extLst>
              </p:cNvPr>
              <p:cNvSpPr txBox="1">
                <a:spLocks noRot="1" noChangeAspect="1" noMove="1" noResize="1" noEditPoints="1" noAdjustHandles="1" noChangeArrowheads="1" noChangeShapeType="1" noTextEdit="1"/>
              </p:cNvSpPr>
              <p:nvPr/>
            </p:nvSpPr>
            <p:spPr>
              <a:xfrm>
                <a:off x="8348825" y="4695527"/>
                <a:ext cx="3680828" cy="50616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8F7ED50-DF6E-4C4B-B85E-823641AF552E}"/>
                  </a:ext>
                </a:extLst>
              </p:cNvPr>
              <p:cNvSpPr txBox="1"/>
              <p:nvPr/>
            </p:nvSpPr>
            <p:spPr>
              <a:xfrm>
                <a:off x="3870642" y="5532870"/>
                <a:ext cx="8205019" cy="44108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𝐺𝑖𝑛</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𝑖</m:t>
                          </m:r>
                        </m:e>
                        <m:sub>
                          <m:r>
                            <a:rPr lang="en-US" sz="1400" b="0" i="1" smtClean="0">
                              <a:latin typeface="Cambria Math" panose="02040503050406030204" pitchFamily="18" charset="0"/>
                            </a:rPr>
                            <m:t>𝑤𝑎𝑖𝑡</m:t>
                          </m:r>
                          <m:r>
                            <a:rPr lang="en-US" sz="1400" b="0" i="1" smtClean="0">
                              <a:latin typeface="Cambria Math" panose="02040503050406030204" pitchFamily="18" charset="0"/>
                            </a:rPr>
                            <m:t>_</m:t>
                          </m:r>
                          <m:r>
                            <a:rPr lang="en-US" sz="1400" b="0" i="1" smtClean="0">
                              <a:latin typeface="Cambria Math" panose="02040503050406030204" pitchFamily="18" charset="0"/>
                            </a:rPr>
                            <m:t>𝑡𝑖𝑚𝑒</m:t>
                          </m:r>
                        </m:sub>
                      </m:sSub>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𝑛</m:t>
                              </m:r>
                            </m:e>
                            <m:sub>
                              <m:r>
                                <a:rPr lang="en-US" sz="1400" b="0" i="1" smtClean="0">
                                  <a:latin typeface="Cambria Math" panose="02040503050406030204" pitchFamily="18" charset="0"/>
                                </a:rPr>
                                <m:t>𝑤𝑎𝑖𝑡</m:t>
                              </m:r>
                              <m:r>
                                <a:rPr lang="en-US" sz="1400" b="0" i="1" smtClean="0">
                                  <a:latin typeface="Cambria Math" panose="02040503050406030204" pitchFamily="18" charset="0"/>
                                </a:rPr>
                                <m:t>&lt;</m:t>
                              </m:r>
                              <m:r>
                                <a:rPr lang="en-US" sz="1400" b="0" i="1" smtClean="0">
                                  <a:latin typeface="Cambria Math" panose="02040503050406030204" pitchFamily="18" charset="0"/>
                                </a:rPr>
                                <m:t>13</m:t>
                              </m:r>
                              <m:r>
                                <a:rPr lang="en-US" sz="1400" b="0" i="1" smtClean="0">
                                  <a:latin typeface="Cambria Math" panose="02040503050406030204" pitchFamily="18" charset="0"/>
                                </a:rPr>
                                <m:t>.</m:t>
                              </m:r>
                              <m:r>
                                <a:rPr lang="en-US" sz="1400" b="0" i="1" smtClean="0">
                                  <a:latin typeface="Cambria Math" panose="02040503050406030204" pitchFamily="18" charset="0"/>
                                </a:rPr>
                                <m:t>5</m:t>
                              </m:r>
                            </m:sub>
                          </m:sSub>
                        </m:num>
                        <m:den>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𝑁</m:t>
                              </m:r>
                            </m:e>
                            <m:sub>
                              <m:r>
                                <a:rPr lang="en-US" sz="1400" b="0" i="1" smtClean="0">
                                  <a:latin typeface="Cambria Math" panose="02040503050406030204" pitchFamily="18" charset="0"/>
                                </a:rPr>
                                <m:t>𝑡𝑜𝑡𝑎𝑙</m:t>
                              </m:r>
                            </m:sub>
                          </m:sSub>
                        </m:den>
                      </m:f>
                      <m:r>
                        <a:rPr lang="en-US" sz="1400" b="0" i="1" smtClean="0">
                          <a:latin typeface="Cambria Math" panose="02040503050406030204" pitchFamily="18" charset="0"/>
                        </a:rPr>
                        <m:t> </m:t>
                      </m:r>
                      <m:r>
                        <a:rPr lang="en-US" sz="1400" b="0" i="1" smtClean="0">
                          <a:latin typeface="Cambria Math" panose="02040503050406030204" pitchFamily="18" charset="0"/>
                        </a:rPr>
                        <m:t>𝐺𝑖𝑛𝑖</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𝑤𝑎𝑖𝑡</m:t>
                          </m:r>
                          <m:r>
                            <a:rPr lang="en-US" sz="1400" b="0" i="1" smtClean="0">
                              <a:latin typeface="Cambria Math" panose="02040503050406030204" pitchFamily="18" charset="0"/>
                            </a:rPr>
                            <m:t>&lt;</m:t>
                          </m:r>
                          <m:r>
                            <a:rPr lang="en-US" sz="1400" b="0" i="1" smtClean="0">
                              <a:latin typeface="Cambria Math" panose="02040503050406030204" pitchFamily="18" charset="0"/>
                            </a:rPr>
                            <m:t>13</m:t>
                          </m:r>
                          <m:r>
                            <a:rPr lang="en-US" sz="1400" b="0" i="1" smtClean="0">
                              <a:latin typeface="Cambria Math" panose="02040503050406030204" pitchFamily="18" charset="0"/>
                            </a:rPr>
                            <m:t>.</m:t>
                          </m:r>
                          <m:r>
                            <a:rPr lang="en-US" sz="1400" b="0" i="1" smtClean="0">
                              <a:latin typeface="Cambria Math" panose="02040503050406030204" pitchFamily="18" charset="0"/>
                            </a:rPr>
                            <m:t>5</m:t>
                          </m:r>
                        </m:e>
                      </m:d>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𝑛</m:t>
                              </m:r>
                            </m:e>
                            <m:sub>
                              <m:r>
                                <a:rPr lang="en-US" sz="1400" b="0" i="1" smtClean="0">
                                  <a:latin typeface="Cambria Math" panose="02040503050406030204" pitchFamily="18" charset="0"/>
                                </a:rPr>
                                <m:t>𝑤𝑎𝑖𝑡</m:t>
                              </m:r>
                              <m:r>
                                <a:rPr lang="en-US" sz="1400" b="0" i="1" smtClean="0">
                                  <a:latin typeface="Cambria Math" panose="02040503050406030204" pitchFamily="18" charset="0"/>
                                </a:rPr>
                                <m:t>&gt;</m:t>
                              </m:r>
                              <m:r>
                                <a:rPr lang="en-US" sz="1400" b="0" i="1" smtClean="0">
                                  <a:latin typeface="Cambria Math" panose="02040503050406030204" pitchFamily="18" charset="0"/>
                                </a:rPr>
                                <m:t>13</m:t>
                              </m:r>
                              <m:r>
                                <a:rPr lang="en-US" sz="1400" b="0" i="1" smtClean="0">
                                  <a:latin typeface="Cambria Math" panose="02040503050406030204" pitchFamily="18" charset="0"/>
                                </a:rPr>
                                <m:t>.</m:t>
                              </m:r>
                              <m:r>
                                <a:rPr lang="en-US" sz="1400" b="0" i="1" smtClean="0">
                                  <a:latin typeface="Cambria Math" panose="02040503050406030204" pitchFamily="18" charset="0"/>
                                </a:rPr>
                                <m:t>5</m:t>
                              </m:r>
                            </m:sub>
                          </m:sSub>
                        </m:num>
                        <m:den>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𝑁</m:t>
                              </m:r>
                            </m:e>
                            <m:sub>
                              <m:r>
                                <a:rPr lang="en-US" sz="1400" b="0" i="1" smtClean="0">
                                  <a:latin typeface="Cambria Math" panose="02040503050406030204" pitchFamily="18" charset="0"/>
                                </a:rPr>
                                <m:t>𝑡𝑜𝑡𝑎𝑙</m:t>
                              </m:r>
                            </m:sub>
                          </m:sSub>
                        </m:den>
                      </m:f>
                      <m:r>
                        <a:rPr lang="en-US" sz="1400" b="0" i="1" smtClean="0">
                          <a:latin typeface="Cambria Math" panose="02040503050406030204" pitchFamily="18" charset="0"/>
                        </a:rPr>
                        <m:t>𝐺𝑖𝑛𝑖</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𝑤𝑎𝑖𝑡</m:t>
                          </m:r>
                          <m:r>
                            <a:rPr lang="en-US" sz="1400" b="0" i="1" smtClean="0">
                              <a:latin typeface="Cambria Math" panose="02040503050406030204" pitchFamily="18" charset="0"/>
                            </a:rPr>
                            <m:t>&gt;</m:t>
                          </m:r>
                          <m:r>
                            <a:rPr lang="en-US" sz="1400" b="0" i="1" smtClean="0">
                              <a:latin typeface="Cambria Math" panose="02040503050406030204" pitchFamily="18" charset="0"/>
                            </a:rPr>
                            <m:t>13</m:t>
                          </m:r>
                          <m:r>
                            <a:rPr lang="en-US" sz="1400" b="0" i="1" smtClean="0">
                              <a:latin typeface="Cambria Math" panose="02040503050406030204" pitchFamily="18" charset="0"/>
                            </a:rPr>
                            <m:t>.</m:t>
                          </m:r>
                          <m:r>
                            <a:rPr lang="en-US" sz="1400" b="0" i="1" smtClean="0">
                              <a:latin typeface="Cambria Math" panose="02040503050406030204" pitchFamily="18" charset="0"/>
                            </a:rPr>
                            <m:t>5</m:t>
                          </m:r>
                        </m:e>
                      </m:d>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2</m:t>
                          </m:r>
                        </m:den>
                      </m:f>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0</m:t>
                      </m:r>
                      <m:r>
                        <a:rPr lang="en-US" sz="1400" b="0" i="1" smtClean="0">
                          <a:latin typeface="Cambria Math" panose="02040503050406030204" pitchFamily="18" charset="0"/>
                          <a:ea typeface="Cambria Math" panose="02040503050406030204" pitchFamily="18" charset="0"/>
                        </a:rPr>
                        <m:t>+</m:t>
                      </m:r>
                      <m:f>
                        <m:fPr>
                          <m:ctrlPr>
                            <a:rPr lang="en-US" sz="1400" b="0" i="1" smtClean="0">
                              <a:latin typeface="Cambria Math" panose="02040503050406030204" pitchFamily="18" charset="0"/>
                              <a:ea typeface="Cambria Math" panose="02040503050406030204" pitchFamily="18" charset="0"/>
                            </a:rPr>
                          </m:ctrlPr>
                        </m:fPr>
                        <m:num>
                          <m:r>
                            <a:rPr lang="en-US" sz="1400" b="0" i="1" smtClean="0">
                              <a:latin typeface="Cambria Math" panose="02040503050406030204" pitchFamily="18" charset="0"/>
                              <a:ea typeface="Cambria Math" panose="02040503050406030204" pitchFamily="18" charset="0"/>
                            </a:rPr>
                            <m:t>1</m:t>
                          </m:r>
                        </m:num>
                        <m:den>
                          <m:r>
                            <a:rPr lang="en-US" sz="1400" b="0" i="1" smtClean="0">
                              <a:latin typeface="Cambria Math" panose="02040503050406030204" pitchFamily="18" charset="0"/>
                              <a:ea typeface="Cambria Math" panose="02040503050406030204" pitchFamily="18" charset="0"/>
                            </a:rPr>
                            <m:t>2</m:t>
                          </m:r>
                        </m:den>
                      </m:f>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0</m:t>
                      </m:r>
                      <m:r>
                        <a:rPr lang="en-US" sz="1400" b="0" i="1" smtClean="0">
                          <a:latin typeface="Cambria Math" panose="02040503050406030204" pitchFamily="18" charset="0"/>
                          <a:ea typeface="Cambria Math" panose="02040503050406030204" pitchFamily="18" charset="0"/>
                        </a:rPr>
                        <m:t>=</m:t>
                      </m:r>
                      <m:r>
                        <a:rPr lang="en-US" sz="1400" b="1" i="1" smtClean="0">
                          <a:latin typeface="Cambria Math" panose="02040503050406030204" pitchFamily="18" charset="0"/>
                          <a:ea typeface="Cambria Math" panose="02040503050406030204" pitchFamily="18" charset="0"/>
                        </a:rPr>
                        <m:t>𝟎</m:t>
                      </m:r>
                    </m:oMath>
                  </m:oMathPara>
                </a14:m>
                <a:endParaRPr lang="en-US" sz="1200" b="1"/>
              </a:p>
            </p:txBody>
          </p:sp>
        </mc:Choice>
        <mc:Fallback xmlns="">
          <p:sp>
            <p:nvSpPr>
              <p:cNvPr id="50" name="TextBox 49">
                <a:extLst>
                  <a:ext uri="{FF2B5EF4-FFF2-40B4-BE49-F238E27FC236}">
                    <a16:creationId xmlns:a16="http://schemas.microsoft.com/office/drawing/2014/main" id="{E8F7ED50-DF6E-4C4B-B85E-823641AF552E}"/>
                  </a:ext>
                </a:extLst>
              </p:cNvPr>
              <p:cNvSpPr txBox="1">
                <a:spLocks noRot="1" noChangeAspect="1" noMove="1" noResize="1" noEditPoints="1" noAdjustHandles="1" noChangeArrowheads="1" noChangeShapeType="1" noTextEdit="1"/>
              </p:cNvSpPr>
              <p:nvPr/>
            </p:nvSpPr>
            <p:spPr>
              <a:xfrm>
                <a:off x="3870642" y="5532870"/>
                <a:ext cx="8205019" cy="441083"/>
              </a:xfrm>
              <a:prstGeom prst="rect">
                <a:avLst/>
              </a:prstGeom>
              <a:blipFill>
                <a:blip r:embed="rId4"/>
                <a:stretch>
                  <a:fillRect t="-1389" b="-8333"/>
                </a:stretch>
              </a:blipFill>
            </p:spPr>
            <p:txBody>
              <a:bodyPr/>
              <a:lstStyle/>
              <a:p>
                <a:r>
                  <a:rPr lang="en-US">
                    <a:noFill/>
                  </a:rPr>
                  <a:t> </a:t>
                </a:r>
              </a:p>
            </p:txBody>
          </p:sp>
        </mc:Fallback>
      </mc:AlternateContent>
    </p:spTree>
    <p:extLst>
      <p:ext uri="{BB962C8B-B14F-4D97-AF65-F5344CB8AC3E}">
        <p14:creationId xmlns:p14="http://schemas.microsoft.com/office/powerpoint/2010/main" val="2844036261"/>
      </p:ext>
    </p:extLst>
  </p:cSld>
  <p:clrMapOvr>
    <a:masterClrMapping/>
  </p:clrMapOvr>
  <p:transition spd="med">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5E073-575B-5FD5-9D0C-564D210934C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7FA733F-ED4B-30F1-56BD-3958823BFE27}"/>
              </a:ext>
            </a:extLst>
          </p:cNvPr>
          <p:cNvSpPr txBox="1">
            <a:spLocks/>
          </p:cNvSpPr>
          <p:nvPr/>
        </p:nvSpPr>
        <p:spPr>
          <a:xfrm>
            <a:off x="284255" y="24019"/>
            <a:ext cx="5430745"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200">
                <a:solidFill>
                  <a:sysClr val="windowText" lastClr="000000"/>
                </a:solidFill>
                <a:latin typeface="Posterama"/>
              </a:rPr>
              <a:t>Tree pruning</a:t>
            </a:r>
            <a:endParaRPr kumimoji="0" lang="en-US" sz="3200" b="1" i="0" u="none" strike="noStrike" kern="1200" cap="all" spc="0" normalizeH="0" baseline="0" noProof="0">
              <a:ln>
                <a:noFill/>
              </a:ln>
              <a:solidFill>
                <a:sysClr val="windowText" lastClr="000000"/>
              </a:solidFill>
              <a:effectLst/>
              <a:uLnTx/>
              <a:uFillTx/>
              <a:latin typeface="Posterama"/>
              <a:ea typeface="+mj-ea"/>
              <a:cs typeface="+mj-cs"/>
            </a:endParaRPr>
          </a:p>
        </p:txBody>
      </p:sp>
      <p:graphicFrame>
        <p:nvGraphicFramePr>
          <p:cNvPr id="2" name="Table 1">
            <a:extLst>
              <a:ext uri="{FF2B5EF4-FFF2-40B4-BE49-F238E27FC236}">
                <a16:creationId xmlns:a16="http://schemas.microsoft.com/office/drawing/2014/main" id="{6E33D385-3631-EB0B-D198-BC1ABC26ED5C}"/>
              </a:ext>
            </a:extLst>
          </p:cNvPr>
          <p:cNvGraphicFramePr>
            <a:graphicFrameLocks noGrp="1"/>
          </p:cNvGraphicFramePr>
          <p:nvPr/>
        </p:nvGraphicFramePr>
        <p:xfrm>
          <a:off x="284255" y="2471182"/>
          <a:ext cx="3493834" cy="2651760"/>
        </p:xfrm>
        <a:graphic>
          <a:graphicData uri="http://schemas.openxmlformats.org/drawingml/2006/table">
            <a:tbl>
              <a:tblPr>
                <a:tableStyleId>{5C22544A-7EE6-4342-B048-85BDC9FD1C3A}</a:tableStyleId>
              </a:tblPr>
              <a:tblGrid>
                <a:gridCol w="1127352">
                  <a:extLst>
                    <a:ext uri="{9D8B030D-6E8A-4147-A177-3AD203B41FA5}">
                      <a16:colId xmlns:a16="http://schemas.microsoft.com/office/drawing/2014/main" val="1358912614"/>
                    </a:ext>
                  </a:extLst>
                </a:gridCol>
                <a:gridCol w="1269766">
                  <a:extLst>
                    <a:ext uri="{9D8B030D-6E8A-4147-A177-3AD203B41FA5}">
                      <a16:colId xmlns:a16="http://schemas.microsoft.com/office/drawing/2014/main" val="1550944172"/>
                    </a:ext>
                  </a:extLst>
                </a:gridCol>
                <a:gridCol w="1096716">
                  <a:extLst>
                    <a:ext uri="{9D8B030D-6E8A-4147-A177-3AD203B41FA5}">
                      <a16:colId xmlns:a16="http://schemas.microsoft.com/office/drawing/2014/main" val="353788413"/>
                    </a:ext>
                  </a:extLst>
                </a:gridCol>
              </a:tblGrid>
              <a:tr h="0">
                <a:tc>
                  <a:txBody>
                    <a:bodyPr/>
                    <a:lstStyle/>
                    <a:p>
                      <a:pPr>
                        <a:buNone/>
                      </a:pPr>
                      <a:r>
                        <a:rPr lang="en-US" sz="1400">
                          <a:latin typeface="Avenir Next LT Pro" panose="020B0504020202020204" pitchFamily="34" charset="0"/>
                        </a:rPr>
                        <a:t>Wait Time (min)</a:t>
                      </a:r>
                    </a:p>
                  </a:txBody>
                  <a:tcPr anchor="ctr"/>
                </a:tc>
                <a:tc>
                  <a:txBody>
                    <a:bodyPr/>
                    <a:lstStyle/>
                    <a:p>
                      <a:pPr>
                        <a:buNone/>
                      </a:pPr>
                      <a:r>
                        <a:rPr lang="en-US" sz="1400">
                          <a:latin typeface="Avenir Next LT Pro" panose="020B0504020202020204" pitchFamily="34" charset="0"/>
                        </a:rPr>
                        <a:t>Appointment</a:t>
                      </a:r>
                    </a:p>
                  </a:txBody>
                  <a:tcPr anchor="ctr"/>
                </a:tc>
                <a:tc>
                  <a:txBody>
                    <a:bodyPr/>
                    <a:lstStyle/>
                    <a:p>
                      <a:pPr>
                        <a:buNone/>
                      </a:pPr>
                      <a:r>
                        <a:rPr lang="en-US" sz="1400">
                          <a:latin typeface="Avenir Next LT Pro" panose="020B0504020202020204" pitchFamily="34" charset="0"/>
                        </a:rPr>
                        <a:t>Liked Service?</a:t>
                      </a:r>
                    </a:p>
                  </a:txBody>
                  <a:tcPr anchor="ctr">
                    <a:solidFill>
                      <a:schemeClr val="accent6">
                        <a:lumMod val="60000"/>
                        <a:lumOff val="40000"/>
                      </a:schemeClr>
                    </a:solidFill>
                  </a:tcPr>
                </a:tc>
                <a:extLst>
                  <a:ext uri="{0D108BD9-81ED-4DB2-BD59-A6C34878D82A}">
                    <a16:rowId xmlns:a16="http://schemas.microsoft.com/office/drawing/2014/main" val="2726122514"/>
                  </a:ext>
                </a:extLst>
              </a:tr>
              <a:tr h="0">
                <a:tc>
                  <a:txBody>
                    <a:bodyPr/>
                    <a:lstStyle/>
                    <a:p>
                      <a:pPr>
                        <a:buNone/>
                      </a:pPr>
                      <a:r>
                        <a:rPr lang="en-US" sz="1400">
                          <a:latin typeface="Avenir Next LT Pro" panose="020B0504020202020204" pitchFamily="34" charset="0"/>
                        </a:rPr>
                        <a:t>5</a:t>
                      </a:r>
                    </a:p>
                  </a:txBody>
                  <a:tcPr anchor="ctr"/>
                </a:tc>
                <a:tc>
                  <a:txBody>
                    <a:bodyPr/>
                    <a:lstStyle/>
                    <a:p>
                      <a:pPr>
                        <a:buNone/>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4082045142"/>
                  </a:ext>
                </a:extLst>
              </a:tr>
              <a:tr h="0">
                <a:tc>
                  <a:txBody>
                    <a:bodyPr/>
                    <a:lstStyle/>
                    <a:p>
                      <a:pPr>
                        <a:buNone/>
                      </a:pPr>
                      <a:r>
                        <a:rPr lang="en-US" sz="1400">
                          <a:latin typeface="Avenir Next LT Pro" panose="020B0504020202020204" pitchFamily="34" charset="0"/>
                        </a:rPr>
                        <a:t>10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1287225360"/>
                  </a:ext>
                </a:extLst>
              </a:tr>
              <a:tr h="0">
                <a:tc>
                  <a:txBody>
                    <a:bodyPr/>
                    <a:lstStyle/>
                    <a:p>
                      <a:pPr>
                        <a:buNone/>
                      </a:pPr>
                      <a:r>
                        <a:rPr lang="en-US" sz="1400">
                          <a:latin typeface="Avenir Next LT Pro" panose="020B0504020202020204" pitchFamily="34" charset="0"/>
                        </a:rPr>
                        <a:t>15</a:t>
                      </a:r>
                    </a:p>
                  </a:txBody>
                  <a:tcPr anchor="ctr"/>
                </a:tc>
                <a:tc>
                  <a:txBody>
                    <a:bodyPr/>
                    <a:lstStyle/>
                    <a:p>
                      <a:pPr>
                        <a:buNone/>
                      </a:pPr>
                      <a:r>
                        <a:rPr lang="en-US" sz="1400">
                          <a:latin typeface="Avenir Next LT Pro" panose="020B0504020202020204" pitchFamily="34" charset="0"/>
                        </a:rPr>
                        <a:t>Online</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2026427864"/>
                  </a:ext>
                </a:extLst>
              </a:tr>
              <a:tr h="0">
                <a:tc>
                  <a:txBody>
                    <a:bodyPr/>
                    <a:lstStyle/>
                    <a:p>
                      <a:pPr>
                        <a:buNone/>
                      </a:pPr>
                      <a:r>
                        <a:rPr lang="en-US" sz="1400">
                          <a:latin typeface="Avenir Next LT Pro" panose="020B0504020202020204" pitchFamily="34" charset="0"/>
                        </a:rPr>
                        <a:t>40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1088004045"/>
                  </a:ext>
                </a:extLst>
              </a:tr>
              <a:tr h="0">
                <a:tc>
                  <a:txBody>
                    <a:bodyPr/>
                    <a:lstStyle/>
                    <a:p>
                      <a:pPr>
                        <a:buNone/>
                      </a:pPr>
                      <a:r>
                        <a:rPr lang="en-US" sz="1400">
                          <a:latin typeface="Avenir Next LT Pro" panose="020B0504020202020204" pitchFamily="34" charset="0"/>
                        </a:rPr>
                        <a:t>20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Avenir Next LT Pro" panose="020B0504020202020204" pitchFamily="34" charset="0"/>
                        </a:rPr>
                        <a:t>In-person</a:t>
                      </a:r>
                    </a:p>
                  </a:txBody>
                  <a:tcPr anchor="ctr"/>
                </a:tc>
                <a:tc>
                  <a:txBody>
                    <a:bodyPr/>
                    <a:lstStyle/>
                    <a:p>
                      <a:pPr>
                        <a:buNone/>
                      </a:pPr>
                      <a:r>
                        <a:rPr lang="en-US" sz="1400">
                          <a:latin typeface="Avenir Next LT Pro" panose="020B0504020202020204" pitchFamily="34" charset="0"/>
                        </a:rPr>
                        <a:t>Yes</a:t>
                      </a:r>
                    </a:p>
                  </a:txBody>
                  <a:tcPr anchor="ctr">
                    <a:solidFill>
                      <a:schemeClr val="accent6">
                        <a:lumMod val="60000"/>
                        <a:lumOff val="40000"/>
                      </a:schemeClr>
                    </a:solidFill>
                  </a:tcPr>
                </a:tc>
                <a:extLst>
                  <a:ext uri="{0D108BD9-81ED-4DB2-BD59-A6C34878D82A}">
                    <a16:rowId xmlns:a16="http://schemas.microsoft.com/office/drawing/2014/main" val="3534601565"/>
                  </a:ext>
                </a:extLst>
              </a:tr>
              <a:tr h="0">
                <a:tc>
                  <a:txBody>
                    <a:bodyPr/>
                    <a:lstStyle/>
                    <a:p>
                      <a:pPr>
                        <a:buNone/>
                      </a:pPr>
                      <a:r>
                        <a:rPr lang="en-US" sz="1400">
                          <a:latin typeface="Avenir Next LT Pro" panose="020B0504020202020204" pitchFamily="34" charset="0"/>
                        </a:rPr>
                        <a:t>12</a:t>
                      </a:r>
                    </a:p>
                  </a:txBody>
                  <a:tcPr anchor="ctr"/>
                </a:tc>
                <a:tc>
                  <a:txBody>
                    <a:bodyPr/>
                    <a:lstStyle/>
                    <a:p>
                      <a:pPr>
                        <a:buNone/>
                      </a:pPr>
                      <a:r>
                        <a:rPr lang="en-US" sz="1400">
                          <a:latin typeface="Avenir Next LT Pro" panose="020B0504020202020204" pitchFamily="34" charset="0"/>
                        </a:rPr>
                        <a:t>Online</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403771513"/>
                  </a:ext>
                </a:extLst>
              </a:tr>
              <a:tr h="0">
                <a:tc>
                  <a:txBody>
                    <a:bodyPr/>
                    <a:lstStyle/>
                    <a:p>
                      <a:pPr>
                        <a:buNone/>
                      </a:pPr>
                      <a:r>
                        <a:rPr lang="en-US" sz="1400">
                          <a:latin typeface="Avenir Next LT Pro" panose="020B0504020202020204" pitchFamily="34" charset="0"/>
                        </a:rPr>
                        <a:t>60</a:t>
                      </a:r>
                    </a:p>
                  </a:txBody>
                  <a:tcPr anchor="ctr"/>
                </a:tc>
                <a:tc>
                  <a:txBody>
                    <a:bodyPr/>
                    <a:lstStyle/>
                    <a:p>
                      <a:pPr>
                        <a:buNone/>
                      </a:pPr>
                      <a:r>
                        <a:rPr lang="en-US" sz="1400">
                          <a:latin typeface="Avenir Next LT Pro" panose="020B0504020202020204" pitchFamily="34" charset="0"/>
                        </a:rPr>
                        <a:t>Online</a:t>
                      </a:r>
                    </a:p>
                  </a:txBody>
                  <a:tcPr anchor="ctr"/>
                </a:tc>
                <a:tc>
                  <a:txBody>
                    <a:bodyPr/>
                    <a:lstStyle/>
                    <a:p>
                      <a:pPr>
                        <a:buNone/>
                      </a:pPr>
                      <a:r>
                        <a:rPr lang="en-US" sz="1400">
                          <a:latin typeface="Avenir Next LT Pro" panose="020B0504020202020204" pitchFamily="34" charset="0"/>
                        </a:rPr>
                        <a:t>No</a:t>
                      </a:r>
                    </a:p>
                  </a:txBody>
                  <a:tcPr anchor="ctr">
                    <a:solidFill>
                      <a:schemeClr val="accent6">
                        <a:lumMod val="60000"/>
                        <a:lumOff val="40000"/>
                      </a:schemeClr>
                    </a:solidFill>
                  </a:tcPr>
                </a:tc>
                <a:extLst>
                  <a:ext uri="{0D108BD9-81ED-4DB2-BD59-A6C34878D82A}">
                    <a16:rowId xmlns:a16="http://schemas.microsoft.com/office/drawing/2014/main" val="928281934"/>
                  </a:ext>
                </a:extLst>
              </a:tr>
            </a:tbl>
          </a:graphicData>
        </a:graphic>
      </p:graphicFrame>
      <p:sp>
        <p:nvSpPr>
          <p:cNvPr id="10" name="Rectangle: Rounded Corners 9">
            <a:extLst>
              <a:ext uri="{FF2B5EF4-FFF2-40B4-BE49-F238E27FC236}">
                <a16:creationId xmlns:a16="http://schemas.microsoft.com/office/drawing/2014/main" id="{5B4BA880-9BCE-5BDF-0292-C06099607D38}"/>
              </a:ext>
            </a:extLst>
          </p:cNvPr>
          <p:cNvSpPr/>
          <p:nvPr/>
        </p:nvSpPr>
        <p:spPr>
          <a:xfrm>
            <a:off x="7431663" y="105614"/>
            <a:ext cx="2169374" cy="741238"/>
          </a:xfrm>
          <a:prstGeom prst="roundRect">
            <a:avLst/>
          </a:prstGeom>
          <a:noFill/>
          <a:ln w="2857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11" name="Rectangle: Rounded Corners 10">
            <a:extLst>
              <a:ext uri="{FF2B5EF4-FFF2-40B4-BE49-F238E27FC236}">
                <a16:creationId xmlns:a16="http://schemas.microsoft.com/office/drawing/2014/main" id="{6AD8A42C-F9B6-C959-4F98-887559A6A1E6}"/>
              </a:ext>
            </a:extLst>
          </p:cNvPr>
          <p:cNvSpPr/>
          <p:nvPr/>
        </p:nvSpPr>
        <p:spPr>
          <a:xfrm>
            <a:off x="5568950" y="1355755"/>
            <a:ext cx="1938076" cy="700511"/>
          </a:xfrm>
          <a:prstGeom prst="roundRect">
            <a:avLst/>
          </a:prstGeom>
          <a:noFill/>
          <a:ln w="2857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cxnSp>
        <p:nvCxnSpPr>
          <p:cNvPr id="12" name="Straight Arrow Connector 11">
            <a:extLst>
              <a:ext uri="{FF2B5EF4-FFF2-40B4-BE49-F238E27FC236}">
                <a16:creationId xmlns:a16="http://schemas.microsoft.com/office/drawing/2014/main" id="{EADBFCBF-24A0-444C-1406-4FB2273BF8D0}"/>
              </a:ext>
            </a:extLst>
          </p:cNvPr>
          <p:cNvCxnSpPr>
            <a:cxnSpLocks/>
            <a:stCxn id="10" idx="2"/>
            <a:endCxn id="11" idx="0"/>
          </p:cNvCxnSpPr>
          <p:nvPr/>
        </p:nvCxnSpPr>
        <p:spPr>
          <a:xfrm flipH="1">
            <a:off x="6537988" y="846852"/>
            <a:ext cx="1978362" cy="5089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820BD4E8-A2BF-91C8-79FB-99B3183793F6}"/>
              </a:ext>
            </a:extLst>
          </p:cNvPr>
          <p:cNvCxnSpPr>
            <a:cxnSpLocks/>
            <a:stCxn id="10" idx="2"/>
            <a:endCxn id="14" idx="0"/>
          </p:cNvCxnSpPr>
          <p:nvPr/>
        </p:nvCxnSpPr>
        <p:spPr>
          <a:xfrm>
            <a:off x="8516350" y="846852"/>
            <a:ext cx="1943463" cy="4554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Oval 13">
            <a:extLst>
              <a:ext uri="{FF2B5EF4-FFF2-40B4-BE49-F238E27FC236}">
                <a16:creationId xmlns:a16="http://schemas.microsoft.com/office/drawing/2014/main" id="{66239186-51BD-F8C5-5D9B-F4164922DF60}"/>
              </a:ext>
            </a:extLst>
          </p:cNvPr>
          <p:cNvSpPr/>
          <p:nvPr/>
        </p:nvSpPr>
        <p:spPr>
          <a:xfrm>
            <a:off x="9740945" y="1302281"/>
            <a:ext cx="1437736" cy="700511"/>
          </a:xfrm>
          <a:prstGeom prst="ellipse">
            <a:avLst/>
          </a:prstGeom>
          <a:noFill/>
          <a:ln w="1905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16" name="TextBox 15">
            <a:extLst>
              <a:ext uri="{FF2B5EF4-FFF2-40B4-BE49-F238E27FC236}">
                <a16:creationId xmlns:a16="http://schemas.microsoft.com/office/drawing/2014/main" id="{E17F0B66-49EA-D9F1-ABED-A6943C03635F}"/>
              </a:ext>
            </a:extLst>
          </p:cNvPr>
          <p:cNvSpPr txBox="1"/>
          <p:nvPr/>
        </p:nvSpPr>
        <p:spPr>
          <a:xfrm>
            <a:off x="7431663" y="319784"/>
            <a:ext cx="2169374" cy="438582"/>
          </a:xfrm>
          <a:prstGeom prst="rect">
            <a:avLst/>
          </a:prstGeom>
          <a:noFill/>
        </p:spPr>
        <p:txBody>
          <a:bodyPr wrap="square">
            <a:spAutoFit/>
          </a:bodyPr>
          <a:lstStyle/>
          <a:p>
            <a:pPr algn="ctr">
              <a:buNone/>
            </a:pPr>
            <a:r>
              <a:rPr lang="en-US" sz="1200" b="1">
                <a:latin typeface="Avenir Next LT Pro" panose="020B0504020202020204" pitchFamily="34" charset="0"/>
              </a:rPr>
              <a:t>Wait time: &lt; 30</a:t>
            </a:r>
          </a:p>
          <a:p>
            <a:pPr algn="ctr">
              <a:buNone/>
            </a:pPr>
            <a:r>
              <a:rPr lang="en-US" sz="1050">
                <a:latin typeface="Avenir Next LT Pro" panose="020B0504020202020204" pitchFamily="34" charset="0"/>
              </a:rPr>
              <a:t>7 samples, </a:t>
            </a:r>
            <a:r>
              <a:rPr lang="en-US" sz="1050" b="1">
                <a:solidFill>
                  <a:srgbClr val="00B050"/>
                </a:solidFill>
                <a:latin typeface="Avenir Next LT Pro" panose="020B0504020202020204" pitchFamily="34" charset="0"/>
              </a:rPr>
              <a:t>4Y</a:t>
            </a:r>
            <a:r>
              <a:rPr lang="en-US" sz="1050">
                <a:latin typeface="Avenir Next LT Pro" panose="020B0504020202020204" pitchFamily="34" charset="0"/>
              </a:rPr>
              <a:t> </a:t>
            </a:r>
            <a:r>
              <a:rPr lang="en-US" sz="1050" b="1">
                <a:solidFill>
                  <a:srgbClr val="C00000"/>
                </a:solidFill>
                <a:latin typeface="Avenir Next LT Pro" panose="020B0504020202020204" pitchFamily="34" charset="0"/>
              </a:rPr>
              <a:t>3N</a:t>
            </a:r>
          </a:p>
        </p:txBody>
      </p:sp>
      <p:sp>
        <p:nvSpPr>
          <p:cNvPr id="19" name="TextBox 18">
            <a:extLst>
              <a:ext uri="{FF2B5EF4-FFF2-40B4-BE49-F238E27FC236}">
                <a16:creationId xmlns:a16="http://schemas.microsoft.com/office/drawing/2014/main" id="{6F304834-FC3C-86E8-BA06-EEA08A4FE671}"/>
              </a:ext>
            </a:extLst>
          </p:cNvPr>
          <p:cNvSpPr txBox="1"/>
          <p:nvPr/>
        </p:nvSpPr>
        <p:spPr>
          <a:xfrm>
            <a:off x="6959456" y="853939"/>
            <a:ext cx="755677" cy="307777"/>
          </a:xfrm>
          <a:prstGeom prst="rect">
            <a:avLst/>
          </a:prstGeom>
          <a:noFill/>
        </p:spPr>
        <p:txBody>
          <a:bodyPr wrap="square">
            <a:spAutoFit/>
          </a:bodyPr>
          <a:lstStyle/>
          <a:p>
            <a:r>
              <a:rPr lang="en-US" sz="1400">
                <a:latin typeface="Avenir Next LT Pro" panose="020B0504020202020204" pitchFamily="34" charset="0"/>
              </a:rPr>
              <a:t>Yes</a:t>
            </a:r>
            <a:endParaRPr lang="en-US" sz="1400"/>
          </a:p>
        </p:txBody>
      </p:sp>
      <p:sp>
        <p:nvSpPr>
          <p:cNvPr id="20" name="TextBox 19">
            <a:extLst>
              <a:ext uri="{FF2B5EF4-FFF2-40B4-BE49-F238E27FC236}">
                <a16:creationId xmlns:a16="http://schemas.microsoft.com/office/drawing/2014/main" id="{D6297915-195F-D99F-3285-F12B508652C2}"/>
              </a:ext>
            </a:extLst>
          </p:cNvPr>
          <p:cNvSpPr txBox="1"/>
          <p:nvPr/>
        </p:nvSpPr>
        <p:spPr>
          <a:xfrm>
            <a:off x="9363107" y="846852"/>
            <a:ext cx="755677" cy="307777"/>
          </a:xfrm>
          <a:prstGeom prst="rect">
            <a:avLst/>
          </a:prstGeom>
          <a:noFill/>
        </p:spPr>
        <p:txBody>
          <a:bodyPr wrap="square">
            <a:spAutoFit/>
          </a:bodyPr>
          <a:lstStyle/>
          <a:p>
            <a:r>
              <a:rPr lang="en-US" sz="1400">
                <a:latin typeface="Avenir Next LT Pro" panose="020B0504020202020204" pitchFamily="34" charset="0"/>
              </a:rPr>
              <a:t>No</a:t>
            </a:r>
            <a:endParaRPr lang="en-US" sz="1400"/>
          </a:p>
        </p:txBody>
      </p:sp>
      <p:sp>
        <p:nvSpPr>
          <p:cNvPr id="31" name="TextBox 30">
            <a:extLst>
              <a:ext uri="{FF2B5EF4-FFF2-40B4-BE49-F238E27FC236}">
                <a16:creationId xmlns:a16="http://schemas.microsoft.com/office/drawing/2014/main" id="{4A4A1609-C85E-3D7B-0163-DE048D839223}"/>
              </a:ext>
            </a:extLst>
          </p:cNvPr>
          <p:cNvSpPr txBox="1"/>
          <p:nvPr/>
        </p:nvSpPr>
        <p:spPr>
          <a:xfrm>
            <a:off x="9999736" y="1524368"/>
            <a:ext cx="1337095" cy="369332"/>
          </a:xfrm>
          <a:prstGeom prst="rect">
            <a:avLst/>
          </a:prstGeom>
          <a:noFill/>
        </p:spPr>
        <p:txBody>
          <a:bodyPr wrap="square">
            <a:spAutoFit/>
          </a:bodyPr>
          <a:lstStyle/>
          <a:p>
            <a:r>
              <a:rPr lang="en-US" b="1">
                <a:solidFill>
                  <a:srgbClr val="00B050"/>
                </a:solidFill>
                <a:latin typeface="Avenir Next LT Pro" panose="020B0504020202020204" pitchFamily="34" charset="0"/>
              </a:rPr>
              <a:t>0Y </a:t>
            </a:r>
            <a:r>
              <a:rPr lang="en-US" b="1">
                <a:solidFill>
                  <a:srgbClr val="C00000"/>
                </a:solidFill>
                <a:latin typeface="Avenir Next LT Pro" panose="020B0504020202020204" pitchFamily="34" charset="0"/>
              </a:rPr>
              <a:t>2N</a:t>
            </a:r>
            <a:endParaRPr lang="en-US">
              <a:solidFill>
                <a:srgbClr val="C00000"/>
              </a:solidFill>
            </a:endParaRPr>
          </a:p>
        </p:txBody>
      </p:sp>
      <p:cxnSp>
        <p:nvCxnSpPr>
          <p:cNvPr id="3" name="Straight Arrow Connector 2">
            <a:extLst>
              <a:ext uri="{FF2B5EF4-FFF2-40B4-BE49-F238E27FC236}">
                <a16:creationId xmlns:a16="http://schemas.microsoft.com/office/drawing/2014/main" id="{CECED558-E247-58CD-7AEC-1020F0DB9C03}"/>
              </a:ext>
            </a:extLst>
          </p:cNvPr>
          <p:cNvCxnSpPr>
            <a:cxnSpLocks/>
            <a:stCxn id="11" idx="2"/>
            <a:endCxn id="18" idx="0"/>
          </p:cNvCxnSpPr>
          <p:nvPr/>
        </p:nvCxnSpPr>
        <p:spPr>
          <a:xfrm flipH="1">
            <a:off x="5554932" y="2056266"/>
            <a:ext cx="983056" cy="5567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B271ED5A-7737-2C08-A72B-0319E67E8E8F}"/>
              </a:ext>
            </a:extLst>
          </p:cNvPr>
          <p:cNvCxnSpPr>
            <a:cxnSpLocks/>
            <a:stCxn id="11" idx="2"/>
          </p:cNvCxnSpPr>
          <p:nvPr/>
        </p:nvCxnSpPr>
        <p:spPr>
          <a:xfrm>
            <a:off x="6537988" y="2056266"/>
            <a:ext cx="799306" cy="5567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Oval 17">
            <a:extLst>
              <a:ext uri="{FF2B5EF4-FFF2-40B4-BE49-F238E27FC236}">
                <a16:creationId xmlns:a16="http://schemas.microsoft.com/office/drawing/2014/main" id="{55150C7B-77F1-B8F0-20B8-10363663133C}"/>
              </a:ext>
            </a:extLst>
          </p:cNvPr>
          <p:cNvSpPr/>
          <p:nvPr/>
        </p:nvSpPr>
        <p:spPr>
          <a:xfrm>
            <a:off x="4836064" y="2613050"/>
            <a:ext cx="1437736" cy="700511"/>
          </a:xfrm>
          <a:prstGeom prst="ellipse">
            <a:avLst/>
          </a:prstGeom>
          <a:noFill/>
          <a:ln w="1905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4" name="Rectangle 3">
            <a:extLst>
              <a:ext uri="{FF2B5EF4-FFF2-40B4-BE49-F238E27FC236}">
                <a16:creationId xmlns:a16="http://schemas.microsoft.com/office/drawing/2014/main" id="{6C279C4B-B431-9926-45C1-598F82A3BC8B}"/>
              </a:ext>
            </a:extLst>
          </p:cNvPr>
          <p:cNvSpPr/>
          <p:nvPr/>
        </p:nvSpPr>
        <p:spPr>
          <a:xfrm>
            <a:off x="284255" y="3581036"/>
            <a:ext cx="3493834" cy="302573"/>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3857EFA-0FF9-1A7B-0382-F18DB78DD904}"/>
              </a:ext>
            </a:extLst>
          </p:cNvPr>
          <p:cNvSpPr/>
          <p:nvPr/>
        </p:nvSpPr>
        <p:spPr>
          <a:xfrm>
            <a:off x="312103" y="4520242"/>
            <a:ext cx="3465986" cy="302573"/>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67EE57D-5C71-7DB2-9871-B8B344E2ADE3}"/>
              </a:ext>
            </a:extLst>
          </p:cNvPr>
          <p:cNvSpPr txBox="1"/>
          <p:nvPr/>
        </p:nvSpPr>
        <p:spPr>
          <a:xfrm>
            <a:off x="5453301" y="1524368"/>
            <a:ext cx="2169374" cy="438582"/>
          </a:xfrm>
          <a:prstGeom prst="rect">
            <a:avLst/>
          </a:prstGeom>
          <a:noFill/>
        </p:spPr>
        <p:txBody>
          <a:bodyPr wrap="square">
            <a:spAutoFit/>
          </a:bodyPr>
          <a:lstStyle/>
          <a:p>
            <a:pPr algn="ctr">
              <a:buNone/>
            </a:pPr>
            <a:r>
              <a:rPr lang="en-US" sz="1200" b="1">
                <a:latin typeface="Avenir Next LT Pro" panose="020B0504020202020204" pitchFamily="34" charset="0"/>
              </a:rPr>
              <a:t>Appointment: In person?</a:t>
            </a:r>
          </a:p>
          <a:p>
            <a:pPr algn="ctr">
              <a:buNone/>
            </a:pPr>
            <a:r>
              <a:rPr lang="en-US" sz="1050">
                <a:latin typeface="Avenir Next LT Pro" panose="020B0504020202020204" pitchFamily="34" charset="0"/>
              </a:rPr>
              <a:t>5 samples, </a:t>
            </a:r>
            <a:r>
              <a:rPr lang="en-US" sz="1050" b="1">
                <a:solidFill>
                  <a:srgbClr val="00B050"/>
                </a:solidFill>
                <a:latin typeface="Avenir Next LT Pro" panose="020B0504020202020204" pitchFamily="34" charset="0"/>
              </a:rPr>
              <a:t>4Y</a:t>
            </a:r>
            <a:r>
              <a:rPr lang="en-US" sz="1050">
                <a:latin typeface="Avenir Next LT Pro" panose="020B0504020202020204" pitchFamily="34" charset="0"/>
              </a:rPr>
              <a:t> </a:t>
            </a:r>
            <a:r>
              <a:rPr lang="en-US" sz="1050" b="1">
                <a:solidFill>
                  <a:srgbClr val="C00000"/>
                </a:solidFill>
                <a:latin typeface="Avenir Next LT Pro" panose="020B0504020202020204" pitchFamily="34" charset="0"/>
              </a:rPr>
              <a:t>1N</a:t>
            </a:r>
          </a:p>
        </p:txBody>
      </p:sp>
      <p:sp>
        <p:nvSpPr>
          <p:cNvPr id="26" name="TextBox 25">
            <a:extLst>
              <a:ext uri="{FF2B5EF4-FFF2-40B4-BE49-F238E27FC236}">
                <a16:creationId xmlns:a16="http://schemas.microsoft.com/office/drawing/2014/main" id="{DE653BC3-C3CE-70F4-F154-38505A9FF157}"/>
              </a:ext>
            </a:extLst>
          </p:cNvPr>
          <p:cNvSpPr txBox="1"/>
          <p:nvPr/>
        </p:nvSpPr>
        <p:spPr>
          <a:xfrm>
            <a:off x="5543406" y="2159562"/>
            <a:ext cx="755677" cy="307777"/>
          </a:xfrm>
          <a:prstGeom prst="rect">
            <a:avLst/>
          </a:prstGeom>
          <a:noFill/>
        </p:spPr>
        <p:txBody>
          <a:bodyPr wrap="square">
            <a:spAutoFit/>
          </a:bodyPr>
          <a:lstStyle/>
          <a:p>
            <a:r>
              <a:rPr lang="en-US" sz="1400">
                <a:latin typeface="Avenir Next LT Pro" panose="020B0504020202020204" pitchFamily="34" charset="0"/>
              </a:rPr>
              <a:t>Yes</a:t>
            </a:r>
            <a:endParaRPr lang="en-US" sz="1400"/>
          </a:p>
        </p:txBody>
      </p:sp>
      <p:sp>
        <p:nvSpPr>
          <p:cNvPr id="27" name="TextBox 26">
            <a:extLst>
              <a:ext uri="{FF2B5EF4-FFF2-40B4-BE49-F238E27FC236}">
                <a16:creationId xmlns:a16="http://schemas.microsoft.com/office/drawing/2014/main" id="{18EFB1F9-526C-AF36-9D77-CF789C61030B}"/>
              </a:ext>
            </a:extLst>
          </p:cNvPr>
          <p:cNvSpPr txBox="1"/>
          <p:nvPr/>
        </p:nvSpPr>
        <p:spPr>
          <a:xfrm>
            <a:off x="7005251" y="2154534"/>
            <a:ext cx="755677" cy="307777"/>
          </a:xfrm>
          <a:prstGeom prst="rect">
            <a:avLst/>
          </a:prstGeom>
          <a:noFill/>
        </p:spPr>
        <p:txBody>
          <a:bodyPr wrap="square">
            <a:spAutoFit/>
          </a:bodyPr>
          <a:lstStyle/>
          <a:p>
            <a:r>
              <a:rPr lang="en-US" sz="1400">
                <a:latin typeface="Avenir Next LT Pro" panose="020B0504020202020204" pitchFamily="34" charset="0"/>
              </a:rPr>
              <a:t>No</a:t>
            </a:r>
            <a:endParaRPr lang="en-US" sz="1400"/>
          </a:p>
        </p:txBody>
      </p:sp>
      <p:sp>
        <p:nvSpPr>
          <p:cNvPr id="29" name="TextBox 28">
            <a:extLst>
              <a:ext uri="{FF2B5EF4-FFF2-40B4-BE49-F238E27FC236}">
                <a16:creationId xmlns:a16="http://schemas.microsoft.com/office/drawing/2014/main" id="{E59BD3D3-672A-F5B7-01F3-09ACCA728DAF}"/>
              </a:ext>
            </a:extLst>
          </p:cNvPr>
          <p:cNvSpPr txBox="1"/>
          <p:nvPr/>
        </p:nvSpPr>
        <p:spPr>
          <a:xfrm>
            <a:off x="5068799" y="2816388"/>
            <a:ext cx="1337095" cy="369332"/>
          </a:xfrm>
          <a:prstGeom prst="rect">
            <a:avLst/>
          </a:prstGeom>
          <a:noFill/>
        </p:spPr>
        <p:txBody>
          <a:bodyPr wrap="square">
            <a:spAutoFit/>
          </a:bodyPr>
          <a:lstStyle/>
          <a:p>
            <a:r>
              <a:rPr lang="en-US" b="1">
                <a:solidFill>
                  <a:srgbClr val="00B050"/>
                </a:solidFill>
                <a:latin typeface="Avenir Next LT Pro" panose="020B0504020202020204" pitchFamily="34" charset="0"/>
              </a:rPr>
              <a:t>3Y </a:t>
            </a:r>
            <a:r>
              <a:rPr lang="en-US" b="1">
                <a:solidFill>
                  <a:srgbClr val="C00000"/>
                </a:solidFill>
                <a:latin typeface="Avenir Next LT Pro" panose="020B0504020202020204" pitchFamily="34" charset="0"/>
              </a:rPr>
              <a:t>0N</a:t>
            </a:r>
            <a:endParaRPr lang="en-US">
              <a:solidFill>
                <a:srgbClr val="C00000"/>
              </a:solidFill>
            </a:endParaRPr>
          </a:p>
        </p:txBody>
      </p:sp>
      <p:sp>
        <p:nvSpPr>
          <p:cNvPr id="38" name="Rectangle: Rounded Corners 37">
            <a:extLst>
              <a:ext uri="{FF2B5EF4-FFF2-40B4-BE49-F238E27FC236}">
                <a16:creationId xmlns:a16="http://schemas.microsoft.com/office/drawing/2014/main" id="{9C1D18F4-9ED0-3EF8-5B14-F9BFEB3F64B8}"/>
              </a:ext>
            </a:extLst>
          </p:cNvPr>
          <p:cNvSpPr/>
          <p:nvPr/>
        </p:nvSpPr>
        <p:spPr>
          <a:xfrm>
            <a:off x="6509234" y="2621203"/>
            <a:ext cx="1612656" cy="700511"/>
          </a:xfrm>
          <a:prstGeom prst="roundRect">
            <a:avLst/>
          </a:prstGeom>
          <a:noFill/>
          <a:ln w="2857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15" name="TextBox 14">
            <a:extLst>
              <a:ext uri="{FF2B5EF4-FFF2-40B4-BE49-F238E27FC236}">
                <a16:creationId xmlns:a16="http://schemas.microsoft.com/office/drawing/2014/main" id="{1EE1F21A-2809-FD70-8350-E07BE6CED40F}"/>
              </a:ext>
            </a:extLst>
          </p:cNvPr>
          <p:cNvSpPr txBox="1"/>
          <p:nvPr/>
        </p:nvSpPr>
        <p:spPr>
          <a:xfrm>
            <a:off x="6207495" y="2775314"/>
            <a:ext cx="2169374" cy="438582"/>
          </a:xfrm>
          <a:prstGeom prst="rect">
            <a:avLst/>
          </a:prstGeom>
          <a:noFill/>
        </p:spPr>
        <p:txBody>
          <a:bodyPr wrap="square">
            <a:spAutoFit/>
          </a:bodyPr>
          <a:lstStyle/>
          <a:p>
            <a:pPr algn="ctr">
              <a:buNone/>
            </a:pPr>
            <a:r>
              <a:rPr lang="en-US" sz="1200" b="1">
                <a:latin typeface="Avenir Next LT Pro" panose="020B0504020202020204" pitchFamily="34" charset="0"/>
              </a:rPr>
              <a:t>Wait time: &lt; 13.5</a:t>
            </a:r>
          </a:p>
          <a:p>
            <a:pPr algn="ctr">
              <a:buNone/>
            </a:pPr>
            <a:r>
              <a:rPr lang="en-US" sz="1050">
                <a:latin typeface="Avenir Next LT Pro" panose="020B0504020202020204" pitchFamily="34" charset="0"/>
              </a:rPr>
              <a:t>2 samples, </a:t>
            </a:r>
            <a:r>
              <a:rPr lang="en-US" sz="1050" b="1">
                <a:solidFill>
                  <a:srgbClr val="00B050"/>
                </a:solidFill>
                <a:latin typeface="Avenir Next LT Pro" panose="020B0504020202020204" pitchFamily="34" charset="0"/>
              </a:rPr>
              <a:t>1Y</a:t>
            </a:r>
            <a:r>
              <a:rPr lang="en-US" sz="1050">
                <a:latin typeface="Avenir Next LT Pro" panose="020B0504020202020204" pitchFamily="34" charset="0"/>
              </a:rPr>
              <a:t> </a:t>
            </a:r>
            <a:r>
              <a:rPr lang="en-US" sz="1050" b="1">
                <a:solidFill>
                  <a:srgbClr val="C00000"/>
                </a:solidFill>
                <a:latin typeface="Avenir Next LT Pro" panose="020B0504020202020204" pitchFamily="34" charset="0"/>
              </a:rPr>
              <a:t>1N</a:t>
            </a:r>
          </a:p>
        </p:txBody>
      </p:sp>
      <p:cxnSp>
        <p:nvCxnSpPr>
          <p:cNvPr id="17" name="Straight Arrow Connector 16">
            <a:extLst>
              <a:ext uri="{FF2B5EF4-FFF2-40B4-BE49-F238E27FC236}">
                <a16:creationId xmlns:a16="http://schemas.microsoft.com/office/drawing/2014/main" id="{AEA1466E-9C93-A377-3589-63CAD3DED1A4}"/>
              </a:ext>
            </a:extLst>
          </p:cNvPr>
          <p:cNvCxnSpPr>
            <a:cxnSpLocks/>
            <a:endCxn id="24" idx="0"/>
          </p:cNvCxnSpPr>
          <p:nvPr/>
        </p:nvCxnSpPr>
        <p:spPr>
          <a:xfrm flipH="1">
            <a:off x="6316959" y="3326825"/>
            <a:ext cx="983056" cy="5516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1E21CBE7-0250-50C6-10BD-747123D5A387}"/>
              </a:ext>
            </a:extLst>
          </p:cNvPr>
          <p:cNvCxnSpPr>
            <a:cxnSpLocks/>
            <a:endCxn id="39" idx="0"/>
          </p:cNvCxnSpPr>
          <p:nvPr/>
        </p:nvCxnSpPr>
        <p:spPr>
          <a:xfrm>
            <a:off x="7300015" y="3307775"/>
            <a:ext cx="914608" cy="5707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307E202D-049D-27E8-D00F-095953A15C1A}"/>
              </a:ext>
            </a:extLst>
          </p:cNvPr>
          <p:cNvSpPr txBox="1"/>
          <p:nvPr/>
        </p:nvSpPr>
        <p:spPr>
          <a:xfrm>
            <a:off x="6305433" y="3430121"/>
            <a:ext cx="755677" cy="307777"/>
          </a:xfrm>
          <a:prstGeom prst="rect">
            <a:avLst/>
          </a:prstGeom>
          <a:noFill/>
        </p:spPr>
        <p:txBody>
          <a:bodyPr wrap="square">
            <a:spAutoFit/>
          </a:bodyPr>
          <a:lstStyle/>
          <a:p>
            <a:r>
              <a:rPr lang="en-US" sz="1400">
                <a:latin typeface="Avenir Next LT Pro" panose="020B0504020202020204" pitchFamily="34" charset="0"/>
              </a:rPr>
              <a:t>Yes</a:t>
            </a:r>
            <a:endParaRPr lang="en-US" sz="1400"/>
          </a:p>
        </p:txBody>
      </p:sp>
      <p:sp>
        <p:nvSpPr>
          <p:cNvPr id="23" name="TextBox 22">
            <a:extLst>
              <a:ext uri="{FF2B5EF4-FFF2-40B4-BE49-F238E27FC236}">
                <a16:creationId xmlns:a16="http://schemas.microsoft.com/office/drawing/2014/main" id="{8AAEFA09-6910-AA79-4BCA-6DB579F5C76E}"/>
              </a:ext>
            </a:extLst>
          </p:cNvPr>
          <p:cNvSpPr txBox="1"/>
          <p:nvPr/>
        </p:nvSpPr>
        <p:spPr>
          <a:xfrm>
            <a:off x="7767278" y="3425093"/>
            <a:ext cx="755677" cy="307777"/>
          </a:xfrm>
          <a:prstGeom prst="rect">
            <a:avLst/>
          </a:prstGeom>
          <a:noFill/>
        </p:spPr>
        <p:txBody>
          <a:bodyPr wrap="square">
            <a:spAutoFit/>
          </a:bodyPr>
          <a:lstStyle/>
          <a:p>
            <a:r>
              <a:rPr lang="en-US" sz="1400">
                <a:latin typeface="Avenir Next LT Pro" panose="020B0504020202020204" pitchFamily="34" charset="0"/>
              </a:rPr>
              <a:t>No</a:t>
            </a:r>
            <a:endParaRPr lang="en-US" sz="1400"/>
          </a:p>
        </p:txBody>
      </p:sp>
      <p:sp>
        <p:nvSpPr>
          <p:cNvPr id="24" name="Oval 23">
            <a:extLst>
              <a:ext uri="{FF2B5EF4-FFF2-40B4-BE49-F238E27FC236}">
                <a16:creationId xmlns:a16="http://schemas.microsoft.com/office/drawing/2014/main" id="{18C073A5-0D81-CF18-8278-2BD0D92F06CB}"/>
              </a:ext>
            </a:extLst>
          </p:cNvPr>
          <p:cNvSpPr/>
          <p:nvPr/>
        </p:nvSpPr>
        <p:spPr>
          <a:xfrm>
            <a:off x="5756796" y="3878497"/>
            <a:ext cx="1120326" cy="556783"/>
          </a:xfrm>
          <a:prstGeom prst="ellipse">
            <a:avLst/>
          </a:prstGeom>
          <a:noFill/>
          <a:ln w="1905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39" name="Oval 38">
            <a:extLst>
              <a:ext uri="{FF2B5EF4-FFF2-40B4-BE49-F238E27FC236}">
                <a16:creationId xmlns:a16="http://schemas.microsoft.com/office/drawing/2014/main" id="{819FBC0A-0C9F-1244-6F75-FFE15D064F1D}"/>
              </a:ext>
            </a:extLst>
          </p:cNvPr>
          <p:cNvSpPr/>
          <p:nvPr/>
        </p:nvSpPr>
        <p:spPr>
          <a:xfrm>
            <a:off x="7654460" y="3878497"/>
            <a:ext cx="1120326" cy="556783"/>
          </a:xfrm>
          <a:prstGeom prst="ellipse">
            <a:avLst/>
          </a:prstGeom>
          <a:noFill/>
          <a:ln w="1905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42" name="TextBox 41">
            <a:extLst>
              <a:ext uri="{FF2B5EF4-FFF2-40B4-BE49-F238E27FC236}">
                <a16:creationId xmlns:a16="http://schemas.microsoft.com/office/drawing/2014/main" id="{9D52C1DE-3544-A683-EB8E-7D984BC999BE}"/>
              </a:ext>
            </a:extLst>
          </p:cNvPr>
          <p:cNvSpPr txBox="1"/>
          <p:nvPr/>
        </p:nvSpPr>
        <p:spPr>
          <a:xfrm>
            <a:off x="5889392" y="3995016"/>
            <a:ext cx="1337095" cy="369332"/>
          </a:xfrm>
          <a:prstGeom prst="rect">
            <a:avLst/>
          </a:prstGeom>
          <a:noFill/>
        </p:spPr>
        <p:txBody>
          <a:bodyPr wrap="square">
            <a:spAutoFit/>
          </a:bodyPr>
          <a:lstStyle/>
          <a:p>
            <a:r>
              <a:rPr lang="en-US" b="1">
                <a:solidFill>
                  <a:srgbClr val="00B050"/>
                </a:solidFill>
                <a:latin typeface="Avenir Next LT Pro" panose="020B0504020202020204" pitchFamily="34" charset="0"/>
              </a:rPr>
              <a:t>0Y </a:t>
            </a:r>
            <a:r>
              <a:rPr lang="en-US" b="1">
                <a:solidFill>
                  <a:srgbClr val="C00000"/>
                </a:solidFill>
                <a:latin typeface="Avenir Next LT Pro" panose="020B0504020202020204" pitchFamily="34" charset="0"/>
              </a:rPr>
              <a:t>1N</a:t>
            </a:r>
            <a:endParaRPr lang="en-US">
              <a:solidFill>
                <a:srgbClr val="C00000"/>
              </a:solidFill>
            </a:endParaRPr>
          </a:p>
        </p:txBody>
      </p:sp>
      <p:sp>
        <p:nvSpPr>
          <p:cNvPr id="43" name="TextBox 42">
            <a:extLst>
              <a:ext uri="{FF2B5EF4-FFF2-40B4-BE49-F238E27FC236}">
                <a16:creationId xmlns:a16="http://schemas.microsoft.com/office/drawing/2014/main" id="{08D2038C-1157-20AA-B3E2-149632B4C045}"/>
              </a:ext>
            </a:extLst>
          </p:cNvPr>
          <p:cNvSpPr txBox="1"/>
          <p:nvPr/>
        </p:nvSpPr>
        <p:spPr>
          <a:xfrm>
            <a:off x="7757319" y="3995016"/>
            <a:ext cx="1337095" cy="369332"/>
          </a:xfrm>
          <a:prstGeom prst="rect">
            <a:avLst/>
          </a:prstGeom>
          <a:noFill/>
        </p:spPr>
        <p:txBody>
          <a:bodyPr wrap="square">
            <a:spAutoFit/>
          </a:bodyPr>
          <a:lstStyle/>
          <a:p>
            <a:r>
              <a:rPr lang="en-US" b="1">
                <a:solidFill>
                  <a:srgbClr val="00B050"/>
                </a:solidFill>
                <a:latin typeface="Avenir Next LT Pro" panose="020B0504020202020204" pitchFamily="34" charset="0"/>
              </a:rPr>
              <a:t>1Y </a:t>
            </a:r>
            <a:r>
              <a:rPr lang="en-US" b="1">
                <a:solidFill>
                  <a:srgbClr val="C00000"/>
                </a:solidFill>
                <a:latin typeface="Avenir Next LT Pro" panose="020B0504020202020204" pitchFamily="34" charset="0"/>
              </a:rPr>
              <a:t>0N</a:t>
            </a:r>
            <a:endParaRPr lang="en-US">
              <a:solidFill>
                <a:srgbClr val="C00000"/>
              </a:solidFill>
            </a:endParaRPr>
          </a:p>
        </p:txBody>
      </p:sp>
      <p:cxnSp>
        <p:nvCxnSpPr>
          <p:cNvPr id="45" name="Connector: Curved 44">
            <a:extLst>
              <a:ext uri="{FF2B5EF4-FFF2-40B4-BE49-F238E27FC236}">
                <a16:creationId xmlns:a16="http://schemas.microsoft.com/office/drawing/2014/main" id="{C2595067-6078-DA48-02E0-D4C8E6B3F20F}"/>
              </a:ext>
            </a:extLst>
          </p:cNvPr>
          <p:cNvCxnSpPr>
            <a:stCxn id="8" idx="3"/>
            <a:endCxn id="24" idx="1"/>
          </p:cNvCxnSpPr>
          <p:nvPr/>
        </p:nvCxnSpPr>
        <p:spPr>
          <a:xfrm flipV="1">
            <a:off x="3778089" y="3960036"/>
            <a:ext cx="2142775" cy="711493"/>
          </a:xfrm>
          <a:prstGeom prst="curvedConnector4">
            <a:avLst>
              <a:gd name="adj1" fmla="val 46172"/>
              <a:gd name="adj2" fmla="val 143590"/>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8132F6F4-06D9-5D24-AF1F-D94E7787BC3D}"/>
              </a:ext>
            </a:extLst>
          </p:cNvPr>
          <p:cNvSpPr txBox="1"/>
          <p:nvPr/>
        </p:nvSpPr>
        <p:spPr>
          <a:xfrm>
            <a:off x="231254" y="836250"/>
            <a:ext cx="4837545" cy="1200329"/>
          </a:xfrm>
          <a:prstGeom prst="rect">
            <a:avLst/>
          </a:prstGeom>
          <a:noFill/>
        </p:spPr>
        <p:txBody>
          <a:bodyPr wrap="square">
            <a:spAutoFit/>
          </a:bodyPr>
          <a:lstStyle/>
          <a:p>
            <a:r>
              <a:rPr lang="en-US" sz="1800" b="0" i="0">
                <a:solidFill>
                  <a:srgbClr val="141413"/>
                </a:solidFill>
                <a:effectLst/>
                <a:latin typeface="Avenir Next LT Pro" panose="020B0504020202020204" pitchFamily="34" charset="0"/>
              </a:rPr>
              <a:t>Decision trees are prone to overfitting.</a:t>
            </a:r>
          </a:p>
          <a:p>
            <a:endParaRPr lang="en-US" sz="1800" b="0" i="0">
              <a:solidFill>
                <a:srgbClr val="141413"/>
              </a:solidFill>
              <a:effectLst/>
              <a:latin typeface="Avenir Next LT Pro" panose="020B0504020202020204" pitchFamily="34" charset="0"/>
            </a:endParaRPr>
          </a:p>
          <a:p>
            <a:r>
              <a:rPr lang="en-US" sz="1800" b="0" i="0">
                <a:solidFill>
                  <a:srgbClr val="141413"/>
                </a:solidFill>
                <a:effectLst/>
                <a:latin typeface="Avenir Next LT Pro" panose="020B0504020202020204" pitchFamily="34" charset="0"/>
              </a:rPr>
              <a:t>If you let the trees grow to achieve pure leaves, model memorizes the dataset.</a:t>
            </a:r>
          </a:p>
        </p:txBody>
      </p:sp>
      <p:sp>
        <p:nvSpPr>
          <p:cNvPr id="6" name="TextBox 5">
            <a:extLst>
              <a:ext uri="{FF2B5EF4-FFF2-40B4-BE49-F238E27FC236}">
                <a16:creationId xmlns:a16="http://schemas.microsoft.com/office/drawing/2014/main" id="{1A68DD67-57FC-7986-299E-FBACE291CADF}"/>
              </a:ext>
            </a:extLst>
          </p:cNvPr>
          <p:cNvSpPr txBox="1"/>
          <p:nvPr/>
        </p:nvSpPr>
        <p:spPr>
          <a:xfrm>
            <a:off x="4748113" y="5251707"/>
            <a:ext cx="6933020" cy="369332"/>
          </a:xfrm>
          <a:prstGeom prst="rect">
            <a:avLst/>
          </a:prstGeom>
          <a:noFill/>
        </p:spPr>
        <p:txBody>
          <a:bodyPr wrap="square">
            <a:spAutoFit/>
          </a:bodyPr>
          <a:lstStyle/>
          <a:p>
            <a:r>
              <a:rPr lang="en-US" sz="1800" b="0" i="0">
                <a:solidFill>
                  <a:srgbClr val="141413"/>
                </a:solidFill>
                <a:effectLst/>
                <a:latin typeface="Avenir Next LT Pro" panose="020B0504020202020204" pitchFamily="34" charset="0"/>
              </a:rPr>
              <a:t>Is not it weird that, </a:t>
            </a:r>
            <a:r>
              <a:rPr lang="en-US" sz="1800" b="1" i="0">
                <a:solidFill>
                  <a:srgbClr val="141413"/>
                </a:solidFill>
                <a:effectLst/>
                <a:latin typeface="Avenir Next LT Pro" panose="020B0504020202020204" pitchFamily="34" charset="0"/>
              </a:rPr>
              <a:t>guy who waited more liked the service? </a:t>
            </a:r>
          </a:p>
        </p:txBody>
      </p:sp>
      <p:cxnSp>
        <p:nvCxnSpPr>
          <p:cNvPr id="25" name="Connector: Curved 24">
            <a:extLst>
              <a:ext uri="{FF2B5EF4-FFF2-40B4-BE49-F238E27FC236}">
                <a16:creationId xmlns:a16="http://schemas.microsoft.com/office/drawing/2014/main" id="{BACAEF3F-521E-3E7D-F082-2F7AA0819DF2}"/>
              </a:ext>
            </a:extLst>
          </p:cNvPr>
          <p:cNvCxnSpPr>
            <a:cxnSpLocks/>
            <a:stCxn id="2" idx="3"/>
            <a:endCxn id="39" idx="4"/>
          </p:cNvCxnSpPr>
          <p:nvPr/>
        </p:nvCxnSpPr>
        <p:spPr>
          <a:xfrm>
            <a:off x="3778089" y="3797062"/>
            <a:ext cx="4436534" cy="638218"/>
          </a:xfrm>
          <a:prstGeom prst="curvedConnector4">
            <a:avLst>
              <a:gd name="adj1" fmla="val 43687"/>
              <a:gd name="adj2" fmla="val 135818"/>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4045491"/>
      </p:ext>
    </p:extLst>
  </p:cSld>
  <p:clrMapOvr>
    <a:masterClrMapping/>
  </p:clrMapOvr>
  <p:transition spd="med">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952C1-F2F6-3B4D-5350-F18A4F3C6BE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B7EA22A-4976-87FA-A0EC-D60A627FA385}"/>
              </a:ext>
            </a:extLst>
          </p:cNvPr>
          <p:cNvSpPr txBox="1">
            <a:spLocks/>
          </p:cNvSpPr>
          <p:nvPr/>
        </p:nvSpPr>
        <p:spPr>
          <a:xfrm>
            <a:off x="238248" y="202976"/>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all" spc="0" normalizeH="0" baseline="0" noProof="0">
                <a:ln>
                  <a:noFill/>
                </a:ln>
                <a:solidFill>
                  <a:sysClr val="windowText" lastClr="000000"/>
                </a:solidFill>
                <a:effectLst/>
                <a:uLnTx/>
                <a:uFillTx/>
                <a:latin typeface="Posterama"/>
                <a:ea typeface="+mj-ea"/>
                <a:cs typeface="+mj-cs"/>
              </a:rPr>
              <a:t>Regularizing trees</a:t>
            </a:r>
          </a:p>
        </p:txBody>
      </p:sp>
      <p:pic>
        <p:nvPicPr>
          <p:cNvPr id="6" name="Picture 5">
            <a:extLst>
              <a:ext uri="{FF2B5EF4-FFF2-40B4-BE49-F238E27FC236}">
                <a16:creationId xmlns:a16="http://schemas.microsoft.com/office/drawing/2014/main" id="{1ADC5135-9019-2ED8-09AB-0C1E38D2710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96144" y="1333908"/>
            <a:ext cx="4054415" cy="4779285"/>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B6A2695E-8606-BF67-7C4C-81D709D12719}"/>
              </a:ext>
            </a:extLst>
          </p:cNvPr>
          <p:cNvSpPr txBox="1"/>
          <p:nvPr/>
        </p:nvSpPr>
        <p:spPr>
          <a:xfrm>
            <a:off x="238248" y="995354"/>
            <a:ext cx="4208915" cy="338554"/>
          </a:xfrm>
          <a:prstGeom prst="rect">
            <a:avLst/>
          </a:prstGeom>
          <a:noFill/>
        </p:spPr>
        <p:txBody>
          <a:bodyPr wrap="square">
            <a:spAutoFit/>
          </a:bodyPr>
          <a:lstStyle/>
          <a:p>
            <a:r>
              <a:rPr lang="en-US" sz="1600">
                <a:latin typeface="Avenir Next LT Pro" panose="020B0504020202020204" pitchFamily="34" charset="0"/>
              </a:rPr>
              <a:t>Extended dataset. 100 rows and 5 features.</a:t>
            </a:r>
            <a:endParaRPr lang="en-US" sz="1600"/>
          </a:p>
        </p:txBody>
      </p:sp>
      <p:pic>
        <p:nvPicPr>
          <p:cNvPr id="9" name="Picture 8" descr="The image depicts a decision tree structure with various nodes and branches, indicating different attributes and their values, such as wait time, staff experience, and others. The tree shows decision paths leading to different outcomes, possibly related to classification or prediction tasks.&#10;&#10;AI-generated content may be incorrect.">
            <a:extLst>
              <a:ext uri="{FF2B5EF4-FFF2-40B4-BE49-F238E27FC236}">
                <a16:creationId xmlns:a16="http://schemas.microsoft.com/office/drawing/2014/main" id="{23EBAB02-75BF-C5B8-CBF4-4C05E8F4DA4B}"/>
              </a:ext>
            </a:extLst>
          </p:cNvPr>
          <p:cNvPicPr>
            <a:picLocks noChangeAspect="1"/>
          </p:cNvPicPr>
          <p:nvPr/>
        </p:nvPicPr>
        <p:blipFill>
          <a:blip r:embed="rId3"/>
          <a:stretch>
            <a:fillRect/>
          </a:stretch>
        </p:blipFill>
        <p:spPr>
          <a:xfrm>
            <a:off x="4601300" y="1747010"/>
            <a:ext cx="7449056" cy="3363980"/>
          </a:xfrm>
          <a:prstGeom prst="rect">
            <a:avLst/>
          </a:prstGeom>
        </p:spPr>
      </p:pic>
    </p:spTree>
    <p:extLst>
      <p:ext uri="{BB962C8B-B14F-4D97-AF65-F5344CB8AC3E}">
        <p14:creationId xmlns:p14="http://schemas.microsoft.com/office/powerpoint/2010/main" val="4023632961"/>
      </p:ext>
    </p:extLst>
  </p:cSld>
  <p:clrMapOvr>
    <a:masterClrMapping/>
  </p:clrMapOvr>
  <p:transition spd="med">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CBDFC-04BF-0375-A2DC-F5BFCE3DD56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8068A97-FD94-78FB-C3A7-B2FCD179380A}"/>
              </a:ext>
            </a:extLst>
          </p:cNvPr>
          <p:cNvSpPr txBox="1">
            <a:spLocks/>
          </p:cNvSpPr>
          <p:nvPr/>
        </p:nvSpPr>
        <p:spPr>
          <a:xfrm>
            <a:off x="238248" y="202976"/>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200">
                <a:solidFill>
                  <a:sysClr val="windowText" lastClr="000000"/>
                </a:solidFill>
                <a:latin typeface="Posterama"/>
              </a:rPr>
              <a:t>Tree pruning</a:t>
            </a:r>
            <a:endParaRPr kumimoji="0" lang="en-US" sz="3200" b="1" i="0" u="none" strike="noStrike" kern="1200" cap="all" spc="0" normalizeH="0" baseline="0" noProof="0">
              <a:ln>
                <a:noFill/>
              </a:ln>
              <a:solidFill>
                <a:sysClr val="windowText" lastClr="000000"/>
              </a:solidFill>
              <a:effectLst/>
              <a:uLnTx/>
              <a:uFillTx/>
              <a:latin typeface="Posterama"/>
              <a:ea typeface="+mj-ea"/>
              <a:cs typeface="+mj-cs"/>
            </a:endParaRPr>
          </a:p>
        </p:txBody>
      </p:sp>
      <p:sp>
        <p:nvSpPr>
          <p:cNvPr id="7" name="TextBox 6">
            <a:extLst>
              <a:ext uri="{FF2B5EF4-FFF2-40B4-BE49-F238E27FC236}">
                <a16:creationId xmlns:a16="http://schemas.microsoft.com/office/drawing/2014/main" id="{24B22407-8A79-D137-ED32-1A7FF30ABE6C}"/>
              </a:ext>
            </a:extLst>
          </p:cNvPr>
          <p:cNvSpPr txBox="1"/>
          <p:nvPr/>
        </p:nvSpPr>
        <p:spPr>
          <a:xfrm>
            <a:off x="321176" y="1053449"/>
            <a:ext cx="4208915" cy="338554"/>
          </a:xfrm>
          <a:prstGeom prst="rect">
            <a:avLst/>
          </a:prstGeom>
          <a:noFill/>
        </p:spPr>
        <p:txBody>
          <a:bodyPr wrap="square">
            <a:spAutoFit/>
          </a:bodyPr>
          <a:lstStyle/>
          <a:p>
            <a:r>
              <a:rPr lang="en-US" sz="1600">
                <a:latin typeface="Avenir Next LT Pro" panose="020B0504020202020204" pitchFamily="34" charset="0"/>
              </a:rPr>
              <a:t>Extended dataset. 100 rows and 5 features.</a:t>
            </a:r>
            <a:endParaRPr lang="en-US" sz="1600"/>
          </a:p>
        </p:txBody>
      </p:sp>
      <p:pic>
        <p:nvPicPr>
          <p:cNvPr id="9" name="Picture 8" descr="The image depicts a decision tree structure with various nodes and branches, indicating different attributes and their values, such as wait time, staff experience, and others. The tree shows decision paths leading to different outcomes, possibly related to classification or prediction tasks.&#10;&#10;AI-generated content may be incorrect.">
            <a:extLst>
              <a:ext uri="{FF2B5EF4-FFF2-40B4-BE49-F238E27FC236}">
                <a16:creationId xmlns:a16="http://schemas.microsoft.com/office/drawing/2014/main" id="{B8F67141-7064-68A6-5AAC-17CB4FD6F61E}"/>
              </a:ext>
            </a:extLst>
          </p:cNvPr>
          <p:cNvPicPr>
            <a:picLocks noChangeAspect="1"/>
          </p:cNvPicPr>
          <p:nvPr/>
        </p:nvPicPr>
        <p:blipFill>
          <a:blip r:embed="rId2"/>
          <a:stretch>
            <a:fillRect/>
          </a:stretch>
        </p:blipFill>
        <p:spPr>
          <a:xfrm>
            <a:off x="5185690" y="867116"/>
            <a:ext cx="6864665" cy="3100070"/>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C2E0822-89D3-FA6A-B091-213CA7AC77A8}"/>
                  </a:ext>
                </a:extLst>
              </p:cNvPr>
              <p:cNvSpPr txBox="1"/>
              <p:nvPr/>
            </p:nvSpPr>
            <p:spPr>
              <a:xfrm>
                <a:off x="386269" y="1597461"/>
                <a:ext cx="232570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𝛼</m:t>
                          </m:r>
                        </m:sub>
                      </m:sSub>
                      <m:d>
                        <m:dPr>
                          <m:ctrlPr>
                            <a:rPr lang="en-US" i="1">
                              <a:latin typeface="Cambria Math" panose="02040503050406030204" pitchFamily="18" charset="0"/>
                            </a:rPr>
                          </m:ctrlPr>
                        </m:dPr>
                        <m:e>
                          <m:r>
                            <a:rPr lang="en-US" i="1">
                              <a:latin typeface="Cambria Math" panose="02040503050406030204" pitchFamily="18" charset="0"/>
                            </a:rPr>
                            <m:t>𝑇</m:t>
                          </m:r>
                        </m:e>
                      </m:d>
                      <m:r>
                        <a:rPr lang="en-US" i="1">
                          <a:latin typeface="Cambria Math" panose="02040503050406030204" pitchFamily="18" charset="0"/>
                        </a:rPr>
                        <m:t>=</m:t>
                      </m:r>
                      <m:r>
                        <a:rPr lang="en-US" i="1">
                          <a:latin typeface="Cambria Math" panose="02040503050406030204" pitchFamily="18" charset="0"/>
                        </a:rPr>
                        <m:t>𝑅</m:t>
                      </m:r>
                      <m:d>
                        <m:dPr>
                          <m:ctrlPr>
                            <a:rPr lang="en-US" i="1">
                              <a:latin typeface="Cambria Math" panose="02040503050406030204" pitchFamily="18" charset="0"/>
                            </a:rPr>
                          </m:ctrlPr>
                        </m:dPr>
                        <m:e>
                          <m:r>
                            <a:rPr lang="en-US" i="1">
                              <a:latin typeface="Cambria Math" panose="02040503050406030204" pitchFamily="18" charset="0"/>
                            </a:rPr>
                            <m:t>𝑇</m:t>
                          </m:r>
                        </m:e>
                      </m:d>
                      <m:r>
                        <a:rPr lang="en-US" i="1">
                          <a:latin typeface="Cambria Math" panose="02040503050406030204" pitchFamily="18" charset="0"/>
                        </a:rPr>
                        <m:t>+</m:t>
                      </m:r>
                      <m:r>
                        <a:rPr lang="en-US" i="1">
                          <a:latin typeface="Cambria Math" panose="02040503050406030204" pitchFamily="18" charset="0"/>
                        </a:rPr>
                        <m:t>𝛼</m:t>
                      </m:r>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𝑇</m:t>
                          </m:r>
                        </m:e>
                      </m:d>
                    </m:oMath>
                  </m:oMathPara>
                </a14:m>
                <a:endParaRPr lang="en-US"/>
              </a:p>
            </p:txBody>
          </p:sp>
        </mc:Choice>
        <mc:Fallback xmlns="">
          <p:sp>
            <p:nvSpPr>
              <p:cNvPr id="14" name="TextBox 13">
                <a:extLst>
                  <a:ext uri="{FF2B5EF4-FFF2-40B4-BE49-F238E27FC236}">
                    <a16:creationId xmlns:a16="http://schemas.microsoft.com/office/drawing/2014/main" id="{7C2E0822-89D3-FA6A-B091-213CA7AC77A8}"/>
                  </a:ext>
                </a:extLst>
              </p:cNvPr>
              <p:cNvSpPr txBox="1">
                <a:spLocks noRot="1" noChangeAspect="1" noMove="1" noResize="1" noEditPoints="1" noAdjustHandles="1" noChangeArrowheads="1" noChangeShapeType="1" noTextEdit="1"/>
              </p:cNvSpPr>
              <p:nvPr/>
            </p:nvSpPr>
            <p:spPr>
              <a:xfrm>
                <a:off x="386269" y="1597461"/>
                <a:ext cx="2325700" cy="276999"/>
              </a:xfrm>
              <a:prstGeom prst="rect">
                <a:avLst/>
              </a:prstGeom>
              <a:blipFill>
                <a:blip r:embed="rId3"/>
                <a:stretch>
                  <a:fillRect l="-1832" b="-11111"/>
                </a:stretch>
              </a:blipFill>
            </p:spPr>
            <p:txBody>
              <a:bodyPr/>
              <a:lstStyle/>
              <a:p>
                <a:r>
                  <a:rPr lang="en-US">
                    <a:noFill/>
                  </a:rPr>
                  <a:t> </a:t>
                </a:r>
              </a:p>
            </p:txBody>
          </p:sp>
        </mc:Fallback>
      </mc:AlternateContent>
      <p:sp>
        <p:nvSpPr>
          <p:cNvPr id="15" name="Rectangle 1">
            <a:extLst>
              <a:ext uri="{FF2B5EF4-FFF2-40B4-BE49-F238E27FC236}">
                <a16:creationId xmlns:a16="http://schemas.microsoft.com/office/drawing/2014/main" id="{3289E5BC-6337-1386-BDC2-F83E1A851116}"/>
              </a:ext>
            </a:extLst>
          </p:cNvPr>
          <p:cNvSpPr>
            <a:spLocks noChangeArrowheads="1"/>
          </p:cNvSpPr>
          <p:nvPr/>
        </p:nvSpPr>
        <p:spPr bwMode="auto">
          <a:xfrm>
            <a:off x="121806" y="2056143"/>
            <a:ext cx="5063884"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a:ln>
                  <a:noFill/>
                </a:ln>
                <a:solidFill>
                  <a:schemeClr val="tx1"/>
                </a:solidFill>
                <a:effectLst/>
                <a:latin typeface="Avenir Next LT Pro" panose="020B0504020202020204" pitchFamily="34" charset="0"/>
              </a:rPr>
              <a:t>R(T) = misclassification rate (or Gini) of the tree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a:ln>
                  <a:noFill/>
                </a:ln>
                <a:solidFill>
                  <a:schemeClr val="tx1"/>
                </a:solidFill>
                <a:effectLst/>
                <a:latin typeface="Avenir Next LT Pro" panose="020B0504020202020204" pitchFamily="34" charset="0"/>
              </a:rPr>
              <a:t> ∣T∣ = number of leaves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a:ln>
                  <a:noFill/>
                </a:ln>
                <a:solidFill>
                  <a:schemeClr val="tx1"/>
                </a:solidFill>
                <a:effectLst/>
                <a:latin typeface="Avenir Next LT Pro" panose="020B0504020202020204" pitchFamily="34" charset="0"/>
              </a:rPr>
              <a:t>α = penalty per leaf (Hyperparameter) </a:t>
            </a:r>
          </a:p>
        </p:txBody>
      </p:sp>
      <p:graphicFrame>
        <p:nvGraphicFramePr>
          <p:cNvPr id="16" name="Table 15">
            <a:extLst>
              <a:ext uri="{FF2B5EF4-FFF2-40B4-BE49-F238E27FC236}">
                <a16:creationId xmlns:a16="http://schemas.microsoft.com/office/drawing/2014/main" id="{0E13E06B-2A9D-823F-5A02-50E7BC03FFEE}"/>
              </a:ext>
            </a:extLst>
          </p:cNvPr>
          <p:cNvGraphicFramePr>
            <a:graphicFrameLocks noGrp="1"/>
          </p:cNvGraphicFramePr>
          <p:nvPr>
            <p:extLst>
              <p:ext uri="{D42A27DB-BD31-4B8C-83A1-F6EECF244321}">
                <p14:modId xmlns:p14="http://schemas.microsoft.com/office/powerpoint/2010/main" val="3568691149"/>
              </p:ext>
            </p:extLst>
          </p:nvPr>
        </p:nvGraphicFramePr>
        <p:xfrm>
          <a:off x="238248" y="4707271"/>
          <a:ext cx="11378195" cy="1097280"/>
        </p:xfrm>
        <a:graphic>
          <a:graphicData uri="http://schemas.openxmlformats.org/drawingml/2006/table">
            <a:tbl>
              <a:tblPr>
                <a:tableStyleId>{BC89EF96-8CEA-46FF-86C4-4CE0E7609802}</a:tableStyleId>
              </a:tblPr>
              <a:tblGrid>
                <a:gridCol w="2275639">
                  <a:extLst>
                    <a:ext uri="{9D8B030D-6E8A-4147-A177-3AD203B41FA5}">
                      <a16:colId xmlns:a16="http://schemas.microsoft.com/office/drawing/2014/main" val="1667653287"/>
                    </a:ext>
                  </a:extLst>
                </a:gridCol>
                <a:gridCol w="2275639">
                  <a:extLst>
                    <a:ext uri="{9D8B030D-6E8A-4147-A177-3AD203B41FA5}">
                      <a16:colId xmlns:a16="http://schemas.microsoft.com/office/drawing/2014/main" val="3103110368"/>
                    </a:ext>
                  </a:extLst>
                </a:gridCol>
                <a:gridCol w="2275639">
                  <a:extLst>
                    <a:ext uri="{9D8B030D-6E8A-4147-A177-3AD203B41FA5}">
                      <a16:colId xmlns:a16="http://schemas.microsoft.com/office/drawing/2014/main" val="2552456207"/>
                    </a:ext>
                  </a:extLst>
                </a:gridCol>
                <a:gridCol w="2275639">
                  <a:extLst>
                    <a:ext uri="{9D8B030D-6E8A-4147-A177-3AD203B41FA5}">
                      <a16:colId xmlns:a16="http://schemas.microsoft.com/office/drawing/2014/main" val="1453612265"/>
                    </a:ext>
                  </a:extLst>
                </a:gridCol>
                <a:gridCol w="2275639">
                  <a:extLst>
                    <a:ext uri="{9D8B030D-6E8A-4147-A177-3AD203B41FA5}">
                      <a16:colId xmlns:a16="http://schemas.microsoft.com/office/drawing/2014/main" val="1219044307"/>
                    </a:ext>
                  </a:extLst>
                </a:gridCol>
              </a:tblGrid>
              <a:tr h="0">
                <a:tc>
                  <a:txBody>
                    <a:bodyPr/>
                    <a:lstStyle/>
                    <a:p>
                      <a:pPr>
                        <a:buNone/>
                      </a:pPr>
                      <a:endParaRPr lang="en-US"/>
                    </a:p>
                  </a:txBody>
                  <a:tcPr anchor="ctr"/>
                </a:tc>
                <a:tc>
                  <a:txBody>
                    <a:bodyPr/>
                    <a:lstStyle/>
                    <a:p>
                      <a:pPr>
                        <a:buNone/>
                      </a:pPr>
                      <a:r>
                        <a:rPr lang="en-US"/>
                        <a:t>R(T)</a:t>
                      </a:r>
                    </a:p>
                  </a:txBody>
                  <a:tcPr anchor="ctr"/>
                </a:tc>
                <a:tc>
                  <a:txBody>
                    <a:bodyPr/>
                    <a:lstStyle/>
                    <a:p>
                      <a:pPr>
                        <a:buNone/>
                      </a:pPr>
                      <a:r>
                        <a:rPr lang="en-US"/>
                        <a:t>Leaves</a:t>
                      </a:r>
                    </a:p>
                  </a:txBody>
                  <a:tcPr anchor="ctr"/>
                </a:tc>
                <a:tc>
                  <a:txBody>
                    <a:bodyPr/>
                    <a:lstStyle/>
                    <a:p>
                      <a:pPr>
                        <a:buNone/>
                      </a:pPr>
                      <a:r>
                        <a:rPr lang="el-GR"/>
                        <a:t>α</a:t>
                      </a:r>
                    </a:p>
                  </a:txBody>
                  <a:tcPr anchor="ctr"/>
                </a:tc>
                <a:tc>
                  <a:txBody>
                    <a:bodyPr/>
                    <a:lstStyle/>
                    <a:p>
                      <a:pPr>
                        <a:buNone/>
                      </a:pPr>
                      <a:r>
                        <a:rPr lang="en-US"/>
                        <a:t>Cost R_</a:t>
                      </a:r>
                      <a:r>
                        <a:rPr lang="el-GR"/>
                        <a:t>α(</a:t>
                      </a:r>
                      <a:r>
                        <a:rPr lang="en-US"/>
                        <a:t>T)</a:t>
                      </a:r>
                    </a:p>
                  </a:txBody>
                  <a:tcPr anchor="ctr"/>
                </a:tc>
                <a:extLst>
                  <a:ext uri="{0D108BD9-81ED-4DB2-BD59-A6C34878D82A}">
                    <a16:rowId xmlns:a16="http://schemas.microsoft.com/office/drawing/2014/main" val="1451527727"/>
                  </a:ext>
                </a:extLst>
              </a:tr>
              <a:tr h="0">
                <a:tc>
                  <a:txBody>
                    <a:bodyPr/>
                    <a:lstStyle/>
                    <a:p>
                      <a:pPr>
                        <a:buNone/>
                      </a:pPr>
                      <a:r>
                        <a:rPr lang="en-US"/>
                        <a:t>Before pruning</a:t>
                      </a:r>
                    </a:p>
                  </a:txBody>
                  <a:tcPr anchor="ctr"/>
                </a:tc>
                <a:tc>
                  <a:txBody>
                    <a:bodyPr/>
                    <a:lstStyle/>
                    <a:p>
                      <a:pPr>
                        <a:buNone/>
                      </a:pPr>
                      <a:r>
                        <a:rPr lang="en-US"/>
                        <a:t>0.10</a:t>
                      </a:r>
                    </a:p>
                  </a:txBody>
                  <a:tcPr anchor="ctr"/>
                </a:tc>
                <a:tc>
                  <a:txBody>
                    <a:bodyPr/>
                    <a:lstStyle/>
                    <a:p>
                      <a:pPr>
                        <a:buNone/>
                      </a:pPr>
                      <a:r>
                        <a:rPr lang="en-US"/>
                        <a:t>32</a:t>
                      </a:r>
                    </a:p>
                  </a:txBody>
                  <a:tcPr anchor="ctr"/>
                </a:tc>
                <a:tc>
                  <a:txBody>
                    <a:bodyPr/>
                    <a:lstStyle/>
                    <a:p>
                      <a:pPr>
                        <a:buNone/>
                      </a:pPr>
                      <a:r>
                        <a:rPr lang="en-US"/>
                        <a:t>0.02</a:t>
                      </a:r>
                    </a:p>
                  </a:txBody>
                  <a:tcPr anchor="ctr"/>
                </a:tc>
                <a:tc>
                  <a:txBody>
                    <a:bodyPr/>
                    <a:lstStyle/>
                    <a:p>
                      <a:pPr>
                        <a:buNone/>
                      </a:pPr>
                      <a:endParaRPr lang="en-US"/>
                    </a:p>
                  </a:txBody>
                  <a:tcPr anchor="ctr"/>
                </a:tc>
                <a:extLst>
                  <a:ext uri="{0D108BD9-81ED-4DB2-BD59-A6C34878D82A}">
                    <a16:rowId xmlns:a16="http://schemas.microsoft.com/office/drawing/2014/main" val="108521047"/>
                  </a:ext>
                </a:extLst>
              </a:tr>
              <a:tr h="0">
                <a:tc>
                  <a:txBody>
                    <a:bodyPr/>
                    <a:lstStyle/>
                    <a:p>
                      <a:pPr>
                        <a:buNone/>
                      </a:pPr>
                      <a:r>
                        <a:rPr lang="en-US"/>
                        <a:t>After pruning</a:t>
                      </a:r>
                    </a:p>
                  </a:txBody>
                  <a:tcPr anchor="ctr"/>
                </a:tc>
                <a:tc>
                  <a:txBody>
                    <a:bodyPr/>
                    <a:lstStyle/>
                    <a:p>
                      <a:pPr>
                        <a:buNone/>
                      </a:pPr>
                      <a:r>
                        <a:rPr lang="en-US"/>
                        <a:t>0.12</a:t>
                      </a:r>
                    </a:p>
                  </a:txBody>
                  <a:tcPr anchor="ctr"/>
                </a:tc>
                <a:tc>
                  <a:txBody>
                    <a:bodyPr/>
                    <a:lstStyle/>
                    <a:p>
                      <a:pPr>
                        <a:buNone/>
                      </a:pPr>
                      <a:r>
                        <a:rPr lang="az-Latn-AZ"/>
                        <a:t>28</a:t>
                      </a:r>
                      <a:endParaRPr lang="en-US"/>
                    </a:p>
                  </a:txBody>
                  <a:tcPr anchor="ctr"/>
                </a:tc>
                <a:tc>
                  <a:txBody>
                    <a:bodyPr/>
                    <a:lstStyle/>
                    <a:p>
                      <a:pPr>
                        <a:buNone/>
                      </a:pPr>
                      <a:r>
                        <a:rPr lang="en-US"/>
                        <a:t>0.02</a:t>
                      </a:r>
                    </a:p>
                  </a:txBody>
                  <a:tcPr anchor="ctr"/>
                </a:tc>
                <a:tc>
                  <a:txBody>
                    <a:bodyPr/>
                    <a:lstStyle/>
                    <a:p>
                      <a:pPr>
                        <a:buNone/>
                      </a:pPr>
                      <a:endParaRPr lang="en-US"/>
                    </a:p>
                  </a:txBody>
                  <a:tcPr anchor="ctr"/>
                </a:tc>
                <a:extLst>
                  <a:ext uri="{0D108BD9-81ED-4DB2-BD59-A6C34878D82A}">
                    <a16:rowId xmlns:a16="http://schemas.microsoft.com/office/drawing/2014/main" val="112540503"/>
                  </a:ext>
                </a:extLst>
              </a:tr>
            </a:tbl>
          </a:graphicData>
        </a:graphic>
      </p:graphicFrame>
    </p:spTree>
    <p:extLst>
      <p:ext uri="{BB962C8B-B14F-4D97-AF65-F5344CB8AC3E}">
        <p14:creationId xmlns:p14="http://schemas.microsoft.com/office/powerpoint/2010/main" val="2102479796"/>
      </p:ext>
    </p:extLst>
  </p:cSld>
  <p:clrMapOvr>
    <a:masterClrMapping/>
  </p:clrMapOvr>
  <p:transition spd="med">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D0D03-7DD9-E158-1819-5FF267E1C72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D4FFFC0-AC04-173D-2A8E-036940CB8E81}"/>
              </a:ext>
            </a:extLst>
          </p:cNvPr>
          <p:cNvSpPr txBox="1">
            <a:spLocks/>
          </p:cNvSpPr>
          <p:nvPr/>
        </p:nvSpPr>
        <p:spPr>
          <a:xfrm>
            <a:off x="238248" y="202976"/>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lvl="0" algn="l">
              <a:defRPr/>
            </a:pPr>
            <a:r>
              <a:rPr lang="en-US" sz="3200">
                <a:solidFill>
                  <a:sysClr val="windowText" lastClr="000000"/>
                </a:solidFill>
                <a:latin typeface="Posterama"/>
              </a:rPr>
              <a:t>Regularizing while building</a:t>
            </a:r>
          </a:p>
        </p:txBody>
      </p:sp>
      <p:sp>
        <p:nvSpPr>
          <p:cNvPr id="8" name="Rectangle 1">
            <a:extLst>
              <a:ext uri="{FF2B5EF4-FFF2-40B4-BE49-F238E27FC236}">
                <a16:creationId xmlns:a16="http://schemas.microsoft.com/office/drawing/2014/main" id="{F84DC51A-4198-6AAF-3D6C-22F88BB92E42}"/>
              </a:ext>
            </a:extLst>
          </p:cNvPr>
          <p:cNvSpPr>
            <a:spLocks noChangeArrowheads="1"/>
          </p:cNvSpPr>
          <p:nvPr/>
        </p:nvSpPr>
        <p:spPr bwMode="auto">
          <a:xfrm>
            <a:off x="169237" y="1418467"/>
            <a:ext cx="6768076" cy="4200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b="1" err="1">
                <a:latin typeface="Avenir Next LT Pro" panose="020B0504020202020204" pitchFamily="34" charset="0"/>
              </a:rPr>
              <a:t>max_depth</a:t>
            </a:r>
            <a:r>
              <a:rPr lang="en-US" altLang="en-US" b="1">
                <a:latin typeface="Avenir Next LT Pro" panose="020B0504020202020204" pitchFamily="34" charset="0"/>
              </a:rPr>
              <a:t> — </a:t>
            </a:r>
            <a:r>
              <a:rPr lang="en-US" altLang="en-US">
                <a:latin typeface="Avenir Next LT Pro" panose="020B0504020202020204" pitchFamily="34" charset="0"/>
              </a:rPr>
              <a:t>maximum tree depth. Main overfitting control.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b="1" err="1">
                <a:latin typeface="Avenir Next LT Pro" panose="020B0504020202020204" pitchFamily="34" charset="0"/>
              </a:rPr>
              <a:t>min_samples_split</a:t>
            </a:r>
            <a:r>
              <a:rPr lang="en-US" altLang="en-US" b="1">
                <a:latin typeface="Avenir Next LT Pro" panose="020B0504020202020204" pitchFamily="34" charset="0"/>
              </a:rPr>
              <a:t> </a:t>
            </a:r>
            <a:r>
              <a:rPr lang="en-US" altLang="en-US">
                <a:latin typeface="Avenir Next LT Pro" panose="020B0504020202020204" pitchFamily="34" charset="0"/>
              </a:rPr>
              <a:t>— minimum samples required to split a node.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b="1" err="1">
                <a:latin typeface="Avenir Next LT Pro" panose="020B0504020202020204" pitchFamily="34" charset="0"/>
              </a:rPr>
              <a:t>min_samples_leaf</a:t>
            </a:r>
            <a:r>
              <a:rPr lang="en-US" altLang="en-US" b="1">
                <a:latin typeface="Avenir Next LT Pro" panose="020B0504020202020204" pitchFamily="34" charset="0"/>
              </a:rPr>
              <a:t> </a:t>
            </a:r>
            <a:r>
              <a:rPr lang="en-US" altLang="en-US">
                <a:latin typeface="Avenir Next LT Pro" panose="020B0504020202020204" pitchFamily="34" charset="0"/>
              </a:rPr>
              <a:t>— minimum samples in a leaf node. Prevents leaves like our 1Y 1N case.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b="1">
                <a:latin typeface="Avenir Next LT Pro" panose="020B0504020202020204" pitchFamily="34" charset="0"/>
              </a:rPr>
              <a:t>criterion</a:t>
            </a:r>
            <a:r>
              <a:rPr lang="en-US" altLang="en-US">
                <a:latin typeface="Avenir Next LT Pro" panose="020B0504020202020204" pitchFamily="34" charset="0"/>
              </a:rPr>
              <a:t> — </a:t>
            </a:r>
            <a:r>
              <a:rPr lang="en-US" altLang="en-US" err="1">
                <a:latin typeface="Avenir Next LT Pro" panose="020B0504020202020204" pitchFamily="34" charset="0"/>
              </a:rPr>
              <a:t>gini</a:t>
            </a:r>
            <a:r>
              <a:rPr lang="en-US" altLang="en-US">
                <a:latin typeface="Avenir Next LT Pro" panose="020B0504020202020204" pitchFamily="34" charset="0"/>
              </a:rPr>
              <a:t> or entropy. Gini is faster to compute. </a:t>
            </a:r>
          </a:p>
          <a:p>
            <a:pPr marL="285750" indent="-285750" eaLnBrk="0" fontAlgn="base" hangingPunct="0">
              <a:lnSpc>
                <a:spcPct val="150000"/>
              </a:lnSpc>
              <a:spcBef>
                <a:spcPct val="0"/>
              </a:spcBef>
              <a:spcAft>
                <a:spcPct val="0"/>
              </a:spcAft>
              <a:buFont typeface="Wingdings" panose="05000000000000000000" pitchFamily="2" charset="2"/>
              <a:buChar char="ü"/>
            </a:pPr>
            <a:r>
              <a:rPr lang="en-US" b="1" err="1">
                <a:latin typeface="Avenir Next LT Pro" panose="020B0504020202020204" pitchFamily="34" charset="0"/>
              </a:rPr>
              <a:t>class_weight</a:t>
            </a:r>
            <a:r>
              <a:rPr lang="en-US">
                <a:latin typeface="Avenir Next LT Pro" panose="020B0504020202020204" pitchFamily="34" charset="0"/>
              </a:rPr>
              <a:t> — handles imbalanced classes. Setting to balanced gives higher weight to the minority class so the tree doesn't just predict the majority everywhere.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endParaRPr lang="en-US" altLang="en-US">
              <a:latin typeface="Avenir Next LT Pro" panose="020B0504020202020204" pitchFamily="34" charset="0"/>
            </a:endParaRPr>
          </a:p>
        </p:txBody>
      </p:sp>
      <p:pic>
        <p:nvPicPr>
          <p:cNvPr id="9" name="Picture 8" descr="The image depicts a decision tree structure with various nodes and branches, indicating different attributes and their values, such as wait time, staff experience, and others. The tree shows decision paths leading to different outcomes, possibly related to classification or prediction tasks.&#10;&#10;AI-generated content may be incorrect.">
            <a:extLst>
              <a:ext uri="{FF2B5EF4-FFF2-40B4-BE49-F238E27FC236}">
                <a16:creationId xmlns:a16="http://schemas.microsoft.com/office/drawing/2014/main" id="{802C1643-23D6-B14B-598D-7F7257004182}"/>
              </a:ext>
            </a:extLst>
          </p:cNvPr>
          <p:cNvPicPr>
            <a:picLocks noChangeAspect="1"/>
          </p:cNvPicPr>
          <p:nvPr/>
        </p:nvPicPr>
        <p:blipFill>
          <a:blip r:embed="rId3"/>
          <a:stretch>
            <a:fillRect/>
          </a:stretch>
        </p:blipFill>
        <p:spPr>
          <a:xfrm>
            <a:off x="6873408" y="2143061"/>
            <a:ext cx="4927749" cy="2225362"/>
          </a:xfrm>
          <a:prstGeom prst="rect">
            <a:avLst/>
          </a:prstGeom>
        </p:spPr>
      </p:pic>
    </p:spTree>
    <p:extLst>
      <p:ext uri="{BB962C8B-B14F-4D97-AF65-F5344CB8AC3E}">
        <p14:creationId xmlns:p14="http://schemas.microsoft.com/office/powerpoint/2010/main" val="3146141899"/>
      </p:ext>
    </p:extLst>
  </p:cSld>
  <p:clrMapOvr>
    <a:masterClrMapping/>
  </p:clrMapOvr>
  <p:transition spd="med">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9FFE1-3837-9EEC-A0A9-017D9E71F12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BE7D05B-B156-750A-5363-BE66DBEFDE4C}"/>
              </a:ext>
            </a:extLst>
          </p:cNvPr>
          <p:cNvSpPr txBox="1">
            <a:spLocks/>
          </p:cNvSpPr>
          <p:nvPr/>
        </p:nvSpPr>
        <p:spPr>
          <a:xfrm>
            <a:off x="238248" y="202976"/>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all" spc="0" normalizeH="0" baseline="0" noProof="0">
                <a:ln>
                  <a:noFill/>
                </a:ln>
                <a:solidFill>
                  <a:sysClr val="windowText" lastClr="000000"/>
                </a:solidFill>
                <a:effectLst/>
                <a:uLnTx/>
                <a:uFillTx/>
                <a:latin typeface="Posterama"/>
                <a:ea typeface="+mj-ea"/>
                <a:cs typeface="+mj-cs"/>
              </a:rPr>
              <a:t>Regularizing while building</a:t>
            </a:r>
          </a:p>
        </p:txBody>
      </p:sp>
      <p:sp>
        <p:nvSpPr>
          <p:cNvPr id="7" name="TextBox 6">
            <a:extLst>
              <a:ext uri="{FF2B5EF4-FFF2-40B4-BE49-F238E27FC236}">
                <a16:creationId xmlns:a16="http://schemas.microsoft.com/office/drawing/2014/main" id="{7BF3548F-FE49-FE93-1BDE-23966C2A1C01}"/>
              </a:ext>
            </a:extLst>
          </p:cNvPr>
          <p:cNvSpPr txBox="1"/>
          <p:nvPr/>
        </p:nvSpPr>
        <p:spPr>
          <a:xfrm>
            <a:off x="238248" y="995354"/>
            <a:ext cx="10851153" cy="338554"/>
          </a:xfrm>
          <a:prstGeom prst="rect">
            <a:avLst/>
          </a:prstGeom>
          <a:noFill/>
        </p:spPr>
        <p:txBody>
          <a:bodyPr wrap="square">
            <a:spAutoFit/>
          </a:bodyPr>
          <a:lstStyle/>
          <a:p>
            <a:r>
              <a:rPr lang="en-US" sz="1600">
                <a:latin typeface="Avenir Next LT Pro" panose="020B0504020202020204" pitchFamily="34" charset="0"/>
              </a:rPr>
              <a:t>While building the trees, you can decide criteria for splitting, how deep, how wide you want them to be</a:t>
            </a:r>
            <a:endParaRPr lang="en-US" sz="1600"/>
          </a:p>
        </p:txBody>
      </p:sp>
      <p:pic>
        <p:nvPicPr>
          <p:cNvPr id="9" name="Picture 8" descr="The image depicts a decision tree structure with various nodes and branches, indicating different attributes and their values, such as wait time, staff experience, and others. The tree shows decision paths leading to different outcomes, possibly related to classification or prediction tasks.&#10;&#10;AI-generated content may be incorrect.">
            <a:extLst>
              <a:ext uri="{FF2B5EF4-FFF2-40B4-BE49-F238E27FC236}">
                <a16:creationId xmlns:a16="http://schemas.microsoft.com/office/drawing/2014/main" id="{4E145B83-8E0F-9858-7908-9230EDFAF2F9}"/>
              </a:ext>
            </a:extLst>
          </p:cNvPr>
          <p:cNvPicPr>
            <a:picLocks noChangeAspect="1"/>
          </p:cNvPicPr>
          <p:nvPr/>
        </p:nvPicPr>
        <p:blipFill>
          <a:blip r:embed="rId2"/>
          <a:stretch>
            <a:fillRect/>
          </a:stretch>
        </p:blipFill>
        <p:spPr>
          <a:xfrm>
            <a:off x="2293820" y="1900927"/>
            <a:ext cx="7449056" cy="3363980"/>
          </a:xfrm>
          <a:prstGeom prst="rect">
            <a:avLst/>
          </a:prstGeom>
        </p:spPr>
      </p:pic>
      <p:sp>
        <p:nvSpPr>
          <p:cNvPr id="2" name="Title 1">
            <a:extLst>
              <a:ext uri="{FF2B5EF4-FFF2-40B4-BE49-F238E27FC236}">
                <a16:creationId xmlns:a16="http://schemas.microsoft.com/office/drawing/2014/main" id="{6795F440-5A1F-1927-BE63-CA8388EF467A}"/>
              </a:ext>
            </a:extLst>
          </p:cNvPr>
          <p:cNvSpPr txBox="1">
            <a:spLocks/>
          </p:cNvSpPr>
          <p:nvPr/>
        </p:nvSpPr>
        <p:spPr>
          <a:xfrm>
            <a:off x="3888689" y="5423260"/>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200">
                <a:solidFill>
                  <a:sysClr val="windowText" lastClr="000000"/>
                </a:solidFill>
                <a:latin typeface="Posterama"/>
              </a:rPr>
              <a:t>Let’s see it in action</a:t>
            </a:r>
            <a:endParaRPr kumimoji="0" lang="en-US" sz="3200" b="1" i="0" u="none" strike="noStrike" kern="1200" cap="all" spc="0" normalizeH="0" baseline="0" noProof="0">
              <a:ln>
                <a:noFill/>
              </a:ln>
              <a:solidFill>
                <a:sysClr val="windowText" lastClr="000000"/>
              </a:solidFill>
              <a:effectLst/>
              <a:uLnTx/>
              <a:uFillTx/>
              <a:latin typeface="Posterama"/>
              <a:ea typeface="+mj-ea"/>
              <a:cs typeface="+mj-cs"/>
            </a:endParaRPr>
          </a:p>
        </p:txBody>
      </p:sp>
    </p:spTree>
    <p:extLst>
      <p:ext uri="{BB962C8B-B14F-4D97-AF65-F5344CB8AC3E}">
        <p14:creationId xmlns:p14="http://schemas.microsoft.com/office/powerpoint/2010/main" val="696121200"/>
      </p:ext>
    </p:extLst>
  </p:cSld>
  <p:clrMapOvr>
    <a:masterClrMapping/>
  </p:clrMapOvr>
  <p:transition spd="med">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C05F1-9A41-D80D-BC18-5E2991EF130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7EB3BA8-B39D-6819-CD2B-6D71045E0038}"/>
              </a:ext>
            </a:extLst>
          </p:cNvPr>
          <p:cNvSpPr txBox="1">
            <a:spLocks/>
          </p:cNvSpPr>
          <p:nvPr/>
        </p:nvSpPr>
        <p:spPr>
          <a:xfrm>
            <a:off x="238248" y="202976"/>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200">
                <a:solidFill>
                  <a:sysClr val="windowText" lastClr="000000"/>
                </a:solidFill>
                <a:latin typeface="Posterama"/>
              </a:rPr>
              <a:t>Regression with trees</a:t>
            </a:r>
            <a:endParaRPr kumimoji="0" lang="en-US" sz="3200" b="1" i="0" u="none" strike="noStrike" kern="1200" cap="all" spc="0" normalizeH="0" baseline="0" noProof="0">
              <a:ln>
                <a:noFill/>
              </a:ln>
              <a:solidFill>
                <a:sysClr val="windowText" lastClr="000000"/>
              </a:solidFill>
              <a:effectLst/>
              <a:uLnTx/>
              <a:uFillTx/>
              <a:latin typeface="Posterama"/>
              <a:ea typeface="+mj-ea"/>
              <a:cs typeface="+mj-cs"/>
            </a:endParaRPr>
          </a:p>
        </p:txBody>
      </p:sp>
      <p:sp>
        <p:nvSpPr>
          <p:cNvPr id="3" name="TextBox 2">
            <a:extLst>
              <a:ext uri="{FF2B5EF4-FFF2-40B4-BE49-F238E27FC236}">
                <a16:creationId xmlns:a16="http://schemas.microsoft.com/office/drawing/2014/main" id="{F9B383F3-B989-7356-2928-40AD5F4E3373}"/>
              </a:ext>
            </a:extLst>
          </p:cNvPr>
          <p:cNvSpPr txBox="1"/>
          <p:nvPr/>
        </p:nvSpPr>
        <p:spPr>
          <a:xfrm>
            <a:off x="293298" y="1038601"/>
            <a:ext cx="10668000" cy="369332"/>
          </a:xfrm>
          <a:prstGeom prst="rect">
            <a:avLst/>
          </a:prstGeom>
          <a:noFill/>
        </p:spPr>
        <p:txBody>
          <a:bodyPr wrap="square">
            <a:spAutoFit/>
          </a:bodyPr>
          <a:lstStyle/>
          <a:p>
            <a:r>
              <a:rPr lang="en-US">
                <a:latin typeface="Avenir Next LT Pro" panose="020B0504020202020204" pitchFamily="34" charset="0"/>
              </a:rPr>
              <a:t>We discussed classification tasks. But, trees are also widely used in regression. Let’s quickly review!</a:t>
            </a:r>
          </a:p>
        </p:txBody>
      </p:sp>
      <p:pic>
        <p:nvPicPr>
          <p:cNvPr id="6" name="Picture 5" descr="The diagram is a decision tree model showing the relationship between porosity percentages and various outcomes such as brittleness, production metrics, and categorizations based on different thresholds.&#10;&#10;AI-generated content may be incorrect.">
            <a:extLst>
              <a:ext uri="{FF2B5EF4-FFF2-40B4-BE49-F238E27FC236}">
                <a16:creationId xmlns:a16="http://schemas.microsoft.com/office/drawing/2014/main" id="{CCB45EA2-27DD-E0FE-4FDF-C4719273CA5D}"/>
              </a:ext>
            </a:extLst>
          </p:cNvPr>
          <p:cNvPicPr>
            <a:picLocks noChangeAspect="1"/>
          </p:cNvPicPr>
          <p:nvPr/>
        </p:nvPicPr>
        <p:blipFill>
          <a:blip r:embed="rId2"/>
          <a:stretch>
            <a:fillRect/>
          </a:stretch>
        </p:blipFill>
        <p:spPr>
          <a:xfrm>
            <a:off x="2001328" y="1918783"/>
            <a:ext cx="8410345" cy="3020433"/>
          </a:xfrm>
          <a:prstGeom prst="rect">
            <a:avLst/>
          </a:prstGeom>
        </p:spPr>
      </p:pic>
      <p:sp>
        <p:nvSpPr>
          <p:cNvPr id="8" name="TextBox 7">
            <a:extLst>
              <a:ext uri="{FF2B5EF4-FFF2-40B4-BE49-F238E27FC236}">
                <a16:creationId xmlns:a16="http://schemas.microsoft.com/office/drawing/2014/main" id="{F887CA74-FCE5-E79C-8D08-37A0E6B8171D}"/>
              </a:ext>
            </a:extLst>
          </p:cNvPr>
          <p:cNvSpPr txBox="1"/>
          <p:nvPr/>
        </p:nvSpPr>
        <p:spPr>
          <a:xfrm>
            <a:off x="293298" y="5222253"/>
            <a:ext cx="11605404" cy="369332"/>
          </a:xfrm>
          <a:prstGeom prst="rect">
            <a:avLst/>
          </a:prstGeom>
          <a:noFill/>
        </p:spPr>
        <p:txBody>
          <a:bodyPr wrap="square">
            <a:spAutoFit/>
          </a:bodyPr>
          <a:lstStyle/>
          <a:p>
            <a:r>
              <a:rPr lang="en-US" dirty="0"/>
              <a:t>http://geostatsguy.github.io/MachineLearningDemos_Book/MachineLearning_decision_tree.html#training-the-tree-model</a:t>
            </a:r>
          </a:p>
        </p:txBody>
      </p:sp>
    </p:spTree>
    <p:extLst>
      <p:ext uri="{BB962C8B-B14F-4D97-AF65-F5344CB8AC3E}">
        <p14:creationId xmlns:p14="http://schemas.microsoft.com/office/powerpoint/2010/main" val="1393752070"/>
      </p:ext>
    </p:extLst>
  </p:cSld>
  <p:clrMapOvr>
    <a:masterClrMapping/>
  </p:clrMapOvr>
  <p:transition spd="med">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51119-CB4C-E527-7F3E-DA52F397C14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6414BF4-638F-890C-8C5A-C1317DD879B1}"/>
              </a:ext>
            </a:extLst>
          </p:cNvPr>
          <p:cNvSpPr txBox="1">
            <a:spLocks/>
          </p:cNvSpPr>
          <p:nvPr/>
        </p:nvSpPr>
        <p:spPr>
          <a:xfrm>
            <a:off x="238247" y="202976"/>
            <a:ext cx="8900001"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all" spc="0" normalizeH="0" baseline="0" noProof="0">
                <a:ln>
                  <a:noFill/>
                </a:ln>
                <a:solidFill>
                  <a:sysClr val="windowText" lastClr="000000"/>
                </a:solidFill>
                <a:effectLst/>
                <a:uLnTx/>
                <a:uFillTx/>
                <a:latin typeface="Avenir Next LT Pro" panose="020B0504020202020204" pitchFamily="34" charset="0"/>
              </a:rPr>
              <a:t>Bagging (Bootstrap)</a:t>
            </a:r>
          </a:p>
        </p:txBody>
      </p:sp>
      <p:sp>
        <p:nvSpPr>
          <p:cNvPr id="3" name="TextBox 2">
            <a:extLst>
              <a:ext uri="{FF2B5EF4-FFF2-40B4-BE49-F238E27FC236}">
                <a16:creationId xmlns:a16="http://schemas.microsoft.com/office/drawing/2014/main" id="{96927E84-CF7E-1535-A3A5-7D2839A53625}"/>
              </a:ext>
            </a:extLst>
          </p:cNvPr>
          <p:cNvSpPr txBox="1"/>
          <p:nvPr/>
        </p:nvSpPr>
        <p:spPr>
          <a:xfrm>
            <a:off x="238246" y="994848"/>
            <a:ext cx="11845899" cy="923330"/>
          </a:xfrm>
          <a:prstGeom prst="rect">
            <a:avLst/>
          </a:prstGeom>
          <a:noFill/>
        </p:spPr>
        <p:txBody>
          <a:bodyPr wrap="square">
            <a:spAutoFit/>
          </a:bodyPr>
          <a:lstStyle/>
          <a:p>
            <a:r>
              <a:rPr lang="en-US">
                <a:latin typeface="Avenir Next LT Pro" panose="020B0504020202020204" pitchFamily="34" charset="0"/>
              </a:rPr>
              <a:t>Trees are prone to overfitting. If you have one expert tree, it may overfit to noise in data</a:t>
            </a:r>
          </a:p>
          <a:p>
            <a:endParaRPr lang="en-US">
              <a:latin typeface="Avenir Next LT Pro" panose="020B0504020202020204" pitchFamily="34" charset="0"/>
            </a:endParaRPr>
          </a:p>
          <a:p>
            <a:r>
              <a:rPr lang="en-US">
                <a:latin typeface="Avenir Next LT Pro" panose="020B0504020202020204" pitchFamily="34" charset="0"/>
              </a:rPr>
              <a:t>Why not using multiple trees?</a:t>
            </a:r>
          </a:p>
        </p:txBody>
      </p:sp>
      <p:pic>
        <p:nvPicPr>
          <p:cNvPr id="2" name="Picture 1">
            <a:extLst>
              <a:ext uri="{FF2B5EF4-FFF2-40B4-BE49-F238E27FC236}">
                <a16:creationId xmlns:a16="http://schemas.microsoft.com/office/drawing/2014/main" id="{A70CAE62-3C0C-B15B-895E-8239C27CD9E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8247" y="2822776"/>
            <a:ext cx="2699322" cy="3181921"/>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B4D65CF6-DB5A-A26B-FB21-BE6479C161EA}"/>
              </a:ext>
            </a:extLst>
          </p:cNvPr>
          <p:cNvSpPr txBox="1"/>
          <p:nvPr/>
        </p:nvSpPr>
        <p:spPr>
          <a:xfrm>
            <a:off x="832382" y="2387614"/>
            <a:ext cx="1639018" cy="369332"/>
          </a:xfrm>
          <a:prstGeom prst="rect">
            <a:avLst/>
          </a:prstGeom>
          <a:noFill/>
        </p:spPr>
        <p:txBody>
          <a:bodyPr wrap="square">
            <a:spAutoFit/>
          </a:bodyPr>
          <a:lstStyle/>
          <a:p>
            <a:r>
              <a:rPr lang="en-US">
                <a:latin typeface="Avenir Next LT Pro" panose="020B0504020202020204" pitchFamily="34" charset="0"/>
              </a:rPr>
              <a:t>Training set </a:t>
            </a:r>
          </a:p>
        </p:txBody>
      </p:sp>
      <p:cxnSp>
        <p:nvCxnSpPr>
          <p:cNvPr id="8" name="Straight Arrow Connector 7">
            <a:extLst>
              <a:ext uri="{FF2B5EF4-FFF2-40B4-BE49-F238E27FC236}">
                <a16:creationId xmlns:a16="http://schemas.microsoft.com/office/drawing/2014/main" id="{36A96F27-D30E-7097-BEA0-AE03860AB157}"/>
              </a:ext>
            </a:extLst>
          </p:cNvPr>
          <p:cNvCxnSpPr>
            <a:cxnSpLocks/>
            <a:stCxn id="2" idx="3"/>
            <a:endCxn id="14" idx="1"/>
          </p:cNvCxnSpPr>
          <p:nvPr/>
        </p:nvCxnSpPr>
        <p:spPr>
          <a:xfrm flipV="1">
            <a:off x="2937569" y="3527235"/>
            <a:ext cx="1200177" cy="8865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EF38874-B1EA-EFCB-D5F2-7F92848671A4}"/>
              </a:ext>
            </a:extLst>
          </p:cNvPr>
          <p:cNvCxnSpPr>
            <a:cxnSpLocks/>
            <a:stCxn id="2" idx="3"/>
            <a:endCxn id="16" idx="1"/>
          </p:cNvCxnSpPr>
          <p:nvPr/>
        </p:nvCxnSpPr>
        <p:spPr>
          <a:xfrm flipV="1">
            <a:off x="2937569" y="4136738"/>
            <a:ext cx="1200176" cy="2769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E216D8F-8835-531D-E514-E9FB0F12A01C}"/>
              </a:ext>
            </a:extLst>
          </p:cNvPr>
          <p:cNvCxnSpPr>
            <a:cxnSpLocks/>
            <a:stCxn id="2" idx="3"/>
            <a:endCxn id="18" idx="1"/>
          </p:cNvCxnSpPr>
          <p:nvPr/>
        </p:nvCxnSpPr>
        <p:spPr>
          <a:xfrm>
            <a:off x="2937569" y="4413737"/>
            <a:ext cx="1200177" cy="10927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3942ED5-D051-74BF-1709-FFB388B453A2}"/>
              </a:ext>
            </a:extLst>
          </p:cNvPr>
          <p:cNvSpPr txBox="1"/>
          <p:nvPr/>
        </p:nvSpPr>
        <p:spPr>
          <a:xfrm>
            <a:off x="4137746" y="3342569"/>
            <a:ext cx="1220394" cy="369332"/>
          </a:xfrm>
          <a:prstGeom prst="rect">
            <a:avLst/>
          </a:prstGeom>
          <a:noFill/>
          <a:ln>
            <a:solidFill>
              <a:schemeClr val="bg2">
                <a:lumMod val="50000"/>
              </a:schemeClr>
            </a:solidFill>
          </a:ln>
        </p:spPr>
        <p:txBody>
          <a:bodyPr wrap="square" rtlCol="0">
            <a:spAutoFit/>
          </a:bodyPr>
          <a:lstStyle/>
          <a:p>
            <a:r>
              <a:rPr lang="en-US">
                <a:latin typeface="Avenir Next LT Pro" panose="020B0504020202020204" pitchFamily="34" charset="0"/>
              </a:rPr>
              <a:t>Subset 1</a:t>
            </a:r>
          </a:p>
        </p:txBody>
      </p:sp>
      <p:sp>
        <p:nvSpPr>
          <p:cNvPr id="16" name="TextBox 15">
            <a:extLst>
              <a:ext uri="{FF2B5EF4-FFF2-40B4-BE49-F238E27FC236}">
                <a16:creationId xmlns:a16="http://schemas.microsoft.com/office/drawing/2014/main" id="{6D2BB5C6-0DD8-880C-D2D7-D044AA69DDE5}"/>
              </a:ext>
            </a:extLst>
          </p:cNvPr>
          <p:cNvSpPr txBox="1"/>
          <p:nvPr/>
        </p:nvSpPr>
        <p:spPr>
          <a:xfrm>
            <a:off x="4137745" y="3952072"/>
            <a:ext cx="1200177" cy="369332"/>
          </a:xfrm>
          <a:prstGeom prst="rect">
            <a:avLst/>
          </a:prstGeom>
          <a:noFill/>
          <a:ln>
            <a:solidFill>
              <a:schemeClr val="bg2">
                <a:lumMod val="50000"/>
              </a:schemeClr>
            </a:solidFill>
          </a:ln>
        </p:spPr>
        <p:txBody>
          <a:bodyPr wrap="square" rtlCol="0">
            <a:spAutoFit/>
          </a:bodyPr>
          <a:lstStyle/>
          <a:p>
            <a:r>
              <a:rPr lang="en-US">
                <a:latin typeface="Avenir Next LT Pro" panose="020B0504020202020204" pitchFamily="34" charset="0"/>
              </a:rPr>
              <a:t>Subset 2</a:t>
            </a:r>
          </a:p>
        </p:txBody>
      </p:sp>
      <p:sp>
        <p:nvSpPr>
          <p:cNvPr id="18" name="TextBox 17">
            <a:extLst>
              <a:ext uri="{FF2B5EF4-FFF2-40B4-BE49-F238E27FC236}">
                <a16:creationId xmlns:a16="http://schemas.microsoft.com/office/drawing/2014/main" id="{150694F0-C015-14F6-7850-1F96EC0DA83A}"/>
              </a:ext>
            </a:extLst>
          </p:cNvPr>
          <p:cNvSpPr txBox="1"/>
          <p:nvPr/>
        </p:nvSpPr>
        <p:spPr>
          <a:xfrm>
            <a:off x="4137746" y="5321832"/>
            <a:ext cx="1171602" cy="369332"/>
          </a:xfrm>
          <a:prstGeom prst="rect">
            <a:avLst/>
          </a:prstGeom>
          <a:noFill/>
          <a:ln>
            <a:solidFill>
              <a:schemeClr val="bg2">
                <a:lumMod val="50000"/>
              </a:schemeClr>
            </a:solidFill>
          </a:ln>
        </p:spPr>
        <p:txBody>
          <a:bodyPr wrap="square" rtlCol="0">
            <a:spAutoFit/>
          </a:bodyPr>
          <a:lstStyle/>
          <a:p>
            <a:r>
              <a:rPr lang="en-US">
                <a:latin typeface="Avenir Next LT Pro" panose="020B0504020202020204" pitchFamily="34" charset="0"/>
              </a:rPr>
              <a:t>Subset n</a:t>
            </a:r>
          </a:p>
        </p:txBody>
      </p:sp>
      <p:sp>
        <p:nvSpPr>
          <p:cNvPr id="28" name="TextBox 27">
            <a:extLst>
              <a:ext uri="{FF2B5EF4-FFF2-40B4-BE49-F238E27FC236}">
                <a16:creationId xmlns:a16="http://schemas.microsoft.com/office/drawing/2014/main" id="{9F215A7E-23A0-63E2-F44E-E20A42D636FF}"/>
              </a:ext>
            </a:extLst>
          </p:cNvPr>
          <p:cNvSpPr txBox="1"/>
          <p:nvPr/>
        </p:nvSpPr>
        <p:spPr>
          <a:xfrm>
            <a:off x="4474234" y="4392697"/>
            <a:ext cx="356558" cy="923330"/>
          </a:xfrm>
          <a:prstGeom prst="rect">
            <a:avLst/>
          </a:prstGeom>
          <a:noFill/>
        </p:spPr>
        <p:txBody>
          <a:bodyPr wrap="square">
            <a:spAutoFit/>
          </a:bodyPr>
          <a:lstStyle/>
          <a:p>
            <a:r>
              <a:rPr lang="en-US">
                <a:latin typeface="Avenir Next LT Pro" panose="020B0504020202020204" pitchFamily="34" charset="0"/>
              </a:rPr>
              <a:t>.</a:t>
            </a:r>
          </a:p>
          <a:p>
            <a:r>
              <a:rPr lang="en-US">
                <a:latin typeface="Avenir Next LT Pro" panose="020B0504020202020204" pitchFamily="34" charset="0"/>
              </a:rPr>
              <a:t>.</a:t>
            </a:r>
          </a:p>
          <a:p>
            <a:r>
              <a:rPr lang="en-US">
                <a:latin typeface="Avenir Next LT Pro" panose="020B0504020202020204" pitchFamily="34" charset="0"/>
              </a:rPr>
              <a:t>.</a:t>
            </a:r>
          </a:p>
        </p:txBody>
      </p:sp>
      <p:cxnSp>
        <p:nvCxnSpPr>
          <p:cNvPr id="31" name="Straight Arrow Connector 30">
            <a:extLst>
              <a:ext uri="{FF2B5EF4-FFF2-40B4-BE49-F238E27FC236}">
                <a16:creationId xmlns:a16="http://schemas.microsoft.com/office/drawing/2014/main" id="{74BAE1A6-3CCD-DDB5-6205-DA92EE3A6CEF}"/>
              </a:ext>
            </a:extLst>
          </p:cNvPr>
          <p:cNvCxnSpPr>
            <a:cxnSpLocks/>
            <a:stCxn id="14" idx="3"/>
          </p:cNvCxnSpPr>
          <p:nvPr/>
        </p:nvCxnSpPr>
        <p:spPr>
          <a:xfrm>
            <a:off x="5358140" y="3527235"/>
            <a:ext cx="996652"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5" name="Straight Arrow Connector 34">
            <a:extLst>
              <a:ext uri="{FF2B5EF4-FFF2-40B4-BE49-F238E27FC236}">
                <a16:creationId xmlns:a16="http://schemas.microsoft.com/office/drawing/2014/main" id="{AED27941-B779-8CAA-1B82-DD18D12335DE}"/>
              </a:ext>
            </a:extLst>
          </p:cNvPr>
          <p:cNvCxnSpPr>
            <a:cxnSpLocks/>
            <a:stCxn id="16" idx="3"/>
          </p:cNvCxnSpPr>
          <p:nvPr/>
        </p:nvCxnSpPr>
        <p:spPr>
          <a:xfrm>
            <a:off x="5337922" y="4136738"/>
            <a:ext cx="101687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8" name="Straight Arrow Connector 37">
            <a:extLst>
              <a:ext uri="{FF2B5EF4-FFF2-40B4-BE49-F238E27FC236}">
                <a16:creationId xmlns:a16="http://schemas.microsoft.com/office/drawing/2014/main" id="{2BED2D9F-1C62-3BC6-AD88-715D70E7D8DF}"/>
              </a:ext>
            </a:extLst>
          </p:cNvPr>
          <p:cNvCxnSpPr>
            <a:cxnSpLocks/>
            <a:stCxn id="18" idx="3"/>
          </p:cNvCxnSpPr>
          <p:nvPr/>
        </p:nvCxnSpPr>
        <p:spPr>
          <a:xfrm>
            <a:off x="5309348" y="5506498"/>
            <a:ext cx="1045444"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1" name="TextBox 40">
            <a:extLst>
              <a:ext uri="{FF2B5EF4-FFF2-40B4-BE49-F238E27FC236}">
                <a16:creationId xmlns:a16="http://schemas.microsoft.com/office/drawing/2014/main" id="{9B89BFE2-7D24-D5EC-4643-E8CCF8FDD146}"/>
              </a:ext>
            </a:extLst>
          </p:cNvPr>
          <p:cNvSpPr txBox="1"/>
          <p:nvPr/>
        </p:nvSpPr>
        <p:spPr>
          <a:xfrm>
            <a:off x="5309348" y="3226382"/>
            <a:ext cx="1045444" cy="307777"/>
          </a:xfrm>
          <a:prstGeom prst="rect">
            <a:avLst/>
          </a:prstGeom>
          <a:noFill/>
        </p:spPr>
        <p:txBody>
          <a:bodyPr wrap="square">
            <a:spAutoFit/>
          </a:bodyPr>
          <a:lstStyle/>
          <a:p>
            <a:r>
              <a:rPr lang="en-US" sz="1400" b="1">
                <a:latin typeface="Avenir Next LT Pro" panose="020B0504020202020204" pitchFamily="34" charset="0"/>
              </a:rPr>
              <a:t>Training</a:t>
            </a:r>
          </a:p>
        </p:txBody>
      </p:sp>
      <p:sp>
        <p:nvSpPr>
          <p:cNvPr id="45" name="TextBox 44">
            <a:extLst>
              <a:ext uri="{FF2B5EF4-FFF2-40B4-BE49-F238E27FC236}">
                <a16:creationId xmlns:a16="http://schemas.microsoft.com/office/drawing/2014/main" id="{52316A1C-7DCC-22F5-296D-7A54B9432AC4}"/>
              </a:ext>
            </a:extLst>
          </p:cNvPr>
          <p:cNvSpPr txBox="1"/>
          <p:nvPr/>
        </p:nvSpPr>
        <p:spPr>
          <a:xfrm>
            <a:off x="5358140" y="3767406"/>
            <a:ext cx="1045444" cy="307777"/>
          </a:xfrm>
          <a:prstGeom prst="rect">
            <a:avLst/>
          </a:prstGeom>
          <a:noFill/>
        </p:spPr>
        <p:txBody>
          <a:bodyPr wrap="square">
            <a:spAutoFit/>
          </a:bodyPr>
          <a:lstStyle/>
          <a:p>
            <a:r>
              <a:rPr lang="en-US" sz="1400" b="1">
                <a:latin typeface="Avenir Next LT Pro" panose="020B0504020202020204" pitchFamily="34" charset="0"/>
              </a:rPr>
              <a:t>Training</a:t>
            </a:r>
          </a:p>
        </p:txBody>
      </p:sp>
      <p:sp>
        <p:nvSpPr>
          <p:cNvPr id="46" name="TextBox 45">
            <a:extLst>
              <a:ext uri="{FF2B5EF4-FFF2-40B4-BE49-F238E27FC236}">
                <a16:creationId xmlns:a16="http://schemas.microsoft.com/office/drawing/2014/main" id="{1CEBCE86-0D86-0231-ADAF-3C63655FC5FD}"/>
              </a:ext>
            </a:extLst>
          </p:cNvPr>
          <p:cNvSpPr txBox="1"/>
          <p:nvPr/>
        </p:nvSpPr>
        <p:spPr>
          <a:xfrm>
            <a:off x="5386806" y="5192046"/>
            <a:ext cx="1045444" cy="307777"/>
          </a:xfrm>
          <a:prstGeom prst="rect">
            <a:avLst/>
          </a:prstGeom>
          <a:noFill/>
        </p:spPr>
        <p:txBody>
          <a:bodyPr wrap="square">
            <a:spAutoFit/>
          </a:bodyPr>
          <a:lstStyle/>
          <a:p>
            <a:r>
              <a:rPr lang="en-US" sz="1400" b="1">
                <a:latin typeface="Avenir Next LT Pro" panose="020B0504020202020204" pitchFamily="34" charset="0"/>
              </a:rPr>
              <a:t>Training</a:t>
            </a:r>
          </a:p>
        </p:txBody>
      </p:sp>
      <p:pic>
        <p:nvPicPr>
          <p:cNvPr id="48" name="Graphic 47" descr="Robot outline">
            <a:extLst>
              <a:ext uri="{FF2B5EF4-FFF2-40B4-BE49-F238E27FC236}">
                <a16:creationId xmlns:a16="http://schemas.microsoft.com/office/drawing/2014/main" id="{1F88F245-3BBD-8493-38DB-8567A7ABAE0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80950" y="2944136"/>
            <a:ext cx="914400" cy="914400"/>
          </a:xfrm>
          <a:prstGeom prst="rect">
            <a:avLst/>
          </a:prstGeom>
        </p:spPr>
      </p:pic>
      <p:pic>
        <p:nvPicPr>
          <p:cNvPr id="49" name="Graphic 48" descr="Robot outline">
            <a:extLst>
              <a:ext uri="{FF2B5EF4-FFF2-40B4-BE49-F238E27FC236}">
                <a16:creationId xmlns:a16="http://schemas.microsoft.com/office/drawing/2014/main" id="{7B53FC25-2EF9-28A7-42D1-75B1A7C0C84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66573" y="3877621"/>
            <a:ext cx="914400" cy="914400"/>
          </a:xfrm>
          <a:prstGeom prst="rect">
            <a:avLst/>
          </a:prstGeom>
        </p:spPr>
      </p:pic>
      <p:pic>
        <p:nvPicPr>
          <p:cNvPr id="50" name="Graphic 49" descr="Robot outline">
            <a:extLst>
              <a:ext uri="{FF2B5EF4-FFF2-40B4-BE49-F238E27FC236}">
                <a16:creationId xmlns:a16="http://schemas.microsoft.com/office/drawing/2014/main" id="{E5AB5BC9-7564-00E0-8877-381DF3B4646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66573" y="4985952"/>
            <a:ext cx="914400" cy="914400"/>
          </a:xfrm>
          <a:prstGeom prst="rect">
            <a:avLst/>
          </a:prstGeom>
        </p:spPr>
      </p:pic>
      <p:cxnSp>
        <p:nvCxnSpPr>
          <p:cNvPr id="52" name="Straight Arrow Connector 51">
            <a:extLst>
              <a:ext uri="{FF2B5EF4-FFF2-40B4-BE49-F238E27FC236}">
                <a16:creationId xmlns:a16="http://schemas.microsoft.com/office/drawing/2014/main" id="{6FE08727-4FDB-7FEC-31D5-E4085362EC80}"/>
              </a:ext>
            </a:extLst>
          </p:cNvPr>
          <p:cNvCxnSpPr>
            <a:cxnSpLocks/>
          </p:cNvCxnSpPr>
          <p:nvPr/>
        </p:nvCxnSpPr>
        <p:spPr>
          <a:xfrm>
            <a:off x="7976558" y="2195177"/>
            <a:ext cx="0" cy="7936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791BCF31-D826-BFC8-8C7F-2AE47FA73019}"/>
              </a:ext>
            </a:extLst>
          </p:cNvPr>
          <p:cNvCxnSpPr>
            <a:cxnSpLocks/>
          </p:cNvCxnSpPr>
          <p:nvPr/>
        </p:nvCxnSpPr>
        <p:spPr>
          <a:xfrm>
            <a:off x="7297766" y="3526566"/>
            <a:ext cx="1294143" cy="759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5" name="TextBox 54">
            <a:extLst>
              <a:ext uri="{FF2B5EF4-FFF2-40B4-BE49-F238E27FC236}">
                <a16:creationId xmlns:a16="http://schemas.microsoft.com/office/drawing/2014/main" id="{4AB25BF7-C421-85B7-006A-AC0894A3E250}"/>
              </a:ext>
            </a:extLst>
          </p:cNvPr>
          <p:cNvSpPr txBox="1"/>
          <p:nvPr/>
        </p:nvSpPr>
        <p:spPr>
          <a:xfrm>
            <a:off x="7472715" y="3157234"/>
            <a:ext cx="1270689" cy="307777"/>
          </a:xfrm>
          <a:prstGeom prst="rect">
            <a:avLst/>
          </a:prstGeom>
          <a:noFill/>
        </p:spPr>
        <p:txBody>
          <a:bodyPr wrap="square">
            <a:spAutoFit/>
          </a:bodyPr>
          <a:lstStyle/>
          <a:p>
            <a:r>
              <a:rPr lang="en-US" sz="1400" b="1">
                <a:latin typeface="Avenir Next LT Pro" panose="020B0504020202020204" pitchFamily="34" charset="0"/>
              </a:rPr>
              <a:t>Prediction</a:t>
            </a:r>
          </a:p>
        </p:txBody>
      </p:sp>
      <p:cxnSp>
        <p:nvCxnSpPr>
          <p:cNvPr id="57" name="Straight Arrow Connector 56">
            <a:extLst>
              <a:ext uri="{FF2B5EF4-FFF2-40B4-BE49-F238E27FC236}">
                <a16:creationId xmlns:a16="http://schemas.microsoft.com/office/drawing/2014/main" id="{E5A5DFB2-B404-2C71-AA89-55CDA82C9EB0}"/>
              </a:ext>
            </a:extLst>
          </p:cNvPr>
          <p:cNvCxnSpPr>
            <a:cxnSpLocks/>
          </p:cNvCxnSpPr>
          <p:nvPr/>
        </p:nvCxnSpPr>
        <p:spPr>
          <a:xfrm flipV="1">
            <a:off x="7359940" y="4200232"/>
            <a:ext cx="1169793" cy="117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8" name="TextBox 57">
            <a:extLst>
              <a:ext uri="{FF2B5EF4-FFF2-40B4-BE49-F238E27FC236}">
                <a16:creationId xmlns:a16="http://schemas.microsoft.com/office/drawing/2014/main" id="{90AE405D-39C7-C73E-F0B6-7023B6D4401E}"/>
              </a:ext>
            </a:extLst>
          </p:cNvPr>
          <p:cNvSpPr txBox="1"/>
          <p:nvPr/>
        </p:nvSpPr>
        <p:spPr>
          <a:xfrm>
            <a:off x="7467363" y="3869477"/>
            <a:ext cx="1171648" cy="307777"/>
          </a:xfrm>
          <a:prstGeom prst="rect">
            <a:avLst/>
          </a:prstGeom>
          <a:noFill/>
        </p:spPr>
        <p:txBody>
          <a:bodyPr wrap="square">
            <a:spAutoFit/>
          </a:bodyPr>
          <a:lstStyle/>
          <a:p>
            <a:r>
              <a:rPr lang="en-US" sz="1400" b="1">
                <a:latin typeface="Avenir Next LT Pro" panose="020B0504020202020204" pitchFamily="34" charset="0"/>
              </a:rPr>
              <a:t>Prediction</a:t>
            </a:r>
          </a:p>
        </p:txBody>
      </p:sp>
      <p:cxnSp>
        <p:nvCxnSpPr>
          <p:cNvPr id="59" name="Straight Arrow Connector 58">
            <a:extLst>
              <a:ext uri="{FF2B5EF4-FFF2-40B4-BE49-F238E27FC236}">
                <a16:creationId xmlns:a16="http://schemas.microsoft.com/office/drawing/2014/main" id="{5487BC56-F96F-9B93-1035-D16DA2098E60}"/>
              </a:ext>
            </a:extLst>
          </p:cNvPr>
          <p:cNvCxnSpPr>
            <a:cxnSpLocks/>
          </p:cNvCxnSpPr>
          <p:nvPr/>
        </p:nvCxnSpPr>
        <p:spPr>
          <a:xfrm>
            <a:off x="7423925" y="5499823"/>
            <a:ext cx="119514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0" name="TextBox 59">
            <a:extLst>
              <a:ext uri="{FF2B5EF4-FFF2-40B4-BE49-F238E27FC236}">
                <a16:creationId xmlns:a16="http://schemas.microsoft.com/office/drawing/2014/main" id="{6DC308E2-BA55-4015-4DD5-2E55F23CF1CB}"/>
              </a:ext>
            </a:extLst>
          </p:cNvPr>
          <p:cNvSpPr txBox="1"/>
          <p:nvPr/>
        </p:nvSpPr>
        <p:spPr>
          <a:xfrm>
            <a:off x="7510802" y="5166683"/>
            <a:ext cx="1158812" cy="307777"/>
          </a:xfrm>
          <a:prstGeom prst="rect">
            <a:avLst/>
          </a:prstGeom>
          <a:noFill/>
        </p:spPr>
        <p:txBody>
          <a:bodyPr wrap="square">
            <a:spAutoFit/>
          </a:bodyPr>
          <a:lstStyle/>
          <a:p>
            <a:r>
              <a:rPr lang="en-US" sz="1400" b="1">
                <a:latin typeface="Avenir Next LT Pro" panose="020B0504020202020204" pitchFamily="34" charset="0"/>
              </a:rPr>
              <a:t>Prediction</a:t>
            </a:r>
          </a:p>
        </p:txBody>
      </p:sp>
      <p:sp>
        <p:nvSpPr>
          <p:cNvPr id="63" name="TextBox 62">
            <a:extLst>
              <a:ext uri="{FF2B5EF4-FFF2-40B4-BE49-F238E27FC236}">
                <a16:creationId xmlns:a16="http://schemas.microsoft.com/office/drawing/2014/main" id="{8C735E55-227C-7173-FE00-B2A617D51679}"/>
              </a:ext>
            </a:extLst>
          </p:cNvPr>
          <p:cNvSpPr txBox="1"/>
          <p:nvPr/>
        </p:nvSpPr>
        <p:spPr>
          <a:xfrm>
            <a:off x="6266809" y="2674145"/>
            <a:ext cx="1313928" cy="276999"/>
          </a:xfrm>
          <a:prstGeom prst="rect">
            <a:avLst/>
          </a:prstGeom>
          <a:noFill/>
        </p:spPr>
        <p:txBody>
          <a:bodyPr wrap="square">
            <a:spAutoFit/>
          </a:bodyPr>
          <a:lstStyle/>
          <a:p>
            <a:r>
              <a:rPr lang="en-US" sz="1200" b="1">
                <a:latin typeface="Avenir Next LT Pro" panose="020B0504020202020204" pitchFamily="34" charset="0"/>
              </a:rPr>
              <a:t>Weak learner 1</a:t>
            </a:r>
          </a:p>
        </p:txBody>
      </p:sp>
      <p:sp>
        <p:nvSpPr>
          <p:cNvPr id="2048" name="TextBox 2047">
            <a:extLst>
              <a:ext uri="{FF2B5EF4-FFF2-40B4-BE49-F238E27FC236}">
                <a16:creationId xmlns:a16="http://schemas.microsoft.com/office/drawing/2014/main" id="{3C8E29D4-07E8-800E-0D9E-6EFD37842F84}"/>
              </a:ext>
            </a:extLst>
          </p:cNvPr>
          <p:cNvSpPr txBox="1"/>
          <p:nvPr/>
        </p:nvSpPr>
        <p:spPr>
          <a:xfrm>
            <a:off x="6340577" y="5884781"/>
            <a:ext cx="1313928" cy="276999"/>
          </a:xfrm>
          <a:prstGeom prst="rect">
            <a:avLst/>
          </a:prstGeom>
          <a:noFill/>
        </p:spPr>
        <p:txBody>
          <a:bodyPr wrap="square">
            <a:spAutoFit/>
          </a:bodyPr>
          <a:lstStyle/>
          <a:p>
            <a:r>
              <a:rPr lang="en-US" sz="1200" b="1">
                <a:latin typeface="Avenir Next LT Pro" panose="020B0504020202020204" pitchFamily="34" charset="0"/>
              </a:rPr>
              <a:t>Weak learner n</a:t>
            </a:r>
          </a:p>
        </p:txBody>
      </p:sp>
      <p:pic>
        <p:nvPicPr>
          <p:cNvPr id="2051" name="Picture 2050">
            <a:extLst>
              <a:ext uri="{FF2B5EF4-FFF2-40B4-BE49-F238E27FC236}">
                <a16:creationId xmlns:a16="http://schemas.microsoft.com/office/drawing/2014/main" id="{22F58A3F-862F-6E4D-11AE-39ECBF16A45B}"/>
              </a:ext>
            </a:extLst>
          </p:cNvPr>
          <p:cNvPicPr>
            <a:picLocks noChangeAspect="1"/>
          </p:cNvPicPr>
          <p:nvPr/>
        </p:nvPicPr>
        <p:blipFill>
          <a:blip r:embed="rId3">
            <a:extLst>
              <a:ext uri="{28A0092B-C50C-407E-A947-70E740481C1C}">
                <a14:useLocalDpi xmlns:a14="http://schemas.microsoft.com/office/drawing/2010/main" val="0"/>
              </a:ext>
            </a:extLst>
          </a:blip>
          <a:srcRect l="7882" t="46681" r="15701" b="50002"/>
          <a:stretch>
            <a:fillRect/>
          </a:stretch>
        </p:blipFill>
        <p:spPr>
          <a:xfrm>
            <a:off x="6432250" y="1936312"/>
            <a:ext cx="3403263" cy="174162"/>
          </a:xfrm>
          <a:prstGeom prst="rect">
            <a:avLst/>
          </a:prstGeom>
          <a:ln>
            <a:noFill/>
          </a:ln>
          <a:effectLst>
            <a:outerShdw blurRad="292100" dist="139700" dir="2700000" algn="tl" rotWithShape="0">
              <a:srgbClr val="333333">
                <a:alpha val="65000"/>
              </a:srgbClr>
            </a:outerShdw>
          </a:effectLst>
        </p:spPr>
      </p:pic>
      <p:sp>
        <p:nvSpPr>
          <p:cNvPr id="2052" name="TextBox 2051">
            <a:extLst>
              <a:ext uri="{FF2B5EF4-FFF2-40B4-BE49-F238E27FC236}">
                <a16:creationId xmlns:a16="http://schemas.microsoft.com/office/drawing/2014/main" id="{8E88A38B-6A51-32A3-1FE7-343C662B884E}"/>
              </a:ext>
            </a:extLst>
          </p:cNvPr>
          <p:cNvSpPr txBox="1"/>
          <p:nvPr/>
        </p:nvSpPr>
        <p:spPr>
          <a:xfrm>
            <a:off x="7580737" y="1526041"/>
            <a:ext cx="1362973" cy="338554"/>
          </a:xfrm>
          <a:prstGeom prst="rect">
            <a:avLst/>
          </a:prstGeom>
          <a:noFill/>
        </p:spPr>
        <p:txBody>
          <a:bodyPr wrap="square">
            <a:spAutoFit/>
          </a:bodyPr>
          <a:lstStyle/>
          <a:p>
            <a:r>
              <a:rPr lang="en-US" sz="1600">
                <a:latin typeface="Avenir Next LT Pro" panose="020B0504020202020204" pitchFamily="34" charset="0"/>
              </a:rPr>
              <a:t>Test set</a:t>
            </a:r>
          </a:p>
        </p:txBody>
      </p:sp>
      <p:sp>
        <p:nvSpPr>
          <p:cNvPr id="2055" name="TextBox 2054">
            <a:extLst>
              <a:ext uri="{FF2B5EF4-FFF2-40B4-BE49-F238E27FC236}">
                <a16:creationId xmlns:a16="http://schemas.microsoft.com/office/drawing/2014/main" id="{956E6023-9AAF-42D5-C689-049EC1E014AB}"/>
              </a:ext>
            </a:extLst>
          </p:cNvPr>
          <p:cNvSpPr txBox="1"/>
          <p:nvPr/>
        </p:nvSpPr>
        <p:spPr>
          <a:xfrm>
            <a:off x="8806558" y="3333610"/>
            <a:ext cx="1158813" cy="369332"/>
          </a:xfrm>
          <a:prstGeom prst="rect">
            <a:avLst/>
          </a:prstGeom>
          <a:noFill/>
        </p:spPr>
        <p:txBody>
          <a:bodyPr wrap="square">
            <a:spAutoFit/>
          </a:bodyPr>
          <a:lstStyle/>
          <a:p>
            <a:r>
              <a:rPr lang="en-US">
                <a:solidFill>
                  <a:srgbClr val="00B050"/>
                </a:solidFill>
                <a:latin typeface="Avenir Next LT Pro" panose="020B0504020202020204" pitchFamily="34" charset="0"/>
              </a:rPr>
              <a:t>Liked</a:t>
            </a:r>
          </a:p>
        </p:txBody>
      </p:sp>
      <p:sp>
        <p:nvSpPr>
          <p:cNvPr id="2056" name="TextBox 2055">
            <a:extLst>
              <a:ext uri="{FF2B5EF4-FFF2-40B4-BE49-F238E27FC236}">
                <a16:creationId xmlns:a16="http://schemas.microsoft.com/office/drawing/2014/main" id="{62E3DA79-6587-7F13-500C-7E1FC30B65FE}"/>
              </a:ext>
            </a:extLst>
          </p:cNvPr>
          <p:cNvSpPr txBox="1"/>
          <p:nvPr/>
        </p:nvSpPr>
        <p:spPr>
          <a:xfrm>
            <a:off x="8790562" y="4015565"/>
            <a:ext cx="1158813" cy="369332"/>
          </a:xfrm>
          <a:prstGeom prst="rect">
            <a:avLst/>
          </a:prstGeom>
          <a:noFill/>
        </p:spPr>
        <p:txBody>
          <a:bodyPr wrap="square">
            <a:spAutoFit/>
          </a:bodyPr>
          <a:lstStyle/>
          <a:p>
            <a:r>
              <a:rPr lang="en-US">
                <a:solidFill>
                  <a:srgbClr val="00B050"/>
                </a:solidFill>
                <a:latin typeface="Avenir Next LT Pro" panose="020B0504020202020204" pitchFamily="34" charset="0"/>
              </a:rPr>
              <a:t>Liked</a:t>
            </a:r>
          </a:p>
        </p:txBody>
      </p:sp>
      <p:sp>
        <p:nvSpPr>
          <p:cNvPr id="2057" name="TextBox 2056">
            <a:extLst>
              <a:ext uri="{FF2B5EF4-FFF2-40B4-BE49-F238E27FC236}">
                <a16:creationId xmlns:a16="http://schemas.microsoft.com/office/drawing/2014/main" id="{A7621649-3B30-A01C-6096-417AEF3AAB5C}"/>
              </a:ext>
            </a:extLst>
          </p:cNvPr>
          <p:cNvSpPr txBox="1"/>
          <p:nvPr/>
        </p:nvSpPr>
        <p:spPr>
          <a:xfrm>
            <a:off x="8743407" y="5320571"/>
            <a:ext cx="1158813" cy="369332"/>
          </a:xfrm>
          <a:prstGeom prst="rect">
            <a:avLst/>
          </a:prstGeom>
          <a:noFill/>
        </p:spPr>
        <p:txBody>
          <a:bodyPr wrap="square">
            <a:spAutoFit/>
          </a:bodyPr>
          <a:lstStyle/>
          <a:p>
            <a:r>
              <a:rPr lang="en-US">
                <a:solidFill>
                  <a:srgbClr val="00B050"/>
                </a:solidFill>
                <a:latin typeface="Avenir Next LT Pro" panose="020B0504020202020204" pitchFamily="34" charset="0"/>
              </a:rPr>
              <a:t>Not liked</a:t>
            </a:r>
          </a:p>
        </p:txBody>
      </p:sp>
      <p:cxnSp>
        <p:nvCxnSpPr>
          <p:cNvPr id="2058" name="Straight Arrow Connector 2057">
            <a:extLst>
              <a:ext uri="{FF2B5EF4-FFF2-40B4-BE49-F238E27FC236}">
                <a16:creationId xmlns:a16="http://schemas.microsoft.com/office/drawing/2014/main" id="{0BC9DE14-E128-0040-CDF1-E69D787B6711}"/>
              </a:ext>
            </a:extLst>
          </p:cNvPr>
          <p:cNvCxnSpPr>
            <a:cxnSpLocks/>
            <a:stCxn id="2" idx="3"/>
          </p:cNvCxnSpPr>
          <p:nvPr/>
        </p:nvCxnSpPr>
        <p:spPr>
          <a:xfrm>
            <a:off x="2937569" y="4413737"/>
            <a:ext cx="1162623" cy="180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62" name="Straight Arrow Connector 2061">
            <a:extLst>
              <a:ext uri="{FF2B5EF4-FFF2-40B4-BE49-F238E27FC236}">
                <a16:creationId xmlns:a16="http://schemas.microsoft.com/office/drawing/2014/main" id="{F17CD788-E3BC-6064-F87D-FBBC9CB1395F}"/>
              </a:ext>
            </a:extLst>
          </p:cNvPr>
          <p:cNvCxnSpPr>
            <a:cxnSpLocks/>
            <a:stCxn id="2" idx="3"/>
          </p:cNvCxnSpPr>
          <p:nvPr/>
        </p:nvCxnSpPr>
        <p:spPr>
          <a:xfrm>
            <a:off x="2937569" y="4413737"/>
            <a:ext cx="1140768" cy="541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67" name="Right Brace 2066">
            <a:extLst>
              <a:ext uri="{FF2B5EF4-FFF2-40B4-BE49-F238E27FC236}">
                <a16:creationId xmlns:a16="http://schemas.microsoft.com/office/drawing/2014/main" id="{7B7088FE-1608-7E23-0A9F-AEEA30A5F686}"/>
              </a:ext>
            </a:extLst>
          </p:cNvPr>
          <p:cNvSpPr/>
          <p:nvPr/>
        </p:nvSpPr>
        <p:spPr>
          <a:xfrm>
            <a:off x="9954343" y="3311122"/>
            <a:ext cx="356558" cy="2347334"/>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latin typeface="Avenir Next LT Pro" panose="020B0504020202020204" pitchFamily="34" charset="0"/>
            </a:endParaRPr>
          </a:p>
        </p:txBody>
      </p:sp>
      <p:sp>
        <p:nvSpPr>
          <p:cNvPr id="2068" name="TextBox 2067">
            <a:extLst>
              <a:ext uri="{FF2B5EF4-FFF2-40B4-BE49-F238E27FC236}">
                <a16:creationId xmlns:a16="http://schemas.microsoft.com/office/drawing/2014/main" id="{15B560FA-8F65-D740-339B-82E40D91D325}"/>
              </a:ext>
            </a:extLst>
          </p:cNvPr>
          <p:cNvSpPr txBox="1"/>
          <p:nvPr/>
        </p:nvSpPr>
        <p:spPr>
          <a:xfrm>
            <a:off x="9623841" y="2949383"/>
            <a:ext cx="1195145" cy="276999"/>
          </a:xfrm>
          <a:prstGeom prst="rect">
            <a:avLst/>
          </a:prstGeom>
          <a:noFill/>
        </p:spPr>
        <p:txBody>
          <a:bodyPr wrap="square">
            <a:spAutoFit/>
          </a:bodyPr>
          <a:lstStyle/>
          <a:p>
            <a:r>
              <a:rPr lang="en-US" sz="1200" b="1">
                <a:latin typeface="Avenir Next LT Pro" panose="020B0504020202020204" pitchFamily="34" charset="0"/>
              </a:rPr>
              <a:t>Aggregation</a:t>
            </a:r>
          </a:p>
        </p:txBody>
      </p:sp>
      <p:sp>
        <p:nvSpPr>
          <p:cNvPr id="2069" name="TextBox 2068">
            <a:extLst>
              <a:ext uri="{FF2B5EF4-FFF2-40B4-BE49-F238E27FC236}">
                <a16:creationId xmlns:a16="http://schemas.microsoft.com/office/drawing/2014/main" id="{E713B8F5-BD54-6CEC-EA57-01C19E518CF8}"/>
              </a:ext>
            </a:extLst>
          </p:cNvPr>
          <p:cNvSpPr txBox="1"/>
          <p:nvPr/>
        </p:nvSpPr>
        <p:spPr>
          <a:xfrm>
            <a:off x="10550185" y="4300123"/>
            <a:ext cx="1158813" cy="369332"/>
          </a:xfrm>
          <a:prstGeom prst="rect">
            <a:avLst/>
          </a:prstGeom>
          <a:noFill/>
        </p:spPr>
        <p:txBody>
          <a:bodyPr wrap="square">
            <a:spAutoFit/>
          </a:bodyPr>
          <a:lstStyle/>
          <a:p>
            <a:r>
              <a:rPr lang="en-US">
                <a:solidFill>
                  <a:srgbClr val="00B050"/>
                </a:solidFill>
                <a:latin typeface="Avenir Next LT Pro" panose="020B0504020202020204" pitchFamily="34" charset="0"/>
              </a:rPr>
              <a:t>Liked</a:t>
            </a:r>
          </a:p>
        </p:txBody>
      </p:sp>
      <p:sp>
        <p:nvSpPr>
          <p:cNvPr id="2070" name="TextBox 2069">
            <a:extLst>
              <a:ext uri="{FF2B5EF4-FFF2-40B4-BE49-F238E27FC236}">
                <a16:creationId xmlns:a16="http://schemas.microsoft.com/office/drawing/2014/main" id="{0925D034-50DA-A9A6-A59A-66E9AFDBC91B}"/>
              </a:ext>
            </a:extLst>
          </p:cNvPr>
          <p:cNvSpPr txBox="1"/>
          <p:nvPr/>
        </p:nvSpPr>
        <p:spPr>
          <a:xfrm>
            <a:off x="10515583" y="4061732"/>
            <a:ext cx="1195145" cy="276999"/>
          </a:xfrm>
          <a:prstGeom prst="rect">
            <a:avLst/>
          </a:prstGeom>
          <a:noFill/>
        </p:spPr>
        <p:txBody>
          <a:bodyPr wrap="square">
            <a:spAutoFit/>
          </a:bodyPr>
          <a:lstStyle/>
          <a:p>
            <a:r>
              <a:rPr lang="en-US" sz="1200" b="1">
                <a:latin typeface="Avenir Next LT Pro" panose="020B0504020202020204" pitchFamily="34" charset="0"/>
              </a:rPr>
              <a:t>Decision</a:t>
            </a:r>
          </a:p>
        </p:txBody>
      </p:sp>
    </p:spTree>
    <p:extLst>
      <p:ext uri="{BB962C8B-B14F-4D97-AF65-F5344CB8AC3E}">
        <p14:creationId xmlns:p14="http://schemas.microsoft.com/office/powerpoint/2010/main" val="903074156"/>
      </p:ext>
    </p:extLst>
  </p:cSld>
  <p:clrMapOvr>
    <a:masterClrMapping/>
  </p:clrMapOvr>
  <p:transition spd="med">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F3521-8968-066F-1D5A-854FE7D0C58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9D14082-849B-BA66-4DD0-7E3234C0775A}"/>
              </a:ext>
            </a:extLst>
          </p:cNvPr>
          <p:cNvSpPr txBox="1">
            <a:spLocks/>
          </p:cNvSpPr>
          <p:nvPr/>
        </p:nvSpPr>
        <p:spPr>
          <a:xfrm>
            <a:off x="238248" y="202976"/>
            <a:ext cx="8224622" cy="87877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200">
                <a:solidFill>
                  <a:sysClr val="windowText" lastClr="000000"/>
                </a:solidFill>
                <a:latin typeface="Posterama"/>
              </a:rPr>
              <a:t>Random Forests</a:t>
            </a:r>
            <a:endParaRPr kumimoji="0" lang="en-US" sz="3200" b="1" i="0" u="none" strike="noStrike" kern="1200" cap="all" spc="0" normalizeH="0" baseline="0" noProof="0">
              <a:ln>
                <a:noFill/>
              </a:ln>
              <a:solidFill>
                <a:sysClr val="windowText" lastClr="000000"/>
              </a:solidFill>
              <a:effectLst/>
              <a:uLnTx/>
              <a:uFillTx/>
              <a:latin typeface="Posterama"/>
              <a:ea typeface="+mj-ea"/>
              <a:cs typeface="+mj-cs"/>
            </a:endParaRPr>
          </a:p>
        </p:txBody>
      </p:sp>
      <p:sp>
        <p:nvSpPr>
          <p:cNvPr id="3" name="TextBox 2">
            <a:extLst>
              <a:ext uri="{FF2B5EF4-FFF2-40B4-BE49-F238E27FC236}">
                <a16:creationId xmlns:a16="http://schemas.microsoft.com/office/drawing/2014/main" id="{18F2A633-295E-D2EA-0609-E96A2A7BE437}"/>
              </a:ext>
            </a:extLst>
          </p:cNvPr>
          <p:cNvSpPr txBox="1"/>
          <p:nvPr/>
        </p:nvSpPr>
        <p:spPr>
          <a:xfrm>
            <a:off x="265328" y="897082"/>
            <a:ext cx="5375826" cy="2585323"/>
          </a:xfrm>
          <a:prstGeom prst="rect">
            <a:avLst/>
          </a:prstGeom>
          <a:noFill/>
        </p:spPr>
        <p:txBody>
          <a:bodyPr wrap="square">
            <a:spAutoFit/>
          </a:bodyPr>
          <a:lstStyle/>
          <a:p>
            <a:r>
              <a:rPr lang="en-US">
                <a:latin typeface="Avenir Next LT Pro" panose="020B0504020202020204" pitchFamily="34" charset="0"/>
              </a:rPr>
              <a:t>Bagging is cool, however, imagine our situation:</a:t>
            </a:r>
          </a:p>
          <a:p>
            <a:endParaRPr lang="en-US">
              <a:latin typeface="Avenir Next LT Pro" panose="020B0504020202020204" pitchFamily="34" charset="0"/>
            </a:endParaRPr>
          </a:p>
          <a:p>
            <a:endParaRPr lang="en-US">
              <a:latin typeface="Avenir Next LT Pro" panose="020B0504020202020204" pitchFamily="34" charset="0"/>
            </a:endParaRPr>
          </a:p>
          <a:p>
            <a:r>
              <a:rPr lang="en-US">
                <a:latin typeface="Avenir Next LT Pro" panose="020B0504020202020204" pitchFamily="34" charset="0"/>
              </a:rPr>
              <a:t>Since “Wait time” is strong predictor of target variable, regardless of the data fraction we use for constructing trees, most trees will be similar.</a:t>
            </a:r>
          </a:p>
          <a:p>
            <a:endParaRPr lang="en-US">
              <a:latin typeface="Avenir Next LT Pro" panose="020B0504020202020204" pitchFamily="34" charset="0"/>
            </a:endParaRPr>
          </a:p>
          <a:p>
            <a:r>
              <a:rPr lang="en-US">
                <a:latin typeface="Avenir Next LT Pro" panose="020B0504020202020204" pitchFamily="34" charset="0"/>
              </a:rPr>
              <a:t>Let’s add one more layer of randomness:</a:t>
            </a:r>
          </a:p>
          <a:p>
            <a:endParaRPr lang="en-US">
              <a:latin typeface="Avenir Next LT Pro" panose="020B0504020202020204" pitchFamily="34" charset="0"/>
            </a:endParaRPr>
          </a:p>
        </p:txBody>
      </p:sp>
      <p:sp>
        <p:nvSpPr>
          <p:cNvPr id="2" name="Rectangle: Rounded Corners 1">
            <a:extLst>
              <a:ext uri="{FF2B5EF4-FFF2-40B4-BE49-F238E27FC236}">
                <a16:creationId xmlns:a16="http://schemas.microsoft.com/office/drawing/2014/main" id="{8BFA7CB5-1ADB-19B9-9D58-E69A11875CC5}"/>
              </a:ext>
            </a:extLst>
          </p:cNvPr>
          <p:cNvSpPr/>
          <p:nvPr/>
        </p:nvSpPr>
        <p:spPr>
          <a:xfrm>
            <a:off x="7619516" y="393161"/>
            <a:ext cx="2169374" cy="741238"/>
          </a:xfrm>
          <a:prstGeom prst="roundRect">
            <a:avLst/>
          </a:prstGeom>
          <a:noFill/>
          <a:ln w="2857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4" name="Rectangle: Rounded Corners 3">
            <a:extLst>
              <a:ext uri="{FF2B5EF4-FFF2-40B4-BE49-F238E27FC236}">
                <a16:creationId xmlns:a16="http://schemas.microsoft.com/office/drawing/2014/main" id="{597872D1-29AF-A3D4-214B-90B6E69182EF}"/>
              </a:ext>
            </a:extLst>
          </p:cNvPr>
          <p:cNvSpPr/>
          <p:nvPr/>
        </p:nvSpPr>
        <p:spPr>
          <a:xfrm>
            <a:off x="5756803" y="1643302"/>
            <a:ext cx="1938076" cy="700511"/>
          </a:xfrm>
          <a:prstGeom prst="roundRect">
            <a:avLst/>
          </a:prstGeom>
          <a:noFill/>
          <a:ln w="2857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cxnSp>
        <p:nvCxnSpPr>
          <p:cNvPr id="6" name="Straight Arrow Connector 5">
            <a:extLst>
              <a:ext uri="{FF2B5EF4-FFF2-40B4-BE49-F238E27FC236}">
                <a16:creationId xmlns:a16="http://schemas.microsoft.com/office/drawing/2014/main" id="{163E7005-AF90-1EA8-B16A-377686A3653B}"/>
              </a:ext>
            </a:extLst>
          </p:cNvPr>
          <p:cNvCxnSpPr>
            <a:cxnSpLocks/>
            <a:stCxn id="2" idx="2"/>
            <a:endCxn id="4" idx="0"/>
          </p:cNvCxnSpPr>
          <p:nvPr/>
        </p:nvCxnSpPr>
        <p:spPr>
          <a:xfrm flipH="1">
            <a:off x="6725841" y="1134399"/>
            <a:ext cx="1978362" cy="5089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E93CC866-D27F-2ED9-61E9-AA725062518E}"/>
              </a:ext>
            </a:extLst>
          </p:cNvPr>
          <p:cNvCxnSpPr>
            <a:cxnSpLocks/>
            <a:stCxn id="2" idx="2"/>
            <a:endCxn id="8" idx="0"/>
          </p:cNvCxnSpPr>
          <p:nvPr/>
        </p:nvCxnSpPr>
        <p:spPr>
          <a:xfrm>
            <a:off x="8704203" y="1134399"/>
            <a:ext cx="1943463" cy="4554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Oval 7">
            <a:extLst>
              <a:ext uri="{FF2B5EF4-FFF2-40B4-BE49-F238E27FC236}">
                <a16:creationId xmlns:a16="http://schemas.microsoft.com/office/drawing/2014/main" id="{D2475F20-5B2A-9A42-69E2-9BB12227D2E0}"/>
              </a:ext>
            </a:extLst>
          </p:cNvPr>
          <p:cNvSpPr/>
          <p:nvPr/>
        </p:nvSpPr>
        <p:spPr>
          <a:xfrm>
            <a:off x="9928798" y="1589828"/>
            <a:ext cx="1437736" cy="700511"/>
          </a:xfrm>
          <a:prstGeom prst="ellipse">
            <a:avLst/>
          </a:prstGeom>
          <a:noFill/>
          <a:ln w="1905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9" name="TextBox 8">
            <a:extLst>
              <a:ext uri="{FF2B5EF4-FFF2-40B4-BE49-F238E27FC236}">
                <a16:creationId xmlns:a16="http://schemas.microsoft.com/office/drawing/2014/main" id="{8F58057D-700C-8FDD-61B3-5DCD6134C5AF}"/>
              </a:ext>
            </a:extLst>
          </p:cNvPr>
          <p:cNvSpPr txBox="1"/>
          <p:nvPr/>
        </p:nvSpPr>
        <p:spPr>
          <a:xfrm>
            <a:off x="7619516" y="607331"/>
            <a:ext cx="2169374" cy="438582"/>
          </a:xfrm>
          <a:prstGeom prst="rect">
            <a:avLst/>
          </a:prstGeom>
          <a:noFill/>
        </p:spPr>
        <p:txBody>
          <a:bodyPr wrap="square">
            <a:spAutoFit/>
          </a:bodyPr>
          <a:lstStyle/>
          <a:p>
            <a:pPr algn="ctr">
              <a:buNone/>
            </a:pPr>
            <a:r>
              <a:rPr lang="en-US" sz="1200" b="1">
                <a:latin typeface="Avenir Next LT Pro" panose="020B0504020202020204" pitchFamily="34" charset="0"/>
              </a:rPr>
              <a:t>Wait time: &lt; 30</a:t>
            </a:r>
          </a:p>
          <a:p>
            <a:pPr algn="ctr">
              <a:buNone/>
            </a:pPr>
            <a:r>
              <a:rPr lang="en-US" sz="1050">
                <a:latin typeface="Avenir Next LT Pro" panose="020B0504020202020204" pitchFamily="34" charset="0"/>
              </a:rPr>
              <a:t>7 samples, </a:t>
            </a:r>
            <a:r>
              <a:rPr lang="en-US" sz="1050" b="1">
                <a:solidFill>
                  <a:srgbClr val="00B050"/>
                </a:solidFill>
                <a:latin typeface="Avenir Next LT Pro" panose="020B0504020202020204" pitchFamily="34" charset="0"/>
              </a:rPr>
              <a:t>4Y</a:t>
            </a:r>
            <a:r>
              <a:rPr lang="en-US" sz="1050">
                <a:latin typeface="Avenir Next LT Pro" panose="020B0504020202020204" pitchFamily="34" charset="0"/>
              </a:rPr>
              <a:t> </a:t>
            </a:r>
            <a:r>
              <a:rPr lang="en-US" sz="1050" b="1">
                <a:solidFill>
                  <a:srgbClr val="C00000"/>
                </a:solidFill>
                <a:latin typeface="Avenir Next LT Pro" panose="020B0504020202020204" pitchFamily="34" charset="0"/>
              </a:rPr>
              <a:t>3N</a:t>
            </a:r>
          </a:p>
        </p:txBody>
      </p:sp>
      <p:sp>
        <p:nvSpPr>
          <p:cNvPr id="10" name="TextBox 9">
            <a:extLst>
              <a:ext uri="{FF2B5EF4-FFF2-40B4-BE49-F238E27FC236}">
                <a16:creationId xmlns:a16="http://schemas.microsoft.com/office/drawing/2014/main" id="{E8BFC8D8-A7D1-F732-6396-5134D89B8F6B}"/>
              </a:ext>
            </a:extLst>
          </p:cNvPr>
          <p:cNvSpPr txBox="1"/>
          <p:nvPr/>
        </p:nvSpPr>
        <p:spPr>
          <a:xfrm>
            <a:off x="7147309" y="1141486"/>
            <a:ext cx="755677" cy="307777"/>
          </a:xfrm>
          <a:prstGeom prst="rect">
            <a:avLst/>
          </a:prstGeom>
          <a:noFill/>
        </p:spPr>
        <p:txBody>
          <a:bodyPr wrap="square">
            <a:spAutoFit/>
          </a:bodyPr>
          <a:lstStyle/>
          <a:p>
            <a:r>
              <a:rPr lang="en-US" sz="1400">
                <a:latin typeface="Avenir Next LT Pro" panose="020B0504020202020204" pitchFamily="34" charset="0"/>
              </a:rPr>
              <a:t>Yes</a:t>
            </a:r>
            <a:endParaRPr lang="en-US" sz="1400"/>
          </a:p>
        </p:txBody>
      </p:sp>
      <p:sp>
        <p:nvSpPr>
          <p:cNvPr id="11" name="TextBox 10">
            <a:extLst>
              <a:ext uri="{FF2B5EF4-FFF2-40B4-BE49-F238E27FC236}">
                <a16:creationId xmlns:a16="http://schemas.microsoft.com/office/drawing/2014/main" id="{48499907-AB4D-856E-9F50-8BDA85A394C5}"/>
              </a:ext>
            </a:extLst>
          </p:cNvPr>
          <p:cNvSpPr txBox="1"/>
          <p:nvPr/>
        </p:nvSpPr>
        <p:spPr>
          <a:xfrm>
            <a:off x="9550960" y="1134399"/>
            <a:ext cx="755677" cy="307777"/>
          </a:xfrm>
          <a:prstGeom prst="rect">
            <a:avLst/>
          </a:prstGeom>
          <a:noFill/>
        </p:spPr>
        <p:txBody>
          <a:bodyPr wrap="square">
            <a:spAutoFit/>
          </a:bodyPr>
          <a:lstStyle/>
          <a:p>
            <a:r>
              <a:rPr lang="en-US" sz="1400">
                <a:latin typeface="Avenir Next LT Pro" panose="020B0504020202020204" pitchFamily="34" charset="0"/>
              </a:rPr>
              <a:t>No</a:t>
            </a:r>
            <a:endParaRPr lang="en-US" sz="1400"/>
          </a:p>
        </p:txBody>
      </p:sp>
      <p:sp>
        <p:nvSpPr>
          <p:cNvPr id="12" name="TextBox 11">
            <a:extLst>
              <a:ext uri="{FF2B5EF4-FFF2-40B4-BE49-F238E27FC236}">
                <a16:creationId xmlns:a16="http://schemas.microsoft.com/office/drawing/2014/main" id="{5BAD5F37-46C9-0A55-11C1-71BE3F7EFBA1}"/>
              </a:ext>
            </a:extLst>
          </p:cNvPr>
          <p:cNvSpPr txBox="1"/>
          <p:nvPr/>
        </p:nvSpPr>
        <p:spPr>
          <a:xfrm>
            <a:off x="10153083" y="1755417"/>
            <a:ext cx="1337095" cy="369332"/>
          </a:xfrm>
          <a:prstGeom prst="rect">
            <a:avLst/>
          </a:prstGeom>
          <a:noFill/>
        </p:spPr>
        <p:txBody>
          <a:bodyPr wrap="square">
            <a:spAutoFit/>
          </a:bodyPr>
          <a:lstStyle/>
          <a:p>
            <a:r>
              <a:rPr lang="en-US" b="1">
                <a:solidFill>
                  <a:srgbClr val="00B050"/>
                </a:solidFill>
                <a:latin typeface="Avenir Next LT Pro" panose="020B0504020202020204" pitchFamily="34" charset="0"/>
              </a:rPr>
              <a:t>0Y </a:t>
            </a:r>
            <a:r>
              <a:rPr lang="en-US" b="1">
                <a:solidFill>
                  <a:srgbClr val="C00000"/>
                </a:solidFill>
                <a:latin typeface="Avenir Next LT Pro" panose="020B0504020202020204" pitchFamily="34" charset="0"/>
              </a:rPr>
              <a:t>2N</a:t>
            </a:r>
            <a:endParaRPr lang="en-US">
              <a:solidFill>
                <a:srgbClr val="C00000"/>
              </a:solidFill>
            </a:endParaRPr>
          </a:p>
        </p:txBody>
      </p:sp>
      <p:sp>
        <p:nvSpPr>
          <p:cNvPr id="15" name="TextBox 14">
            <a:extLst>
              <a:ext uri="{FF2B5EF4-FFF2-40B4-BE49-F238E27FC236}">
                <a16:creationId xmlns:a16="http://schemas.microsoft.com/office/drawing/2014/main" id="{80F010B6-82BE-33EF-113D-DC20C22FAF2D}"/>
              </a:ext>
            </a:extLst>
          </p:cNvPr>
          <p:cNvSpPr txBox="1"/>
          <p:nvPr/>
        </p:nvSpPr>
        <p:spPr>
          <a:xfrm>
            <a:off x="5641154" y="1811915"/>
            <a:ext cx="2169374" cy="438582"/>
          </a:xfrm>
          <a:prstGeom prst="rect">
            <a:avLst/>
          </a:prstGeom>
          <a:noFill/>
        </p:spPr>
        <p:txBody>
          <a:bodyPr wrap="square">
            <a:spAutoFit/>
          </a:bodyPr>
          <a:lstStyle/>
          <a:p>
            <a:pPr algn="ctr">
              <a:buNone/>
            </a:pPr>
            <a:r>
              <a:rPr lang="en-US" sz="1200" b="1">
                <a:latin typeface="Avenir Next LT Pro" panose="020B0504020202020204" pitchFamily="34" charset="0"/>
              </a:rPr>
              <a:t>Appointment: In person?</a:t>
            </a:r>
          </a:p>
          <a:p>
            <a:pPr algn="ctr">
              <a:buNone/>
            </a:pPr>
            <a:r>
              <a:rPr lang="en-US" sz="1050">
                <a:latin typeface="Avenir Next LT Pro" panose="020B0504020202020204" pitchFamily="34" charset="0"/>
              </a:rPr>
              <a:t>5 samples, </a:t>
            </a:r>
            <a:r>
              <a:rPr lang="en-US" sz="1050" b="1">
                <a:solidFill>
                  <a:srgbClr val="00B050"/>
                </a:solidFill>
                <a:latin typeface="Avenir Next LT Pro" panose="020B0504020202020204" pitchFamily="34" charset="0"/>
              </a:rPr>
              <a:t>4Y</a:t>
            </a:r>
            <a:r>
              <a:rPr lang="en-US" sz="1050">
                <a:latin typeface="Avenir Next LT Pro" panose="020B0504020202020204" pitchFamily="34" charset="0"/>
              </a:rPr>
              <a:t> </a:t>
            </a:r>
            <a:r>
              <a:rPr lang="en-US" sz="1050" b="1">
                <a:solidFill>
                  <a:srgbClr val="C00000"/>
                </a:solidFill>
                <a:latin typeface="Avenir Next LT Pro" panose="020B0504020202020204" pitchFamily="34" charset="0"/>
              </a:rPr>
              <a:t>1N</a:t>
            </a:r>
          </a:p>
        </p:txBody>
      </p:sp>
      <p:pic>
        <p:nvPicPr>
          <p:cNvPr id="4098" name="Picture 2" descr="Decision tree - Free computer icons">
            <a:extLst>
              <a:ext uri="{FF2B5EF4-FFF2-40B4-BE49-F238E27FC236}">
                <a16:creationId xmlns:a16="http://schemas.microsoft.com/office/drawing/2014/main" id="{B1F324EC-D7BA-36E9-6554-B70EA70869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930" y="3846038"/>
            <a:ext cx="1385668" cy="1385668"/>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D4829286-937B-6668-3F08-F4BA1B17F491}"/>
              </a:ext>
            </a:extLst>
          </p:cNvPr>
          <p:cNvSpPr txBox="1"/>
          <p:nvPr/>
        </p:nvSpPr>
        <p:spPr>
          <a:xfrm>
            <a:off x="2232744" y="3291503"/>
            <a:ext cx="4291549" cy="646331"/>
          </a:xfrm>
          <a:prstGeom prst="rect">
            <a:avLst/>
          </a:prstGeom>
          <a:noFill/>
        </p:spPr>
        <p:txBody>
          <a:bodyPr wrap="square">
            <a:spAutoFit/>
          </a:bodyPr>
          <a:lstStyle/>
          <a:p>
            <a:r>
              <a:rPr lang="en-US">
                <a:latin typeface="Avenir Next LT Pro" panose="020B0504020202020204" pitchFamily="34" charset="0"/>
              </a:rPr>
              <a:t>Samples [4,8,10,28,56]</a:t>
            </a:r>
          </a:p>
          <a:p>
            <a:r>
              <a:rPr lang="en-US">
                <a:latin typeface="Avenir Next LT Pro" panose="020B0504020202020204" pitchFamily="34" charset="0"/>
              </a:rPr>
              <a:t>Features:  [Wait time, Staff experience]</a:t>
            </a:r>
          </a:p>
        </p:txBody>
      </p:sp>
      <p:sp>
        <p:nvSpPr>
          <p:cNvPr id="22" name="TextBox 21">
            <a:extLst>
              <a:ext uri="{FF2B5EF4-FFF2-40B4-BE49-F238E27FC236}">
                <a16:creationId xmlns:a16="http://schemas.microsoft.com/office/drawing/2014/main" id="{55BBE97C-A7B5-AA7F-6A7B-596A5B840FDD}"/>
              </a:ext>
            </a:extLst>
          </p:cNvPr>
          <p:cNvSpPr txBox="1"/>
          <p:nvPr/>
        </p:nvSpPr>
        <p:spPr>
          <a:xfrm>
            <a:off x="3142771" y="5231706"/>
            <a:ext cx="905608" cy="369332"/>
          </a:xfrm>
          <a:prstGeom prst="rect">
            <a:avLst/>
          </a:prstGeom>
          <a:noFill/>
        </p:spPr>
        <p:txBody>
          <a:bodyPr wrap="square">
            <a:spAutoFit/>
          </a:bodyPr>
          <a:lstStyle/>
          <a:p>
            <a:r>
              <a:rPr lang="en-US">
                <a:latin typeface="Avenir Next LT Pro" panose="020B0504020202020204" pitchFamily="34" charset="0"/>
              </a:rPr>
              <a:t>Tree 1 </a:t>
            </a:r>
          </a:p>
        </p:txBody>
      </p:sp>
      <p:pic>
        <p:nvPicPr>
          <p:cNvPr id="23" name="Picture 2" descr="Decision tree - Free computer icons">
            <a:extLst>
              <a:ext uri="{FF2B5EF4-FFF2-40B4-BE49-F238E27FC236}">
                <a16:creationId xmlns:a16="http://schemas.microsoft.com/office/drawing/2014/main" id="{90261D56-2956-2CDC-8F87-36CFA14E98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3807" y="3846038"/>
            <a:ext cx="1385668" cy="1385668"/>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FD370986-5E27-062A-2916-A695CC5B0EB2}"/>
              </a:ext>
            </a:extLst>
          </p:cNvPr>
          <p:cNvSpPr txBox="1"/>
          <p:nvPr/>
        </p:nvSpPr>
        <p:spPr>
          <a:xfrm>
            <a:off x="6640621" y="3291503"/>
            <a:ext cx="4582281" cy="646331"/>
          </a:xfrm>
          <a:prstGeom prst="rect">
            <a:avLst/>
          </a:prstGeom>
          <a:noFill/>
        </p:spPr>
        <p:txBody>
          <a:bodyPr wrap="square">
            <a:spAutoFit/>
          </a:bodyPr>
          <a:lstStyle/>
          <a:p>
            <a:r>
              <a:rPr lang="en-US">
                <a:latin typeface="Avenir Next LT Pro" panose="020B0504020202020204" pitchFamily="34" charset="0"/>
              </a:rPr>
              <a:t>Samples [5,2,20,18,26]</a:t>
            </a:r>
          </a:p>
          <a:p>
            <a:r>
              <a:rPr lang="en-US">
                <a:latin typeface="Avenir Next LT Pro" panose="020B0504020202020204" pitchFamily="34" charset="0"/>
              </a:rPr>
              <a:t>Features:  [Visited windows, appointment]</a:t>
            </a:r>
          </a:p>
        </p:txBody>
      </p:sp>
      <p:sp>
        <p:nvSpPr>
          <p:cNvPr id="25" name="TextBox 24">
            <a:extLst>
              <a:ext uri="{FF2B5EF4-FFF2-40B4-BE49-F238E27FC236}">
                <a16:creationId xmlns:a16="http://schemas.microsoft.com/office/drawing/2014/main" id="{67201541-649A-0DF3-3D93-2C78E2070BAF}"/>
              </a:ext>
            </a:extLst>
          </p:cNvPr>
          <p:cNvSpPr txBox="1"/>
          <p:nvPr/>
        </p:nvSpPr>
        <p:spPr>
          <a:xfrm>
            <a:off x="7550648" y="5231706"/>
            <a:ext cx="905608" cy="369332"/>
          </a:xfrm>
          <a:prstGeom prst="rect">
            <a:avLst/>
          </a:prstGeom>
          <a:noFill/>
        </p:spPr>
        <p:txBody>
          <a:bodyPr wrap="square">
            <a:spAutoFit/>
          </a:bodyPr>
          <a:lstStyle/>
          <a:p>
            <a:r>
              <a:rPr lang="en-US">
                <a:latin typeface="Avenir Next LT Pro" panose="020B0504020202020204" pitchFamily="34" charset="0"/>
              </a:rPr>
              <a:t>Tree 2 </a:t>
            </a:r>
          </a:p>
        </p:txBody>
      </p:sp>
      <p:sp>
        <p:nvSpPr>
          <p:cNvPr id="27" name="TextBox 26">
            <a:extLst>
              <a:ext uri="{FF2B5EF4-FFF2-40B4-BE49-F238E27FC236}">
                <a16:creationId xmlns:a16="http://schemas.microsoft.com/office/drawing/2014/main" id="{84BC9DDB-16AF-F85B-A2A5-39542ED6D4BE}"/>
              </a:ext>
            </a:extLst>
          </p:cNvPr>
          <p:cNvSpPr txBox="1"/>
          <p:nvPr/>
        </p:nvSpPr>
        <p:spPr>
          <a:xfrm>
            <a:off x="57594" y="5856882"/>
            <a:ext cx="8585930" cy="338554"/>
          </a:xfrm>
          <a:prstGeom prst="rect">
            <a:avLst/>
          </a:prstGeom>
          <a:noFill/>
        </p:spPr>
        <p:txBody>
          <a:bodyPr wrap="square">
            <a:spAutoFit/>
          </a:bodyPr>
          <a:lstStyle/>
          <a:p>
            <a:r>
              <a:rPr lang="en-US" sz="1600" b="1">
                <a:solidFill>
                  <a:srgbClr val="C00000"/>
                </a:solidFill>
                <a:latin typeface="-apple-system"/>
              </a:rPr>
              <a:t>New parameter alert: </a:t>
            </a:r>
            <a:r>
              <a:rPr lang="en-US" sz="1600" b="1" i="0" err="1">
                <a:solidFill>
                  <a:srgbClr val="C00000"/>
                </a:solidFill>
                <a:effectLst/>
                <a:latin typeface="-apple-system"/>
              </a:rPr>
              <a:t>max_features</a:t>
            </a:r>
            <a:r>
              <a:rPr lang="en-US" sz="1600" b="1">
                <a:solidFill>
                  <a:srgbClr val="C00000"/>
                </a:solidFill>
                <a:latin typeface="-apple-system"/>
              </a:rPr>
              <a:t>, </a:t>
            </a:r>
            <a:r>
              <a:rPr lang="en-US" sz="1600" b="1" i="1">
                <a:solidFill>
                  <a:srgbClr val="C00000"/>
                </a:solidFill>
                <a:effectLst/>
                <a:latin typeface="-apple-system"/>
              </a:rPr>
              <a:t>int, float or {“sqrt”, “log2”}, default=None</a:t>
            </a:r>
            <a:endParaRPr lang="en-US" sz="1600">
              <a:solidFill>
                <a:srgbClr val="C00000"/>
              </a:solidFill>
            </a:endParaRPr>
          </a:p>
        </p:txBody>
      </p:sp>
    </p:spTree>
    <p:extLst>
      <p:ext uri="{BB962C8B-B14F-4D97-AF65-F5344CB8AC3E}">
        <p14:creationId xmlns:p14="http://schemas.microsoft.com/office/powerpoint/2010/main" val="325164378"/>
      </p:ext>
    </p:extLst>
  </p:cSld>
  <p:clrMapOvr>
    <a:masterClrMapping/>
  </p:clrMapOvr>
  <p:transition spd="med">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9FF1F8-D2D2-7E02-AB3C-738D4EEA725C}"/>
              </a:ext>
            </a:extLst>
          </p:cNvPr>
          <p:cNvSpPr txBox="1">
            <a:spLocks/>
          </p:cNvSpPr>
          <p:nvPr/>
        </p:nvSpPr>
        <p:spPr>
          <a:xfrm>
            <a:off x="2442576" y="326008"/>
            <a:ext cx="7704723" cy="640080"/>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800" b="1" kern="1200" cap="all"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all" spc="0" normalizeH="0" baseline="0" noProof="0">
                <a:ln>
                  <a:noFill/>
                </a:ln>
                <a:solidFill>
                  <a:sysClr val="windowText" lastClr="000000"/>
                </a:solidFill>
                <a:effectLst/>
                <a:uLnTx/>
                <a:uFillTx/>
                <a:latin typeface="Posterama"/>
                <a:ea typeface="+mj-ea"/>
                <a:cs typeface="+mj-cs"/>
              </a:rPr>
              <a:t>References and further reading</a:t>
            </a:r>
          </a:p>
        </p:txBody>
      </p:sp>
      <p:sp>
        <p:nvSpPr>
          <p:cNvPr id="2" name="Slide Number Placeholder 1">
            <a:extLst>
              <a:ext uri="{FF2B5EF4-FFF2-40B4-BE49-F238E27FC236}">
                <a16:creationId xmlns:a16="http://schemas.microsoft.com/office/drawing/2014/main" id="{D996086C-6482-1200-E9F2-218A2D1C85D4}"/>
              </a:ext>
            </a:extLst>
          </p:cNvPr>
          <p:cNvSpPr>
            <a:spLocks noGrp="1"/>
          </p:cNvSpPr>
          <p:nvPr>
            <p:ph type="sldNum" sz="quarter" idx="12"/>
          </p:nvPr>
        </p:nvSpPr>
        <p:spPr/>
        <p:txBody>
          <a:bodyPr/>
          <a:lstStyle/>
          <a:p>
            <a:fld id="{A0A89718-6B35-4F95-AFF3-F3DDA665684B}" type="slidenum">
              <a:rPr lang="en-US" smtClean="0"/>
              <a:t>34</a:t>
            </a:fld>
            <a:endParaRPr lang="en-US"/>
          </a:p>
        </p:txBody>
      </p:sp>
      <p:sp>
        <p:nvSpPr>
          <p:cNvPr id="6" name="TextBox 5">
            <a:extLst>
              <a:ext uri="{FF2B5EF4-FFF2-40B4-BE49-F238E27FC236}">
                <a16:creationId xmlns:a16="http://schemas.microsoft.com/office/drawing/2014/main" id="{DBE98513-906D-9AF6-78FE-53C90A980A23}"/>
              </a:ext>
            </a:extLst>
          </p:cNvPr>
          <p:cNvSpPr txBox="1"/>
          <p:nvPr/>
        </p:nvSpPr>
        <p:spPr>
          <a:xfrm>
            <a:off x="87774" y="4840495"/>
            <a:ext cx="6096000" cy="430887"/>
          </a:xfrm>
          <a:prstGeom prst="rect">
            <a:avLst/>
          </a:prstGeom>
          <a:noFill/>
        </p:spPr>
        <p:txBody>
          <a:bodyPr wrap="square">
            <a:spAutoFit/>
          </a:bodyPr>
          <a:lstStyle/>
          <a:p>
            <a:r>
              <a:rPr lang="en-US" sz="1100" b="1"/>
              <a:t>Gradient Boosting:</a:t>
            </a:r>
          </a:p>
          <a:p>
            <a:r>
              <a:rPr lang="en-US" sz="1100"/>
              <a:t>https://geostatsguy.github.io/MachineLearningDemos_Book/MachineLearning_gradient_boosting.html</a:t>
            </a:r>
          </a:p>
        </p:txBody>
      </p:sp>
      <p:pic>
        <p:nvPicPr>
          <p:cNvPr id="9" name="Picture 8">
            <a:extLst>
              <a:ext uri="{FF2B5EF4-FFF2-40B4-BE49-F238E27FC236}">
                <a16:creationId xmlns:a16="http://schemas.microsoft.com/office/drawing/2014/main" id="{56D6A10E-4877-D6D5-3D4F-89D97C477591}"/>
              </a:ext>
            </a:extLst>
          </p:cNvPr>
          <p:cNvPicPr>
            <a:picLocks noChangeAspect="1"/>
          </p:cNvPicPr>
          <p:nvPr/>
        </p:nvPicPr>
        <p:blipFill>
          <a:blip r:embed="rId2"/>
          <a:stretch>
            <a:fillRect/>
          </a:stretch>
        </p:blipFill>
        <p:spPr>
          <a:xfrm>
            <a:off x="529086" y="1771064"/>
            <a:ext cx="5043450" cy="2628233"/>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B1DE01D5-5B57-9972-4241-3C86C366197E}"/>
              </a:ext>
            </a:extLst>
          </p:cNvPr>
          <p:cNvSpPr txBox="1"/>
          <p:nvPr/>
        </p:nvSpPr>
        <p:spPr>
          <a:xfrm>
            <a:off x="6359034" y="4848189"/>
            <a:ext cx="5745192" cy="415498"/>
          </a:xfrm>
          <a:prstGeom prst="rect">
            <a:avLst/>
          </a:prstGeom>
          <a:noFill/>
        </p:spPr>
        <p:txBody>
          <a:bodyPr wrap="square">
            <a:spAutoFit/>
          </a:bodyPr>
          <a:lstStyle/>
          <a:p>
            <a:r>
              <a:rPr lang="en-US" sz="1050" b="1"/>
              <a:t>Imbalanced Datasets:</a:t>
            </a:r>
          </a:p>
          <a:p>
            <a:r>
              <a:rPr lang="en-US" sz="1050"/>
              <a:t>https://medium.com/data-science/class-imbalance-strategies-a-visual-guide-with-code-8bc8fae71e1a</a:t>
            </a:r>
          </a:p>
        </p:txBody>
      </p:sp>
      <p:pic>
        <p:nvPicPr>
          <p:cNvPr id="10" name="Picture 9" descr="The image depicts a data visualization with a bar chart comparing the original dataset's majority class to the undersampled dataset's minority class.&#10;&#10;AI-generated content may be incorrect.">
            <a:extLst>
              <a:ext uri="{FF2B5EF4-FFF2-40B4-BE49-F238E27FC236}">
                <a16:creationId xmlns:a16="http://schemas.microsoft.com/office/drawing/2014/main" id="{99199477-24F0-EA04-907B-594DE78BC6AD}"/>
              </a:ext>
            </a:extLst>
          </p:cNvPr>
          <p:cNvPicPr>
            <a:picLocks noChangeAspect="1"/>
          </p:cNvPicPr>
          <p:nvPr/>
        </p:nvPicPr>
        <p:blipFill>
          <a:blip r:embed="rId3"/>
          <a:stretch>
            <a:fillRect/>
          </a:stretch>
        </p:blipFill>
        <p:spPr>
          <a:xfrm>
            <a:off x="6359034" y="1565937"/>
            <a:ext cx="5549661" cy="2877459"/>
          </a:xfrm>
          <a:prstGeom prst="rect">
            <a:avLst/>
          </a:prstGeom>
        </p:spPr>
      </p:pic>
      <p:sp>
        <p:nvSpPr>
          <p:cNvPr id="15" name="TextBox 14">
            <a:extLst>
              <a:ext uri="{FF2B5EF4-FFF2-40B4-BE49-F238E27FC236}">
                <a16:creationId xmlns:a16="http://schemas.microsoft.com/office/drawing/2014/main" id="{5C93BBE5-1225-DAB9-5296-7DE2EE53E6D1}"/>
              </a:ext>
            </a:extLst>
          </p:cNvPr>
          <p:cNvSpPr txBox="1"/>
          <p:nvPr/>
        </p:nvSpPr>
        <p:spPr>
          <a:xfrm>
            <a:off x="106264" y="5593196"/>
            <a:ext cx="9027600" cy="584775"/>
          </a:xfrm>
          <a:prstGeom prst="rect">
            <a:avLst/>
          </a:prstGeom>
          <a:noFill/>
        </p:spPr>
        <p:txBody>
          <a:bodyPr wrap="square">
            <a:spAutoFit/>
          </a:bodyPr>
          <a:lstStyle/>
          <a:p>
            <a:r>
              <a:rPr lang="en-US" b="1"/>
              <a:t>Classification metrics:</a:t>
            </a:r>
          </a:p>
          <a:p>
            <a:r>
              <a:rPr lang="en-US" sz="1400"/>
              <a:t>https://medium.com/@mlmind/evaluation-metrics-for-classification-fc770511052d</a:t>
            </a:r>
          </a:p>
        </p:txBody>
      </p:sp>
    </p:spTree>
    <p:extLst>
      <p:ext uri="{BB962C8B-B14F-4D97-AF65-F5344CB8AC3E}">
        <p14:creationId xmlns:p14="http://schemas.microsoft.com/office/powerpoint/2010/main" val="4049954954"/>
      </p:ext>
    </p:extLst>
  </p:cSld>
  <p:clrMapOvr>
    <a:masterClrMapping/>
  </p:clrMapOvr>
  <p:transition spd="med">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71440-E78B-4932-A712-F00704586048}"/>
              </a:ext>
            </a:extLst>
          </p:cNvPr>
          <p:cNvSpPr>
            <a:spLocks noGrp="1"/>
          </p:cNvSpPr>
          <p:nvPr>
            <p:ph type="title"/>
          </p:nvPr>
        </p:nvSpPr>
        <p:spPr>
          <a:xfrm>
            <a:off x="838200" y="224895"/>
            <a:ext cx="10515600" cy="456142"/>
          </a:xfrm>
        </p:spPr>
        <p:txBody>
          <a:bodyPr>
            <a:normAutofit fontScale="90000"/>
          </a:bodyPr>
          <a:lstStyle/>
          <a:p>
            <a:r>
              <a:rPr lang="en-US" sz="2800" b="1" dirty="0"/>
              <a:t>Derivation of gradient descent for logistic regression</a:t>
            </a:r>
          </a:p>
        </p:txBody>
      </p:sp>
      <p:pic>
        <p:nvPicPr>
          <p:cNvPr id="5" name="Picture 4">
            <a:extLst>
              <a:ext uri="{FF2B5EF4-FFF2-40B4-BE49-F238E27FC236}">
                <a16:creationId xmlns:a16="http://schemas.microsoft.com/office/drawing/2014/main" id="{B1AE7481-20AB-42A0-9B3C-B7AC67A4F5F4}"/>
              </a:ext>
            </a:extLst>
          </p:cNvPr>
          <p:cNvPicPr>
            <a:picLocks noChangeAspect="1"/>
          </p:cNvPicPr>
          <p:nvPr/>
        </p:nvPicPr>
        <p:blipFill>
          <a:blip r:embed="rId2"/>
          <a:stretch>
            <a:fillRect/>
          </a:stretch>
        </p:blipFill>
        <p:spPr>
          <a:xfrm>
            <a:off x="3748354" y="715307"/>
            <a:ext cx="1476516" cy="503671"/>
          </a:xfrm>
          <a:prstGeom prst="rect">
            <a:avLst/>
          </a:prstGeom>
        </p:spPr>
      </p:pic>
      <p:pic>
        <p:nvPicPr>
          <p:cNvPr id="7" name="Picture 6">
            <a:extLst>
              <a:ext uri="{FF2B5EF4-FFF2-40B4-BE49-F238E27FC236}">
                <a16:creationId xmlns:a16="http://schemas.microsoft.com/office/drawing/2014/main" id="{343E411C-E395-48C3-9335-F9F925A8E365}"/>
              </a:ext>
            </a:extLst>
          </p:cNvPr>
          <p:cNvPicPr>
            <a:picLocks noChangeAspect="1"/>
          </p:cNvPicPr>
          <p:nvPr/>
        </p:nvPicPr>
        <p:blipFill>
          <a:blip r:embed="rId3"/>
          <a:stretch>
            <a:fillRect/>
          </a:stretch>
        </p:blipFill>
        <p:spPr>
          <a:xfrm>
            <a:off x="3748354" y="1218978"/>
            <a:ext cx="3897551" cy="485509"/>
          </a:xfrm>
          <a:prstGeom prst="rect">
            <a:avLst/>
          </a:prstGeom>
        </p:spPr>
      </p:pic>
      <p:pic>
        <p:nvPicPr>
          <p:cNvPr id="9" name="Picture 8">
            <a:extLst>
              <a:ext uri="{FF2B5EF4-FFF2-40B4-BE49-F238E27FC236}">
                <a16:creationId xmlns:a16="http://schemas.microsoft.com/office/drawing/2014/main" id="{38380108-E830-42A1-8CD5-E71204D48270}"/>
              </a:ext>
            </a:extLst>
          </p:cNvPr>
          <p:cNvPicPr>
            <a:picLocks noChangeAspect="1"/>
          </p:cNvPicPr>
          <p:nvPr/>
        </p:nvPicPr>
        <p:blipFill>
          <a:blip r:embed="rId4"/>
          <a:stretch>
            <a:fillRect/>
          </a:stretch>
        </p:blipFill>
        <p:spPr>
          <a:xfrm>
            <a:off x="3748354" y="1738092"/>
            <a:ext cx="994925" cy="338698"/>
          </a:xfrm>
          <a:prstGeom prst="rect">
            <a:avLst/>
          </a:prstGeom>
        </p:spPr>
      </p:pic>
      <p:pic>
        <p:nvPicPr>
          <p:cNvPr id="11" name="Picture 10">
            <a:extLst>
              <a:ext uri="{FF2B5EF4-FFF2-40B4-BE49-F238E27FC236}">
                <a16:creationId xmlns:a16="http://schemas.microsoft.com/office/drawing/2014/main" id="{791B66D5-F4F9-450D-B2D0-903BB88095FB}"/>
              </a:ext>
            </a:extLst>
          </p:cNvPr>
          <p:cNvPicPr>
            <a:picLocks noChangeAspect="1"/>
          </p:cNvPicPr>
          <p:nvPr/>
        </p:nvPicPr>
        <p:blipFill>
          <a:blip r:embed="rId5"/>
          <a:stretch>
            <a:fillRect/>
          </a:stretch>
        </p:blipFill>
        <p:spPr>
          <a:xfrm>
            <a:off x="3748354" y="2072860"/>
            <a:ext cx="3294107" cy="419389"/>
          </a:xfrm>
          <a:prstGeom prst="rect">
            <a:avLst/>
          </a:prstGeom>
        </p:spPr>
      </p:pic>
      <p:pic>
        <p:nvPicPr>
          <p:cNvPr id="13" name="Picture 12">
            <a:extLst>
              <a:ext uri="{FF2B5EF4-FFF2-40B4-BE49-F238E27FC236}">
                <a16:creationId xmlns:a16="http://schemas.microsoft.com/office/drawing/2014/main" id="{7DC77A5B-ECD1-485C-AFAD-7015CFD50E3B}"/>
              </a:ext>
            </a:extLst>
          </p:cNvPr>
          <p:cNvPicPr>
            <a:picLocks noChangeAspect="1"/>
          </p:cNvPicPr>
          <p:nvPr/>
        </p:nvPicPr>
        <p:blipFill>
          <a:blip r:embed="rId6"/>
          <a:stretch>
            <a:fillRect/>
          </a:stretch>
        </p:blipFill>
        <p:spPr>
          <a:xfrm>
            <a:off x="1676401" y="2554437"/>
            <a:ext cx="2215180" cy="467017"/>
          </a:xfrm>
          <a:prstGeom prst="rect">
            <a:avLst/>
          </a:prstGeom>
        </p:spPr>
      </p:pic>
      <p:pic>
        <p:nvPicPr>
          <p:cNvPr id="15" name="Picture 14">
            <a:extLst>
              <a:ext uri="{FF2B5EF4-FFF2-40B4-BE49-F238E27FC236}">
                <a16:creationId xmlns:a16="http://schemas.microsoft.com/office/drawing/2014/main" id="{BF52D4B7-829C-4DD4-8030-6A81A92BB546}"/>
              </a:ext>
            </a:extLst>
          </p:cNvPr>
          <p:cNvPicPr>
            <a:picLocks noChangeAspect="1"/>
          </p:cNvPicPr>
          <p:nvPr/>
        </p:nvPicPr>
        <p:blipFill>
          <a:blip r:embed="rId7"/>
          <a:stretch>
            <a:fillRect/>
          </a:stretch>
        </p:blipFill>
        <p:spPr>
          <a:xfrm>
            <a:off x="4538134" y="2554437"/>
            <a:ext cx="3743174" cy="486810"/>
          </a:xfrm>
          <a:prstGeom prst="rect">
            <a:avLst/>
          </a:prstGeom>
        </p:spPr>
      </p:pic>
      <p:pic>
        <p:nvPicPr>
          <p:cNvPr id="17" name="Picture 16">
            <a:extLst>
              <a:ext uri="{FF2B5EF4-FFF2-40B4-BE49-F238E27FC236}">
                <a16:creationId xmlns:a16="http://schemas.microsoft.com/office/drawing/2014/main" id="{C23CA4F5-3410-4741-B345-994CC1F23714}"/>
              </a:ext>
            </a:extLst>
          </p:cNvPr>
          <p:cNvPicPr>
            <a:picLocks noChangeAspect="1"/>
          </p:cNvPicPr>
          <p:nvPr/>
        </p:nvPicPr>
        <p:blipFill>
          <a:blip r:embed="rId8"/>
          <a:stretch>
            <a:fillRect/>
          </a:stretch>
        </p:blipFill>
        <p:spPr>
          <a:xfrm>
            <a:off x="8281308" y="2573668"/>
            <a:ext cx="1078079" cy="428553"/>
          </a:xfrm>
          <a:prstGeom prst="rect">
            <a:avLst/>
          </a:prstGeom>
        </p:spPr>
      </p:pic>
      <p:sp>
        <p:nvSpPr>
          <p:cNvPr id="18" name="TextBox 17">
            <a:extLst>
              <a:ext uri="{FF2B5EF4-FFF2-40B4-BE49-F238E27FC236}">
                <a16:creationId xmlns:a16="http://schemas.microsoft.com/office/drawing/2014/main" id="{F03F9451-B8ED-492D-AF45-9E50BA94061F}"/>
              </a:ext>
            </a:extLst>
          </p:cNvPr>
          <p:cNvSpPr txBox="1"/>
          <p:nvPr/>
        </p:nvSpPr>
        <p:spPr>
          <a:xfrm>
            <a:off x="2329564" y="2912519"/>
            <a:ext cx="673967" cy="276999"/>
          </a:xfrm>
          <a:prstGeom prst="rect">
            <a:avLst/>
          </a:prstGeom>
          <a:noFill/>
        </p:spPr>
        <p:txBody>
          <a:bodyPr wrap="none" rtlCol="0">
            <a:spAutoFit/>
          </a:bodyPr>
          <a:lstStyle/>
          <a:p>
            <a:r>
              <a:rPr lang="en-US" sz="1200" dirty="0"/>
              <a:t>1</a:t>
            </a:r>
            <a:r>
              <a:rPr lang="en-US" sz="1200" baseline="30000" dirty="0"/>
              <a:t>st</a:t>
            </a:r>
            <a:r>
              <a:rPr lang="en-US" sz="1200" dirty="0"/>
              <a:t> term</a:t>
            </a:r>
          </a:p>
        </p:txBody>
      </p:sp>
      <p:sp>
        <p:nvSpPr>
          <p:cNvPr id="19" name="TextBox 18">
            <a:extLst>
              <a:ext uri="{FF2B5EF4-FFF2-40B4-BE49-F238E27FC236}">
                <a16:creationId xmlns:a16="http://schemas.microsoft.com/office/drawing/2014/main" id="{E4D66C61-D868-4731-9639-DFB13608737D}"/>
              </a:ext>
            </a:extLst>
          </p:cNvPr>
          <p:cNvSpPr txBox="1"/>
          <p:nvPr/>
        </p:nvSpPr>
        <p:spPr>
          <a:xfrm>
            <a:off x="6409721" y="2902747"/>
            <a:ext cx="745653" cy="276999"/>
          </a:xfrm>
          <a:prstGeom prst="rect">
            <a:avLst/>
          </a:prstGeom>
          <a:noFill/>
        </p:spPr>
        <p:txBody>
          <a:bodyPr wrap="none" rtlCol="0">
            <a:spAutoFit/>
          </a:bodyPr>
          <a:lstStyle/>
          <a:p>
            <a:r>
              <a:rPr lang="en-US" sz="1200" dirty="0"/>
              <a:t>2</a:t>
            </a:r>
            <a:r>
              <a:rPr lang="en-US" sz="1200" baseline="30000" dirty="0"/>
              <a:t>nd</a:t>
            </a:r>
            <a:r>
              <a:rPr lang="en-US" sz="1200" dirty="0"/>
              <a:t>  term</a:t>
            </a:r>
          </a:p>
        </p:txBody>
      </p:sp>
      <p:pic>
        <p:nvPicPr>
          <p:cNvPr id="21" name="Picture 20">
            <a:extLst>
              <a:ext uri="{FF2B5EF4-FFF2-40B4-BE49-F238E27FC236}">
                <a16:creationId xmlns:a16="http://schemas.microsoft.com/office/drawing/2014/main" id="{1A6FE25B-0E2D-4EAC-9330-C4D7ADF1EE30}"/>
              </a:ext>
            </a:extLst>
          </p:cNvPr>
          <p:cNvPicPr>
            <a:picLocks noChangeAspect="1"/>
          </p:cNvPicPr>
          <p:nvPr/>
        </p:nvPicPr>
        <p:blipFill>
          <a:blip r:embed="rId9"/>
          <a:stretch>
            <a:fillRect/>
          </a:stretch>
        </p:blipFill>
        <p:spPr>
          <a:xfrm>
            <a:off x="2287830" y="3511297"/>
            <a:ext cx="1982008" cy="466355"/>
          </a:xfrm>
          <a:prstGeom prst="rect">
            <a:avLst/>
          </a:prstGeom>
        </p:spPr>
      </p:pic>
      <p:pic>
        <p:nvPicPr>
          <p:cNvPr id="23" name="Picture 22">
            <a:extLst>
              <a:ext uri="{FF2B5EF4-FFF2-40B4-BE49-F238E27FC236}">
                <a16:creationId xmlns:a16="http://schemas.microsoft.com/office/drawing/2014/main" id="{5663436F-0425-4663-A593-97F247E60797}"/>
              </a:ext>
            </a:extLst>
          </p:cNvPr>
          <p:cNvPicPr>
            <a:picLocks noChangeAspect="1"/>
          </p:cNvPicPr>
          <p:nvPr/>
        </p:nvPicPr>
        <p:blipFill>
          <a:blip r:embed="rId10"/>
          <a:stretch>
            <a:fillRect/>
          </a:stretch>
        </p:blipFill>
        <p:spPr>
          <a:xfrm>
            <a:off x="4973392" y="3531200"/>
            <a:ext cx="1536538" cy="477308"/>
          </a:xfrm>
          <a:prstGeom prst="rect">
            <a:avLst/>
          </a:prstGeom>
        </p:spPr>
      </p:pic>
      <p:pic>
        <p:nvPicPr>
          <p:cNvPr id="25" name="Picture 24">
            <a:extLst>
              <a:ext uri="{FF2B5EF4-FFF2-40B4-BE49-F238E27FC236}">
                <a16:creationId xmlns:a16="http://schemas.microsoft.com/office/drawing/2014/main" id="{ACDD18AC-086C-4DBD-BCB7-C975E1434D4E}"/>
              </a:ext>
            </a:extLst>
          </p:cNvPr>
          <p:cNvPicPr>
            <a:picLocks noChangeAspect="1"/>
          </p:cNvPicPr>
          <p:nvPr/>
        </p:nvPicPr>
        <p:blipFill>
          <a:blip r:embed="rId11"/>
          <a:stretch>
            <a:fillRect/>
          </a:stretch>
        </p:blipFill>
        <p:spPr>
          <a:xfrm>
            <a:off x="7042461" y="3511297"/>
            <a:ext cx="1777886" cy="491612"/>
          </a:xfrm>
          <a:prstGeom prst="rect">
            <a:avLst/>
          </a:prstGeom>
        </p:spPr>
      </p:pic>
      <p:pic>
        <p:nvPicPr>
          <p:cNvPr id="27" name="Picture 26">
            <a:extLst>
              <a:ext uri="{FF2B5EF4-FFF2-40B4-BE49-F238E27FC236}">
                <a16:creationId xmlns:a16="http://schemas.microsoft.com/office/drawing/2014/main" id="{44BADE76-A2F3-4889-B777-F11ABFD5E899}"/>
              </a:ext>
            </a:extLst>
          </p:cNvPr>
          <p:cNvPicPr>
            <a:picLocks noChangeAspect="1"/>
          </p:cNvPicPr>
          <p:nvPr/>
        </p:nvPicPr>
        <p:blipFill>
          <a:blip r:embed="rId12"/>
          <a:stretch>
            <a:fillRect/>
          </a:stretch>
        </p:blipFill>
        <p:spPr>
          <a:xfrm>
            <a:off x="4627292" y="4211783"/>
            <a:ext cx="2306909" cy="573355"/>
          </a:xfrm>
          <a:prstGeom prst="rect">
            <a:avLst/>
          </a:prstGeom>
        </p:spPr>
      </p:pic>
      <p:pic>
        <p:nvPicPr>
          <p:cNvPr id="31" name="Picture 30">
            <a:extLst>
              <a:ext uri="{FF2B5EF4-FFF2-40B4-BE49-F238E27FC236}">
                <a16:creationId xmlns:a16="http://schemas.microsoft.com/office/drawing/2014/main" id="{B118DD3E-DC99-4D93-AF13-47A1DEE19DD5}"/>
              </a:ext>
            </a:extLst>
          </p:cNvPr>
          <p:cNvPicPr>
            <a:picLocks noChangeAspect="1"/>
          </p:cNvPicPr>
          <p:nvPr/>
        </p:nvPicPr>
        <p:blipFill>
          <a:blip r:embed="rId13"/>
          <a:stretch>
            <a:fillRect/>
          </a:stretch>
        </p:blipFill>
        <p:spPr>
          <a:xfrm>
            <a:off x="2359878" y="4918134"/>
            <a:ext cx="2530596" cy="460108"/>
          </a:xfrm>
          <a:prstGeom prst="rect">
            <a:avLst/>
          </a:prstGeom>
        </p:spPr>
      </p:pic>
      <p:pic>
        <p:nvPicPr>
          <p:cNvPr id="33" name="Picture 32">
            <a:extLst>
              <a:ext uri="{FF2B5EF4-FFF2-40B4-BE49-F238E27FC236}">
                <a16:creationId xmlns:a16="http://schemas.microsoft.com/office/drawing/2014/main" id="{D49E369A-BEFD-4953-8573-A461EC15FEC0}"/>
              </a:ext>
            </a:extLst>
          </p:cNvPr>
          <p:cNvPicPr>
            <a:picLocks noChangeAspect="1"/>
          </p:cNvPicPr>
          <p:nvPr/>
        </p:nvPicPr>
        <p:blipFill>
          <a:blip r:embed="rId14"/>
          <a:stretch>
            <a:fillRect/>
          </a:stretch>
        </p:blipFill>
        <p:spPr>
          <a:xfrm>
            <a:off x="6577412" y="4854850"/>
            <a:ext cx="2707984" cy="523392"/>
          </a:xfrm>
          <a:prstGeom prst="rect">
            <a:avLst/>
          </a:prstGeom>
        </p:spPr>
      </p:pic>
      <p:pic>
        <p:nvPicPr>
          <p:cNvPr id="35" name="Picture 34">
            <a:extLst>
              <a:ext uri="{FF2B5EF4-FFF2-40B4-BE49-F238E27FC236}">
                <a16:creationId xmlns:a16="http://schemas.microsoft.com/office/drawing/2014/main" id="{B402DBB1-04AD-4043-9026-D097EBAC3150}"/>
              </a:ext>
            </a:extLst>
          </p:cNvPr>
          <p:cNvPicPr>
            <a:picLocks noChangeAspect="1"/>
          </p:cNvPicPr>
          <p:nvPr/>
        </p:nvPicPr>
        <p:blipFill>
          <a:blip r:embed="rId15"/>
          <a:stretch>
            <a:fillRect/>
          </a:stretch>
        </p:blipFill>
        <p:spPr>
          <a:xfrm>
            <a:off x="4680976" y="5415235"/>
            <a:ext cx="2043727" cy="327833"/>
          </a:xfrm>
          <a:prstGeom prst="rect">
            <a:avLst/>
          </a:prstGeom>
        </p:spPr>
      </p:pic>
      <p:pic>
        <p:nvPicPr>
          <p:cNvPr id="37" name="Picture 36">
            <a:extLst>
              <a:ext uri="{FF2B5EF4-FFF2-40B4-BE49-F238E27FC236}">
                <a16:creationId xmlns:a16="http://schemas.microsoft.com/office/drawing/2014/main" id="{C7B7D35E-B3BA-4FC9-8003-7557787587DD}"/>
              </a:ext>
            </a:extLst>
          </p:cNvPr>
          <p:cNvPicPr>
            <a:picLocks noChangeAspect="1"/>
          </p:cNvPicPr>
          <p:nvPr/>
        </p:nvPicPr>
        <p:blipFill>
          <a:blip r:embed="rId16"/>
          <a:stretch>
            <a:fillRect/>
          </a:stretch>
        </p:blipFill>
        <p:spPr>
          <a:xfrm>
            <a:off x="7405527" y="5365630"/>
            <a:ext cx="1051754" cy="414560"/>
          </a:xfrm>
          <a:prstGeom prst="rect">
            <a:avLst/>
          </a:prstGeom>
        </p:spPr>
      </p:pic>
      <p:pic>
        <p:nvPicPr>
          <p:cNvPr id="39" name="Picture 38">
            <a:extLst>
              <a:ext uri="{FF2B5EF4-FFF2-40B4-BE49-F238E27FC236}">
                <a16:creationId xmlns:a16="http://schemas.microsoft.com/office/drawing/2014/main" id="{AFFC0C42-35E5-4005-B4FD-9C1A8DEB01B9}"/>
              </a:ext>
            </a:extLst>
          </p:cNvPr>
          <p:cNvPicPr>
            <a:picLocks noChangeAspect="1"/>
          </p:cNvPicPr>
          <p:nvPr/>
        </p:nvPicPr>
        <p:blipFill>
          <a:blip r:embed="rId17"/>
          <a:stretch>
            <a:fillRect/>
          </a:stretch>
        </p:blipFill>
        <p:spPr>
          <a:xfrm>
            <a:off x="5346562" y="5743068"/>
            <a:ext cx="1498875" cy="433008"/>
          </a:xfrm>
          <a:prstGeom prst="rect">
            <a:avLst/>
          </a:prstGeom>
        </p:spPr>
      </p:pic>
      <p:sp>
        <p:nvSpPr>
          <p:cNvPr id="43" name="Slide Number Placeholder 42">
            <a:extLst>
              <a:ext uri="{FF2B5EF4-FFF2-40B4-BE49-F238E27FC236}">
                <a16:creationId xmlns:a16="http://schemas.microsoft.com/office/drawing/2014/main" id="{41E35300-EDA4-41EA-8BE7-69999CA0E186}"/>
              </a:ext>
            </a:extLst>
          </p:cNvPr>
          <p:cNvSpPr>
            <a:spLocks noGrp="1"/>
          </p:cNvSpPr>
          <p:nvPr>
            <p:ph type="sldNum" sz="quarter" idx="12"/>
          </p:nvPr>
        </p:nvSpPr>
        <p:spPr/>
        <p:txBody>
          <a:bodyPr/>
          <a:lstStyle/>
          <a:p>
            <a:fld id="{836600DF-5D53-42A4-B23C-8345E9EFB9A6}" type="slidenum">
              <a:rPr lang="en-US" smtClean="0"/>
              <a:t>35</a:t>
            </a:fld>
            <a:endParaRPr lang="en-US"/>
          </a:p>
        </p:txBody>
      </p:sp>
    </p:spTree>
    <p:extLst>
      <p:ext uri="{BB962C8B-B14F-4D97-AF65-F5344CB8AC3E}">
        <p14:creationId xmlns:p14="http://schemas.microsoft.com/office/powerpoint/2010/main" val="2216329306"/>
      </p:ext>
    </p:extLst>
  </p:cSld>
  <p:clrMapOvr>
    <a:masterClrMapping/>
  </p:clrMapOvr>
  <p:transition>
    <p:push dir="u"/>
  </p:transition>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TotalTime>
  <Words>3012</Words>
  <Application>Microsoft Office PowerPoint</Application>
  <PresentationFormat>Widescreen</PresentationFormat>
  <Paragraphs>795</Paragraphs>
  <Slides>35</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35</vt:i4>
      </vt:variant>
    </vt:vector>
  </HeadingPairs>
  <TitlesOfParts>
    <vt:vector size="46" baseType="lpstr">
      <vt:lpstr>-apple-system</vt:lpstr>
      <vt:lpstr>Arial</vt:lpstr>
      <vt:lpstr>Avenir Next LT Pro</vt:lpstr>
      <vt:lpstr>Avenir Next LT Pro Light</vt:lpstr>
      <vt:lpstr>Calibri</vt:lpstr>
      <vt:lpstr>Calibri Light</vt:lpstr>
      <vt:lpstr>Cambria Math</vt:lpstr>
      <vt:lpstr>Gabriola</vt:lpstr>
      <vt:lpstr>Posterama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Derivation of gradient descent for logistic regression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Dursun</dc:creator>
  <cp:lastModifiedBy>Dursun Dashdamirov</cp:lastModifiedBy>
  <cp:revision>11</cp:revision>
  <dcterms:created xsi:type="dcterms:W3CDTF">2023-01-19T14:44:14Z</dcterms:created>
  <dcterms:modified xsi:type="dcterms:W3CDTF">2026-03-03T00:30:34Z</dcterms:modified>
</cp:coreProperties>
</file>