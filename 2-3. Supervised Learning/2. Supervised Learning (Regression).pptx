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1"/>
  </p:notesMasterIdLst>
  <p:handoutMasterIdLst>
    <p:handoutMasterId r:id="rId32"/>
  </p:handoutMasterIdLst>
  <p:sldIdLst>
    <p:sldId id="317" r:id="rId2"/>
    <p:sldId id="280" r:id="rId3"/>
    <p:sldId id="307" r:id="rId4"/>
    <p:sldId id="329" r:id="rId5"/>
    <p:sldId id="330" r:id="rId6"/>
    <p:sldId id="318" r:id="rId7"/>
    <p:sldId id="257" r:id="rId8"/>
    <p:sldId id="258" r:id="rId9"/>
    <p:sldId id="259" r:id="rId10"/>
    <p:sldId id="260" r:id="rId11"/>
    <p:sldId id="261" r:id="rId12"/>
    <p:sldId id="263" r:id="rId13"/>
    <p:sldId id="262" r:id="rId14"/>
    <p:sldId id="264" r:id="rId15"/>
    <p:sldId id="265" r:id="rId16"/>
    <p:sldId id="266" r:id="rId17"/>
    <p:sldId id="268" r:id="rId18"/>
    <p:sldId id="267" r:id="rId19"/>
    <p:sldId id="269" r:id="rId20"/>
    <p:sldId id="270" r:id="rId21"/>
    <p:sldId id="274" r:id="rId22"/>
    <p:sldId id="271" r:id="rId23"/>
    <p:sldId id="275" r:id="rId24"/>
    <p:sldId id="273" r:id="rId25"/>
    <p:sldId id="276" r:id="rId26"/>
    <p:sldId id="272" r:id="rId27"/>
    <p:sldId id="277" r:id="rId28"/>
    <p:sldId id="278" r:id="rId29"/>
    <p:sldId id="279" r:id="rId3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7E99B51-D861-46A4-AEF5-090DDDD90DA3}" v="1372" dt="2026-02-23T23:54:51.45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8046" autoAdjust="0"/>
    <p:restoredTop sz="94660"/>
  </p:normalViewPr>
  <p:slideViewPr>
    <p:cSldViewPr snapToGrid="0">
      <p:cViewPr varScale="1">
        <p:scale>
          <a:sx n="88" d="100"/>
          <a:sy n="88" d="100"/>
        </p:scale>
        <p:origin x="555" y="5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38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handoutMaster" Target="handoutMasters/handoutMaster1.xml"/><Relationship Id="rId37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ursun Dashdamirov" userId="a8b9d0e1f239c75f" providerId="LiveId" clId="{E297FC27-9774-4AAE-B428-959B432F1B03}"/>
    <pc:docChg chg="modSld">
      <pc:chgData name="Dursun Dashdamirov" userId="a8b9d0e1f239c75f" providerId="LiveId" clId="{E297FC27-9774-4AAE-B428-959B432F1B03}" dt="2026-02-23T23:54:51.458" v="1371"/>
      <pc:docMkLst>
        <pc:docMk/>
      </pc:docMkLst>
      <pc:sldChg chg="delSp modSp">
        <pc:chgData name="Dursun Dashdamirov" userId="a8b9d0e1f239c75f" providerId="LiveId" clId="{E297FC27-9774-4AAE-B428-959B432F1B03}" dt="2026-02-23T23:48:38.179" v="15"/>
        <pc:sldMkLst>
          <pc:docMk/>
          <pc:sldMk cId="3348531844" sldId="257"/>
        </pc:sldMkLst>
        <pc:grpChg chg="del mod">
          <ac:chgData name="Dursun Dashdamirov" userId="a8b9d0e1f239c75f" providerId="LiveId" clId="{E297FC27-9774-4AAE-B428-959B432F1B03}" dt="2026-02-23T23:48:38.179" v="6"/>
          <ac:grpSpMkLst>
            <pc:docMk/>
            <pc:sldMk cId="3348531844" sldId="257"/>
            <ac:grpSpMk id="30" creationId="{7BBD5441-0D37-4E2C-B7D4-11ECC990F0EE}"/>
          </ac:grpSpMkLst>
        </pc:grpChg>
        <pc:grpChg chg="del mod">
          <ac:chgData name="Dursun Dashdamirov" userId="a8b9d0e1f239c75f" providerId="LiveId" clId="{E297FC27-9774-4AAE-B428-959B432F1B03}" dt="2026-02-23T23:48:38.179" v="8"/>
          <ac:grpSpMkLst>
            <pc:docMk/>
            <pc:sldMk cId="3348531844" sldId="257"/>
            <ac:grpSpMk id="38" creationId="{CF86B3C7-7A01-4CA3-8CFC-91E73D19E289}"/>
          </ac:grpSpMkLst>
        </pc:grpChg>
        <pc:inkChg chg="del">
          <ac:chgData name="Dursun Dashdamirov" userId="a8b9d0e1f239c75f" providerId="LiveId" clId="{E297FC27-9774-4AAE-B428-959B432F1B03}" dt="2026-02-23T23:48:38.179" v="1"/>
          <ac:inkMkLst>
            <pc:docMk/>
            <pc:sldMk cId="3348531844" sldId="257"/>
            <ac:inkMk id="21" creationId="{BE4C8222-E177-43F5-9CDC-9E0B2657BB48}"/>
          </ac:inkMkLst>
        </pc:inkChg>
        <pc:inkChg chg="del">
          <ac:chgData name="Dursun Dashdamirov" userId="a8b9d0e1f239c75f" providerId="LiveId" clId="{E297FC27-9774-4AAE-B428-959B432F1B03}" dt="2026-02-23T23:48:38.179" v="0"/>
          <ac:inkMkLst>
            <pc:docMk/>
            <pc:sldMk cId="3348531844" sldId="257"/>
            <ac:inkMk id="22" creationId="{BBA1B556-2130-4DE4-A892-27FC955BC6F1}"/>
          </ac:inkMkLst>
        </pc:inkChg>
        <pc:inkChg chg="del">
          <ac:chgData name="Dursun Dashdamirov" userId="a8b9d0e1f239c75f" providerId="LiveId" clId="{E297FC27-9774-4AAE-B428-959B432F1B03}" dt="2026-02-23T23:48:38.179" v="14"/>
          <ac:inkMkLst>
            <pc:docMk/>
            <pc:sldMk cId="3348531844" sldId="257"/>
            <ac:inkMk id="23" creationId="{E45F85DA-E317-4EB7-AAC5-E21DA8593FDF}"/>
          </ac:inkMkLst>
        </pc:inkChg>
        <pc:inkChg chg="del">
          <ac:chgData name="Dursun Dashdamirov" userId="a8b9d0e1f239c75f" providerId="LiveId" clId="{E297FC27-9774-4AAE-B428-959B432F1B03}" dt="2026-02-23T23:48:38.179" v="11"/>
          <ac:inkMkLst>
            <pc:docMk/>
            <pc:sldMk cId="3348531844" sldId="257"/>
            <ac:inkMk id="24" creationId="{6BCB411F-231E-4A4F-87C4-BF7CAA9572D8}"/>
          </ac:inkMkLst>
        </pc:inkChg>
        <pc:inkChg chg="del">
          <ac:chgData name="Dursun Dashdamirov" userId="a8b9d0e1f239c75f" providerId="LiveId" clId="{E297FC27-9774-4AAE-B428-959B432F1B03}" dt="2026-02-23T23:48:38.179" v="15"/>
          <ac:inkMkLst>
            <pc:docMk/>
            <pc:sldMk cId="3348531844" sldId="257"/>
            <ac:inkMk id="25" creationId="{A760BDA7-7068-431C-A180-5A9F4831BAA2}"/>
          </ac:inkMkLst>
        </pc:inkChg>
        <pc:inkChg chg="del">
          <ac:chgData name="Dursun Dashdamirov" userId="a8b9d0e1f239c75f" providerId="LiveId" clId="{E297FC27-9774-4AAE-B428-959B432F1B03}" dt="2026-02-23T23:48:38.179" v="10"/>
          <ac:inkMkLst>
            <pc:docMk/>
            <pc:sldMk cId="3348531844" sldId="257"/>
            <ac:inkMk id="26" creationId="{1AE67920-381A-4C9B-9A42-82F83BEAEC2D}"/>
          </ac:inkMkLst>
        </pc:inkChg>
        <pc:inkChg chg="del">
          <ac:chgData name="Dursun Dashdamirov" userId="a8b9d0e1f239c75f" providerId="LiveId" clId="{E297FC27-9774-4AAE-B428-959B432F1B03}" dt="2026-02-23T23:48:38.179" v="9"/>
          <ac:inkMkLst>
            <pc:docMk/>
            <pc:sldMk cId="3348531844" sldId="257"/>
            <ac:inkMk id="27" creationId="{854CCBDD-65CE-4485-8F6C-F8C94F1E58E0}"/>
          </ac:inkMkLst>
        </pc:inkChg>
        <pc:inkChg chg="del mod">
          <ac:chgData name="Dursun Dashdamirov" userId="a8b9d0e1f239c75f" providerId="LiveId" clId="{E297FC27-9774-4AAE-B428-959B432F1B03}" dt="2026-02-23T23:48:38.179" v="7"/>
          <ac:inkMkLst>
            <pc:docMk/>
            <pc:sldMk cId="3348531844" sldId="257"/>
            <ac:inkMk id="28" creationId="{B6E206CA-1E27-464B-AE28-D31C14B8DA32}"/>
          </ac:inkMkLst>
        </pc:inkChg>
        <pc:inkChg chg="del">
          <ac:chgData name="Dursun Dashdamirov" userId="a8b9d0e1f239c75f" providerId="LiveId" clId="{E297FC27-9774-4AAE-B428-959B432F1B03}" dt="2026-02-23T23:48:38.179" v="6"/>
          <ac:inkMkLst>
            <pc:docMk/>
            <pc:sldMk cId="3348531844" sldId="257"/>
            <ac:inkMk id="29" creationId="{5FE0309B-BE65-4DA7-B519-419597E5F3F7}"/>
          </ac:inkMkLst>
        </pc:inkChg>
        <pc:inkChg chg="del mod">
          <ac:chgData name="Dursun Dashdamirov" userId="a8b9d0e1f239c75f" providerId="LiveId" clId="{E297FC27-9774-4AAE-B428-959B432F1B03}" dt="2026-02-23T23:48:38.179" v="5"/>
          <ac:inkMkLst>
            <pc:docMk/>
            <pc:sldMk cId="3348531844" sldId="257"/>
            <ac:inkMk id="31" creationId="{B1F78AAA-2CDA-43D5-918B-57C7AFF381CC}"/>
          </ac:inkMkLst>
        </pc:inkChg>
        <pc:inkChg chg="del">
          <ac:chgData name="Dursun Dashdamirov" userId="a8b9d0e1f239c75f" providerId="LiveId" clId="{E297FC27-9774-4AAE-B428-959B432F1B03}" dt="2026-02-23T23:48:38.179" v="2"/>
          <ac:inkMkLst>
            <pc:docMk/>
            <pc:sldMk cId="3348531844" sldId="257"/>
            <ac:inkMk id="32" creationId="{B0004FF9-ED3D-48EA-B08B-142648E9281F}"/>
          </ac:inkMkLst>
        </pc:inkChg>
        <pc:inkChg chg="del mod">
          <ac:chgData name="Dursun Dashdamirov" userId="a8b9d0e1f239c75f" providerId="LiveId" clId="{E297FC27-9774-4AAE-B428-959B432F1B03}" dt="2026-02-23T23:48:38.179" v="4"/>
          <ac:inkMkLst>
            <pc:docMk/>
            <pc:sldMk cId="3348531844" sldId="257"/>
            <ac:inkMk id="33" creationId="{86B90889-4D59-4A73-971D-DF10E098C7A8}"/>
          </ac:inkMkLst>
        </pc:inkChg>
        <pc:inkChg chg="del mod">
          <ac:chgData name="Dursun Dashdamirov" userId="a8b9d0e1f239c75f" providerId="LiveId" clId="{E297FC27-9774-4AAE-B428-959B432F1B03}" dt="2026-02-23T23:48:38.179" v="12"/>
          <ac:inkMkLst>
            <pc:docMk/>
            <pc:sldMk cId="3348531844" sldId="257"/>
            <ac:inkMk id="35" creationId="{8DF5CB2C-6E4C-4F34-831C-9AB57408DC74}"/>
          </ac:inkMkLst>
        </pc:inkChg>
        <pc:inkChg chg="del mod">
          <ac:chgData name="Dursun Dashdamirov" userId="a8b9d0e1f239c75f" providerId="LiveId" clId="{E297FC27-9774-4AAE-B428-959B432F1B03}" dt="2026-02-23T23:48:38.179" v="8"/>
          <ac:inkMkLst>
            <pc:docMk/>
            <pc:sldMk cId="3348531844" sldId="257"/>
            <ac:inkMk id="36" creationId="{B9E21C90-D55F-424B-8801-B424213D0326}"/>
          </ac:inkMkLst>
        </pc:inkChg>
        <pc:inkChg chg="del mod">
          <ac:chgData name="Dursun Dashdamirov" userId="a8b9d0e1f239c75f" providerId="LiveId" clId="{E297FC27-9774-4AAE-B428-959B432F1B03}" dt="2026-02-23T23:48:38.179" v="3"/>
          <ac:inkMkLst>
            <pc:docMk/>
            <pc:sldMk cId="3348531844" sldId="257"/>
            <ac:inkMk id="37" creationId="{F5EEEF7A-BF5C-4A89-954C-436E5D0859AD}"/>
          </ac:inkMkLst>
        </pc:inkChg>
        <pc:inkChg chg="del">
          <ac:chgData name="Dursun Dashdamirov" userId="a8b9d0e1f239c75f" providerId="LiveId" clId="{E297FC27-9774-4AAE-B428-959B432F1B03}" dt="2026-02-23T23:48:38.179" v="13"/>
          <ac:inkMkLst>
            <pc:docMk/>
            <pc:sldMk cId="3348531844" sldId="257"/>
            <ac:inkMk id="39" creationId="{63BD88BF-8792-4D75-B113-1C63EA2D7466}"/>
          </ac:inkMkLst>
        </pc:inkChg>
      </pc:sldChg>
      <pc:sldChg chg="delSp modSp">
        <pc:chgData name="Dursun Dashdamirov" userId="a8b9d0e1f239c75f" providerId="LiveId" clId="{E297FC27-9774-4AAE-B428-959B432F1B03}" dt="2026-02-23T23:49:03.587" v="88"/>
        <pc:sldMkLst>
          <pc:docMk/>
          <pc:sldMk cId="4206450915" sldId="258"/>
        </pc:sldMkLst>
        <pc:grpChg chg="del mod">
          <ac:chgData name="Dursun Dashdamirov" userId="a8b9d0e1f239c75f" providerId="LiveId" clId="{E297FC27-9774-4AAE-B428-959B432F1B03}" dt="2026-02-23T23:49:03.585" v="77"/>
          <ac:grpSpMkLst>
            <pc:docMk/>
            <pc:sldMk cId="4206450915" sldId="258"/>
            <ac:grpSpMk id="41" creationId="{EBA7306A-B2C9-4B7F-AA3F-212950EED345}"/>
          </ac:grpSpMkLst>
        </pc:grpChg>
        <pc:grpChg chg="del mod">
          <ac:chgData name="Dursun Dashdamirov" userId="a8b9d0e1f239c75f" providerId="LiveId" clId="{E297FC27-9774-4AAE-B428-959B432F1B03}" dt="2026-02-23T23:49:03.587" v="84"/>
          <ac:grpSpMkLst>
            <pc:docMk/>
            <pc:sldMk cId="4206450915" sldId="258"/>
            <ac:grpSpMk id="111" creationId="{3AC5A81C-05C9-44D5-BF8F-97F89A3D27B8}"/>
          </ac:grpSpMkLst>
        </pc:grpChg>
        <pc:grpChg chg="del mod">
          <ac:chgData name="Dursun Dashdamirov" userId="a8b9d0e1f239c75f" providerId="LiveId" clId="{E297FC27-9774-4AAE-B428-959B432F1B03}" dt="2026-02-23T23:49:03.587" v="86"/>
          <ac:grpSpMkLst>
            <pc:docMk/>
            <pc:sldMk cId="4206450915" sldId="258"/>
            <ac:grpSpMk id="145" creationId="{42B2D4F2-639F-43C1-8E94-E480582B37B9}"/>
          </ac:grpSpMkLst>
        </pc:grpChg>
        <pc:inkChg chg="del mod">
          <ac:chgData name="Dursun Dashdamirov" userId="a8b9d0e1f239c75f" providerId="LiveId" clId="{E297FC27-9774-4AAE-B428-959B432F1B03}" dt="2026-02-23T23:49:03.581" v="36"/>
          <ac:inkMkLst>
            <pc:docMk/>
            <pc:sldMk cId="4206450915" sldId="258"/>
            <ac:inkMk id="34" creationId="{8DC9808A-1DA7-4F10-9B79-987739665384}"/>
          </ac:inkMkLst>
        </pc:inkChg>
        <pc:inkChg chg="del mod">
          <ac:chgData name="Dursun Dashdamirov" userId="a8b9d0e1f239c75f" providerId="LiveId" clId="{E297FC27-9774-4AAE-B428-959B432F1B03}" dt="2026-02-23T23:49:03.583" v="49"/>
          <ac:inkMkLst>
            <pc:docMk/>
            <pc:sldMk cId="4206450915" sldId="258"/>
            <ac:inkMk id="35" creationId="{CA0A6029-17A3-48DC-B747-3E30B03ABFB6}"/>
          </ac:inkMkLst>
        </pc:inkChg>
        <pc:inkChg chg="del mod">
          <ac:chgData name="Dursun Dashdamirov" userId="a8b9d0e1f239c75f" providerId="LiveId" clId="{E297FC27-9774-4AAE-B428-959B432F1B03}" dt="2026-02-23T23:49:03.585" v="82"/>
          <ac:inkMkLst>
            <pc:docMk/>
            <pc:sldMk cId="4206450915" sldId="258"/>
            <ac:inkMk id="36" creationId="{4709FA0B-1701-43BB-BFCE-BBEBBDA54A51}"/>
          </ac:inkMkLst>
        </pc:inkChg>
        <pc:inkChg chg="del mod">
          <ac:chgData name="Dursun Dashdamirov" userId="a8b9d0e1f239c75f" providerId="LiveId" clId="{E297FC27-9774-4AAE-B428-959B432F1B03}" dt="2026-02-23T23:49:03.585" v="77"/>
          <ac:inkMkLst>
            <pc:docMk/>
            <pc:sldMk cId="4206450915" sldId="258"/>
            <ac:inkMk id="37" creationId="{B18EFA81-88B0-4C90-8D2E-4DBA6B35D6B1}"/>
          </ac:inkMkLst>
        </pc:inkChg>
        <pc:inkChg chg="del mod">
          <ac:chgData name="Dursun Dashdamirov" userId="a8b9d0e1f239c75f" providerId="LiveId" clId="{E297FC27-9774-4AAE-B428-959B432F1B03}" dt="2026-02-23T23:49:03.581" v="31"/>
          <ac:inkMkLst>
            <pc:docMk/>
            <pc:sldMk cId="4206450915" sldId="258"/>
            <ac:inkMk id="38" creationId="{3294A306-4C6C-42A3-AFE7-9EF3E74D1D0D}"/>
          </ac:inkMkLst>
        </pc:inkChg>
        <pc:inkChg chg="del mod">
          <ac:chgData name="Dursun Dashdamirov" userId="a8b9d0e1f239c75f" providerId="LiveId" clId="{E297FC27-9774-4AAE-B428-959B432F1B03}" dt="2026-02-23T23:49:03.583" v="54"/>
          <ac:inkMkLst>
            <pc:docMk/>
            <pc:sldMk cId="4206450915" sldId="258"/>
            <ac:inkMk id="39" creationId="{D4730091-37D0-442E-AA11-80018C90E6B6}"/>
          </ac:inkMkLst>
        </pc:inkChg>
        <pc:inkChg chg="del">
          <ac:chgData name="Dursun Dashdamirov" userId="a8b9d0e1f239c75f" providerId="LiveId" clId="{E297FC27-9774-4AAE-B428-959B432F1B03}" dt="2026-02-23T23:49:03.581" v="28"/>
          <ac:inkMkLst>
            <pc:docMk/>
            <pc:sldMk cId="4206450915" sldId="258"/>
            <ac:inkMk id="40" creationId="{916E77D5-62BC-4A58-8253-43E2BD1479B2}"/>
          </ac:inkMkLst>
        </pc:inkChg>
        <pc:inkChg chg="del">
          <ac:chgData name="Dursun Dashdamirov" userId="a8b9d0e1f239c75f" providerId="LiveId" clId="{E297FC27-9774-4AAE-B428-959B432F1B03}" dt="2026-02-23T23:49:03.581" v="40"/>
          <ac:inkMkLst>
            <pc:docMk/>
            <pc:sldMk cId="4206450915" sldId="258"/>
            <ac:inkMk id="42" creationId="{C39C69AF-7068-42A7-AF98-20D0F1AB10C0}"/>
          </ac:inkMkLst>
        </pc:inkChg>
        <pc:inkChg chg="del">
          <ac:chgData name="Dursun Dashdamirov" userId="a8b9d0e1f239c75f" providerId="LiveId" clId="{E297FC27-9774-4AAE-B428-959B432F1B03}" dt="2026-02-23T23:49:03.581" v="34"/>
          <ac:inkMkLst>
            <pc:docMk/>
            <pc:sldMk cId="4206450915" sldId="258"/>
            <ac:inkMk id="43" creationId="{3208EE2B-348E-41FF-AAB5-35E7FEF1F548}"/>
          </ac:inkMkLst>
        </pc:inkChg>
        <pc:inkChg chg="del">
          <ac:chgData name="Dursun Dashdamirov" userId="a8b9d0e1f239c75f" providerId="LiveId" clId="{E297FC27-9774-4AAE-B428-959B432F1B03}" dt="2026-02-23T23:49:03.583" v="47"/>
          <ac:inkMkLst>
            <pc:docMk/>
            <pc:sldMk cId="4206450915" sldId="258"/>
            <ac:inkMk id="44" creationId="{61D54271-5A6A-40A0-ACE4-3CBBA78F128A}"/>
          </ac:inkMkLst>
        </pc:inkChg>
        <pc:inkChg chg="del">
          <ac:chgData name="Dursun Dashdamirov" userId="a8b9d0e1f239c75f" providerId="LiveId" clId="{E297FC27-9774-4AAE-B428-959B432F1B03}" dt="2026-02-23T23:49:03.581" v="29"/>
          <ac:inkMkLst>
            <pc:docMk/>
            <pc:sldMk cId="4206450915" sldId="258"/>
            <ac:inkMk id="45" creationId="{A52EB7EC-DF40-4125-9774-C12F34F88840}"/>
          </ac:inkMkLst>
        </pc:inkChg>
        <pc:inkChg chg="del">
          <ac:chgData name="Dursun Dashdamirov" userId="a8b9d0e1f239c75f" providerId="LiveId" clId="{E297FC27-9774-4AAE-B428-959B432F1B03}" dt="2026-02-23T23:49:03.587" v="87"/>
          <ac:inkMkLst>
            <pc:docMk/>
            <pc:sldMk cId="4206450915" sldId="258"/>
            <ac:inkMk id="46" creationId="{7D65C96B-F162-4EB1-A36E-1BDD29754B84}"/>
          </ac:inkMkLst>
        </pc:inkChg>
        <pc:inkChg chg="del">
          <ac:chgData name="Dursun Dashdamirov" userId="a8b9d0e1f239c75f" providerId="LiveId" clId="{E297FC27-9774-4AAE-B428-959B432F1B03}" dt="2026-02-23T23:49:03.585" v="68"/>
          <ac:inkMkLst>
            <pc:docMk/>
            <pc:sldMk cId="4206450915" sldId="258"/>
            <ac:inkMk id="57" creationId="{E577B73A-A94A-47BF-B2B8-F57805AFEFB3}"/>
          </ac:inkMkLst>
        </pc:inkChg>
        <pc:inkChg chg="del mod">
          <ac:chgData name="Dursun Dashdamirov" userId="a8b9d0e1f239c75f" providerId="LiveId" clId="{E297FC27-9774-4AAE-B428-959B432F1B03}" dt="2026-02-23T23:49:03.583" v="46"/>
          <ac:inkMkLst>
            <pc:docMk/>
            <pc:sldMk cId="4206450915" sldId="258"/>
            <ac:inkMk id="59" creationId="{1B515C26-9459-4208-AEF2-27630FC6C8DF}"/>
          </ac:inkMkLst>
        </pc:inkChg>
        <pc:inkChg chg="del mod">
          <ac:chgData name="Dursun Dashdamirov" userId="a8b9d0e1f239c75f" providerId="LiveId" clId="{E297FC27-9774-4AAE-B428-959B432F1B03}" dt="2026-02-23T23:49:03.585" v="70"/>
          <ac:inkMkLst>
            <pc:docMk/>
            <pc:sldMk cId="4206450915" sldId="258"/>
            <ac:inkMk id="60" creationId="{D0750A4A-5991-46A9-B7FE-CD404CF50C23}"/>
          </ac:inkMkLst>
        </pc:inkChg>
        <pc:inkChg chg="del mod">
          <ac:chgData name="Dursun Dashdamirov" userId="a8b9d0e1f239c75f" providerId="LiveId" clId="{E297FC27-9774-4AAE-B428-959B432F1B03}" dt="2026-02-23T23:49:03.583" v="55"/>
          <ac:inkMkLst>
            <pc:docMk/>
            <pc:sldMk cId="4206450915" sldId="258"/>
            <ac:inkMk id="63" creationId="{69EB7FCE-F9B1-41C6-BD85-1ED99B122212}"/>
          </ac:inkMkLst>
        </pc:inkChg>
        <pc:inkChg chg="del mod">
          <ac:chgData name="Dursun Dashdamirov" userId="a8b9d0e1f239c75f" providerId="LiveId" clId="{E297FC27-9774-4AAE-B428-959B432F1B03}" dt="2026-02-23T23:49:03.585" v="71"/>
          <ac:inkMkLst>
            <pc:docMk/>
            <pc:sldMk cId="4206450915" sldId="258"/>
            <ac:inkMk id="66" creationId="{972F531B-6EA1-471C-9720-09AC94BC4A1B}"/>
          </ac:inkMkLst>
        </pc:inkChg>
        <pc:inkChg chg="del mod">
          <ac:chgData name="Dursun Dashdamirov" userId="a8b9d0e1f239c75f" providerId="LiveId" clId="{E297FC27-9774-4AAE-B428-959B432F1B03}" dt="2026-02-23T23:49:03.585" v="69"/>
          <ac:inkMkLst>
            <pc:docMk/>
            <pc:sldMk cId="4206450915" sldId="258"/>
            <ac:inkMk id="67" creationId="{7257D218-392E-4501-9DAD-86019E5FA2AF}"/>
          </ac:inkMkLst>
        </pc:inkChg>
        <pc:inkChg chg="mod">
          <ac:chgData name="Dursun Dashdamirov" userId="a8b9d0e1f239c75f" providerId="LiveId" clId="{E297FC27-9774-4AAE-B428-959B432F1B03}" dt="2026-02-23T23:49:03.579" v="22"/>
          <ac:inkMkLst>
            <pc:docMk/>
            <pc:sldMk cId="4206450915" sldId="258"/>
            <ac:inkMk id="68" creationId="{91CEBB98-55FF-4117-A56F-574563FBFE3B}"/>
          </ac:inkMkLst>
        </pc:inkChg>
        <pc:inkChg chg="del mod">
          <ac:chgData name="Dursun Dashdamirov" userId="a8b9d0e1f239c75f" providerId="LiveId" clId="{E297FC27-9774-4AAE-B428-959B432F1B03}" dt="2026-02-23T23:49:03.587" v="83"/>
          <ac:inkMkLst>
            <pc:docMk/>
            <pc:sldMk cId="4206450915" sldId="258"/>
            <ac:inkMk id="70" creationId="{E112FB66-433B-4EF5-A3AD-D3CCF62C7F63}"/>
          </ac:inkMkLst>
        </pc:inkChg>
        <pc:inkChg chg="del mod">
          <ac:chgData name="Dursun Dashdamirov" userId="a8b9d0e1f239c75f" providerId="LiveId" clId="{E297FC27-9774-4AAE-B428-959B432F1B03}" dt="2026-02-23T23:49:03.583" v="52"/>
          <ac:inkMkLst>
            <pc:docMk/>
            <pc:sldMk cId="4206450915" sldId="258"/>
            <ac:inkMk id="71" creationId="{1A0B5C3F-4E93-43B6-AB16-195118413CA0}"/>
          </ac:inkMkLst>
        </pc:inkChg>
        <pc:inkChg chg="del mod">
          <ac:chgData name="Dursun Dashdamirov" userId="a8b9d0e1f239c75f" providerId="LiveId" clId="{E297FC27-9774-4AAE-B428-959B432F1B03}" dt="2026-02-23T23:49:03.585" v="80"/>
          <ac:inkMkLst>
            <pc:docMk/>
            <pc:sldMk cId="4206450915" sldId="258"/>
            <ac:inkMk id="72" creationId="{1A9F4175-DBA4-4CBC-A45F-298E0EFE02F7}"/>
          </ac:inkMkLst>
        </pc:inkChg>
        <pc:inkChg chg="del mod">
          <ac:chgData name="Dursun Dashdamirov" userId="a8b9d0e1f239c75f" providerId="LiveId" clId="{E297FC27-9774-4AAE-B428-959B432F1B03}" dt="2026-02-23T23:49:03.579" v="26"/>
          <ac:inkMkLst>
            <pc:docMk/>
            <pc:sldMk cId="4206450915" sldId="258"/>
            <ac:inkMk id="73" creationId="{B143E4A3-D9D2-40D2-9453-F1667896BD69}"/>
          </ac:inkMkLst>
        </pc:inkChg>
        <pc:inkChg chg="del mod">
          <ac:chgData name="Dursun Dashdamirov" userId="a8b9d0e1f239c75f" providerId="LiveId" clId="{E297FC27-9774-4AAE-B428-959B432F1B03}" dt="2026-02-23T23:49:03.583" v="61"/>
          <ac:inkMkLst>
            <pc:docMk/>
            <pc:sldMk cId="4206450915" sldId="258"/>
            <ac:inkMk id="74" creationId="{B7440D0D-FCA8-4583-A399-A51707A78AA9}"/>
          </ac:inkMkLst>
        </pc:inkChg>
        <pc:inkChg chg="del">
          <ac:chgData name="Dursun Dashdamirov" userId="a8b9d0e1f239c75f" providerId="LiveId" clId="{E297FC27-9774-4AAE-B428-959B432F1B03}" dt="2026-02-23T23:49:03.585" v="66"/>
          <ac:inkMkLst>
            <pc:docMk/>
            <pc:sldMk cId="4206450915" sldId="258"/>
            <ac:inkMk id="77" creationId="{5A47B265-7896-47D1-B0DB-628FDF32740E}"/>
          </ac:inkMkLst>
        </pc:inkChg>
        <pc:inkChg chg="del">
          <ac:chgData name="Dursun Dashdamirov" userId="a8b9d0e1f239c75f" providerId="LiveId" clId="{E297FC27-9774-4AAE-B428-959B432F1B03}" dt="2026-02-23T23:49:03.585" v="67"/>
          <ac:inkMkLst>
            <pc:docMk/>
            <pc:sldMk cId="4206450915" sldId="258"/>
            <ac:inkMk id="79" creationId="{E4E74377-E5E9-4590-9A5D-27A56AC48E19}"/>
          </ac:inkMkLst>
        </pc:inkChg>
        <pc:inkChg chg="del">
          <ac:chgData name="Dursun Dashdamirov" userId="a8b9d0e1f239c75f" providerId="LiveId" clId="{E297FC27-9774-4AAE-B428-959B432F1B03}" dt="2026-02-23T23:49:03.579" v="27"/>
          <ac:inkMkLst>
            <pc:docMk/>
            <pc:sldMk cId="4206450915" sldId="258"/>
            <ac:inkMk id="80" creationId="{53E105B7-CBD0-40A6-BC3E-7961572BFC4A}"/>
          </ac:inkMkLst>
        </pc:inkChg>
        <pc:inkChg chg="del mod">
          <ac:chgData name="Dursun Dashdamirov" userId="a8b9d0e1f239c75f" providerId="LiveId" clId="{E297FC27-9774-4AAE-B428-959B432F1B03}" dt="2026-02-23T23:49:03.583" v="59"/>
          <ac:inkMkLst>
            <pc:docMk/>
            <pc:sldMk cId="4206450915" sldId="258"/>
            <ac:inkMk id="81" creationId="{2DE8DCA1-C409-4A67-87F7-4CC3DEEC705E}"/>
          </ac:inkMkLst>
        </pc:inkChg>
        <pc:inkChg chg="del mod">
          <ac:chgData name="Dursun Dashdamirov" userId="a8b9d0e1f239c75f" providerId="LiveId" clId="{E297FC27-9774-4AAE-B428-959B432F1B03}" dt="2026-02-23T23:49:03.583" v="60"/>
          <ac:inkMkLst>
            <pc:docMk/>
            <pc:sldMk cId="4206450915" sldId="258"/>
            <ac:inkMk id="82" creationId="{4D3F0BC3-32B0-42CC-A422-6858887964E6}"/>
          </ac:inkMkLst>
        </pc:inkChg>
        <pc:inkChg chg="del mod">
          <ac:chgData name="Dursun Dashdamirov" userId="a8b9d0e1f239c75f" providerId="LiveId" clId="{E297FC27-9774-4AAE-B428-959B432F1B03}" dt="2026-02-23T23:49:03.585" v="64"/>
          <ac:inkMkLst>
            <pc:docMk/>
            <pc:sldMk cId="4206450915" sldId="258"/>
            <ac:inkMk id="84" creationId="{7FBF2D8C-F584-44EF-8B90-0AB4578D731C}"/>
          </ac:inkMkLst>
        </pc:inkChg>
        <pc:inkChg chg="del mod">
          <ac:chgData name="Dursun Dashdamirov" userId="a8b9d0e1f239c75f" providerId="LiveId" clId="{E297FC27-9774-4AAE-B428-959B432F1B03}" dt="2026-02-23T23:49:03.585" v="81"/>
          <ac:inkMkLst>
            <pc:docMk/>
            <pc:sldMk cId="4206450915" sldId="258"/>
            <ac:inkMk id="85" creationId="{3F8FE1F9-D986-4895-9DE2-A688B3CD1E36}"/>
          </ac:inkMkLst>
        </pc:inkChg>
        <pc:inkChg chg="mod">
          <ac:chgData name="Dursun Dashdamirov" userId="a8b9d0e1f239c75f" providerId="LiveId" clId="{E297FC27-9774-4AAE-B428-959B432F1B03}" dt="2026-02-23T23:49:03.581" v="41"/>
          <ac:inkMkLst>
            <pc:docMk/>
            <pc:sldMk cId="4206450915" sldId="258"/>
            <ac:inkMk id="87" creationId="{3748B391-8D48-4B2C-A1F8-530F142A45A4}"/>
          </ac:inkMkLst>
        </pc:inkChg>
        <pc:inkChg chg="del mod">
          <ac:chgData name="Dursun Dashdamirov" userId="a8b9d0e1f239c75f" providerId="LiveId" clId="{E297FC27-9774-4AAE-B428-959B432F1B03}" dt="2026-02-23T23:49:03.585" v="76"/>
          <ac:inkMkLst>
            <pc:docMk/>
            <pc:sldMk cId="4206450915" sldId="258"/>
            <ac:inkMk id="89" creationId="{3A09300C-6058-4772-AD84-60EF18C96A48}"/>
          </ac:inkMkLst>
        </pc:inkChg>
        <pc:inkChg chg="del mod">
          <ac:chgData name="Dursun Dashdamirov" userId="a8b9d0e1f239c75f" providerId="LiveId" clId="{E297FC27-9774-4AAE-B428-959B432F1B03}" dt="2026-02-23T23:49:03.583" v="50"/>
          <ac:inkMkLst>
            <pc:docMk/>
            <pc:sldMk cId="4206450915" sldId="258"/>
            <ac:inkMk id="91" creationId="{00BF1023-2A27-47F5-877A-C960A10AA7A8}"/>
          </ac:inkMkLst>
        </pc:inkChg>
        <pc:inkChg chg="del mod">
          <ac:chgData name="Dursun Dashdamirov" userId="a8b9d0e1f239c75f" providerId="LiveId" clId="{E297FC27-9774-4AAE-B428-959B432F1B03}" dt="2026-02-23T23:49:03.581" v="37"/>
          <ac:inkMkLst>
            <pc:docMk/>
            <pc:sldMk cId="4206450915" sldId="258"/>
            <ac:inkMk id="93" creationId="{DAC76D41-26FE-4B61-A6E2-9CC154B14632}"/>
          </ac:inkMkLst>
        </pc:inkChg>
        <pc:inkChg chg="del mod">
          <ac:chgData name="Dursun Dashdamirov" userId="a8b9d0e1f239c75f" providerId="LiveId" clId="{E297FC27-9774-4AAE-B428-959B432F1B03}" dt="2026-02-23T23:49:03.587" v="88"/>
          <ac:inkMkLst>
            <pc:docMk/>
            <pc:sldMk cId="4206450915" sldId="258"/>
            <ac:inkMk id="94" creationId="{76689177-DC9D-47CD-BB44-6D1A14B8262F}"/>
          </ac:inkMkLst>
        </pc:inkChg>
        <pc:inkChg chg="del mod">
          <ac:chgData name="Dursun Dashdamirov" userId="a8b9d0e1f239c75f" providerId="LiveId" clId="{E297FC27-9774-4AAE-B428-959B432F1B03}" dt="2026-02-23T23:49:03.581" v="42"/>
          <ac:inkMkLst>
            <pc:docMk/>
            <pc:sldMk cId="4206450915" sldId="258"/>
            <ac:inkMk id="97" creationId="{B6B4DECE-7AC7-4D86-BA6D-EDFC8136A9FB}"/>
          </ac:inkMkLst>
        </pc:inkChg>
        <pc:inkChg chg="del">
          <ac:chgData name="Dursun Dashdamirov" userId="a8b9d0e1f239c75f" providerId="LiveId" clId="{E297FC27-9774-4AAE-B428-959B432F1B03}" dt="2026-02-23T23:49:03.585" v="63"/>
          <ac:inkMkLst>
            <pc:docMk/>
            <pc:sldMk cId="4206450915" sldId="258"/>
            <ac:inkMk id="100" creationId="{40079E82-BD2E-4BD5-921F-3BB2EACDF5A4}"/>
          </ac:inkMkLst>
        </pc:inkChg>
        <pc:inkChg chg="del mod">
          <ac:chgData name="Dursun Dashdamirov" userId="a8b9d0e1f239c75f" providerId="LiveId" clId="{E297FC27-9774-4AAE-B428-959B432F1B03}" dt="2026-02-23T23:49:03.583" v="56"/>
          <ac:inkMkLst>
            <pc:docMk/>
            <pc:sldMk cId="4206450915" sldId="258"/>
            <ac:inkMk id="101" creationId="{EF1CC92C-724C-4D1F-9E6A-2D60D0C6FECE}"/>
          </ac:inkMkLst>
        </pc:inkChg>
        <pc:inkChg chg="del mod">
          <ac:chgData name="Dursun Dashdamirov" userId="a8b9d0e1f239c75f" providerId="LiveId" clId="{E297FC27-9774-4AAE-B428-959B432F1B03}" dt="2026-02-23T23:49:03.587" v="84"/>
          <ac:inkMkLst>
            <pc:docMk/>
            <pc:sldMk cId="4206450915" sldId="258"/>
            <ac:inkMk id="102" creationId="{03BE0B69-69FF-4973-85BA-71BEC464D0BD}"/>
          </ac:inkMkLst>
        </pc:inkChg>
        <pc:inkChg chg="del mod">
          <ac:chgData name="Dursun Dashdamirov" userId="a8b9d0e1f239c75f" providerId="LiveId" clId="{E297FC27-9774-4AAE-B428-959B432F1B03}" dt="2026-02-23T23:49:03.579" v="24"/>
          <ac:inkMkLst>
            <pc:docMk/>
            <pc:sldMk cId="4206450915" sldId="258"/>
            <ac:inkMk id="103" creationId="{21FE6AC2-8B8F-4B1D-9072-5C5EF1A18304}"/>
          </ac:inkMkLst>
        </pc:inkChg>
        <pc:inkChg chg="del mod">
          <ac:chgData name="Dursun Dashdamirov" userId="a8b9d0e1f239c75f" providerId="LiveId" clId="{E297FC27-9774-4AAE-B428-959B432F1B03}" dt="2026-02-23T23:49:03.583" v="62"/>
          <ac:inkMkLst>
            <pc:docMk/>
            <pc:sldMk cId="4206450915" sldId="258"/>
            <ac:inkMk id="104" creationId="{F30D8DCF-B852-4AB2-8808-7731EA641D2E}"/>
          </ac:inkMkLst>
        </pc:inkChg>
        <pc:inkChg chg="del">
          <ac:chgData name="Dursun Dashdamirov" userId="a8b9d0e1f239c75f" providerId="LiveId" clId="{E297FC27-9774-4AAE-B428-959B432F1B03}" dt="2026-02-23T23:49:03.579" v="18"/>
          <ac:inkMkLst>
            <pc:docMk/>
            <pc:sldMk cId="4206450915" sldId="258"/>
            <ac:inkMk id="105" creationId="{CAF35825-D6C1-4BB7-8136-6EA3E683F4B3}"/>
          </ac:inkMkLst>
        </pc:inkChg>
        <pc:inkChg chg="del mod">
          <ac:chgData name="Dursun Dashdamirov" userId="a8b9d0e1f239c75f" providerId="LiveId" clId="{E297FC27-9774-4AAE-B428-959B432F1B03}" dt="2026-02-23T23:49:03.581" v="38"/>
          <ac:inkMkLst>
            <pc:docMk/>
            <pc:sldMk cId="4206450915" sldId="258"/>
            <ac:inkMk id="106" creationId="{DD477433-0526-4667-8689-BD1B716A9949}"/>
          </ac:inkMkLst>
        </pc:inkChg>
        <pc:inkChg chg="del mod">
          <ac:chgData name="Dursun Dashdamirov" userId="a8b9d0e1f239c75f" providerId="LiveId" clId="{E297FC27-9774-4AAE-B428-959B432F1B03}" dt="2026-02-23T23:49:03.581" v="33"/>
          <ac:inkMkLst>
            <pc:docMk/>
            <pc:sldMk cId="4206450915" sldId="258"/>
            <ac:inkMk id="107" creationId="{6EB022DA-FDC5-41C2-AB71-970666F222AD}"/>
          </ac:inkMkLst>
        </pc:inkChg>
        <pc:inkChg chg="del mod">
          <ac:chgData name="Dursun Dashdamirov" userId="a8b9d0e1f239c75f" providerId="LiveId" clId="{E297FC27-9774-4AAE-B428-959B432F1B03}" dt="2026-02-23T23:49:03.585" v="65"/>
          <ac:inkMkLst>
            <pc:docMk/>
            <pc:sldMk cId="4206450915" sldId="258"/>
            <ac:inkMk id="109" creationId="{2D328FC0-D4BB-4CBB-AAFC-C6C92ACCC210}"/>
          </ac:inkMkLst>
        </pc:inkChg>
        <pc:inkChg chg="del mod">
          <ac:chgData name="Dursun Dashdamirov" userId="a8b9d0e1f239c75f" providerId="LiveId" clId="{E297FC27-9774-4AAE-B428-959B432F1B03}" dt="2026-02-23T23:49:03.587" v="85"/>
          <ac:inkMkLst>
            <pc:docMk/>
            <pc:sldMk cId="4206450915" sldId="258"/>
            <ac:inkMk id="110" creationId="{0D48E32D-2D9A-45FD-946A-A23062F2E518}"/>
          </ac:inkMkLst>
        </pc:inkChg>
        <pc:inkChg chg="del">
          <ac:chgData name="Dursun Dashdamirov" userId="a8b9d0e1f239c75f" providerId="LiveId" clId="{E297FC27-9774-4AAE-B428-959B432F1B03}" dt="2026-02-23T23:49:03.579" v="19"/>
          <ac:inkMkLst>
            <pc:docMk/>
            <pc:sldMk cId="4206450915" sldId="258"/>
            <ac:inkMk id="112" creationId="{8B39B881-F6C1-4226-9893-1D58CA3C3990}"/>
          </ac:inkMkLst>
        </pc:inkChg>
        <pc:inkChg chg="del">
          <ac:chgData name="Dursun Dashdamirov" userId="a8b9d0e1f239c75f" providerId="LiveId" clId="{E297FC27-9774-4AAE-B428-959B432F1B03}" dt="2026-02-23T23:49:03.583" v="57"/>
          <ac:inkMkLst>
            <pc:docMk/>
            <pc:sldMk cId="4206450915" sldId="258"/>
            <ac:inkMk id="113" creationId="{477C04B8-81F7-49B9-8B76-9174B1B7209F}"/>
          </ac:inkMkLst>
        </pc:inkChg>
        <pc:inkChg chg="del">
          <ac:chgData name="Dursun Dashdamirov" userId="a8b9d0e1f239c75f" providerId="LiveId" clId="{E297FC27-9774-4AAE-B428-959B432F1B03}" dt="2026-02-23T23:49:03.585" v="73"/>
          <ac:inkMkLst>
            <pc:docMk/>
            <pc:sldMk cId="4206450915" sldId="258"/>
            <ac:inkMk id="116" creationId="{C5823932-D515-4AC3-BA8E-1E410064D183}"/>
          </ac:inkMkLst>
        </pc:inkChg>
        <pc:inkChg chg="del mod">
          <ac:chgData name="Dursun Dashdamirov" userId="a8b9d0e1f239c75f" providerId="LiveId" clId="{E297FC27-9774-4AAE-B428-959B432F1B03}" dt="2026-02-23T23:49:03.585" v="72"/>
          <ac:inkMkLst>
            <pc:docMk/>
            <pc:sldMk cId="4206450915" sldId="258"/>
            <ac:inkMk id="117" creationId="{9DFA3711-A683-43D0-BA4D-92E440616CDA}"/>
          </ac:inkMkLst>
        </pc:inkChg>
        <pc:inkChg chg="del mod">
          <ac:chgData name="Dursun Dashdamirov" userId="a8b9d0e1f239c75f" providerId="LiveId" clId="{E297FC27-9774-4AAE-B428-959B432F1B03}" dt="2026-02-23T23:49:03.587" v="86"/>
          <ac:inkMkLst>
            <pc:docMk/>
            <pc:sldMk cId="4206450915" sldId="258"/>
            <ac:inkMk id="118" creationId="{41A25EA7-74F9-4146-8330-5F3318DE1FEB}"/>
          </ac:inkMkLst>
        </pc:inkChg>
        <pc:inkChg chg="del">
          <ac:chgData name="Dursun Dashdamirov" userId="a8b9d0e1f239c75f" providerId="LiveId" clId="{E297FC27-9774-4AAE-B428-959B432F1B03}" dt="2026-02-23T23:49:03.581" v="43"/>
          <ac:inkMkLst>
            <pc:docMk/>
            <pc:sldMk cId="4206450915" sldId="258"/>
            <ac:inkMk id="119" creationId="{10EB6E52-20D6-45BB-BB65-89DFB8E49BAA}"/>
          </ac:inkMkLst>
        </pc:inkChg>
        <pc:inkChg chg="del mod">
          <ac:chgData name="Dursun Dashdamirov" userId="a8b9d0e1f239c75f" providerId="LiveId" clId="{E297FC27-9774-4AAE-B428-959B432F1B03}" dt="2026-02-23T23:49:03.585" v="78"/>
          <ac:inkMkLst>
            <pc:docMk/>
            <pc:sldMk cId="4206450915" sldId="258"/>
            <ac:inkMk id="120" creationId="{90CF7F2D-82DC-4C59-8433-4F9A49ED2811}"/>
          </ac:inkMkLst>
        </pc:inkChg>
        <pc:inkChg chg="del">
          <ac:chgData name="Dursun Dashdamirov" userId="a8b9d0e1f239c75f" providerId="LiveId" clId="{E297FC27-9774-4AAE-B428-959B432F1B03}" dt="2026-02-23T23:49:03.579" v="25"/>
          <ac:inkMkLst>
            <pc:docMk/>
            <pc:sldMk cId="4206450915" sldId="258"/>
            <ac:inkMk id="123" creationId="{0D79B298-FE36-4DD9-8016-D5FE4BD31BB3}"/>
          </ac:inkMkLst>
        </pc:inkChg>
        <pc:inkChg chg="del mod">
          <ac:chgData name="Dursun Dashdamirov" userId="a8b9d0e1f239c75f" providerId="LiveId" clId="{E297FC27-9774-4AAE-B428-959B432F1B03}" dt="2026-02-23T23:49:03.585" v="74"/>
          <ac:inkMkLst>
            <pc:docMk/>
            <pc:sldMk cId="4206450915" sldId="258"/>
            <ac:inkMk id="125" creationId="{666095E0-4C37-41D5-BC2C-B9860A62214E}"/>
          </ac:inkMkLst>
        </pc:inkChg>
        <pc:inkChg chg="del mod">
          <ac:chgData name="Dursun Dashdamirov" userId="a8b9d0e1f239c75f" providerId="LiveId" clId="{E297FC27-9774-4AAE-B428-959B432F1B03}" dt="2026-02-23T23:49:03.585" v="79"/>
          <ac:inkMkLst>
            <pc:docMk/>
            <pc:sldMk cId="4206450915" sldId="258"/>
            <ac:inkMk id="127" creationId="{EDE6A36F-3370-47BC-BD3D-72BB4E409643}"/>
          </ac:inkMkLst>
        </pc:inkChg>
        <pc:inkChg chg="del">
          <ac:chgData name="Dursun Dashdamirov" userId="a8b9d0e1f239c75f" providerId="LiveId" clId="{E297FC27-9774-4AAE-B428-959B432F1B03}" dt="2026-02-23T23:49:03.585" v="75"/>
          <ac:inkMkLst>
            <pc:docMk/>
            <pc:sldMk cId="4206450915" sldId="258"/>
            <ac:inkMk id="129" creationId="{161DBBB6-DF55-4C87-9EB3-826B88831758}"/>
          </ac:inkMkLst>
        </pc:inkChg>
        <pc:inkChg chg="mod">
          <ac:chgData name="Dursun Dashdamirov" userId="a8b9d0e1f239c75f" providerId="LiveId" clId="{E297FC27-9774-4AAE-B428-959B432F1B03}" dt="2026-02-23T23:49:03.583" v="52"/>
          <ac:inkMkLst>
            <pc:docMk/>
            <pc:sldMk cId="4206450915" sldId="258"/>
            <ac:inkMk id="143" creationId="{88A7F03C-58C7-47AE-B8B6-6D8839EA6DD2}"/>
          </ac:inkMkLst>
        </pc:inkChg>
        <pc:inkChg chg="mod">
          <ac:chgData name="Dursun Dashdamirov" userId="a8b9d0e1f239c75f" providerId="LiveId" clId="{E297FC27-9774-4AAE-B428-959B432F1B03}" dt="2026-02-23T23:49:03.581" v="39"/>
          <ac:inkMkLst>
            <pc:docMk/>
            <pc:sldMk cId="4206450915" sldId="258"/>
            <ac:inkMk id="144" creationId="{B0DEA194-E9E4-4F68-A1D2-8B2965152335}"/>
          </ac:inkMkLst>
        </pc:inkChg>
      </pc:sldChg>
      <pc:sldChg chg="delSp modSp">
        <pc:chgData name="Dursun Dashdamirov" userId="a8b9d0e1f239c75f" providerId="LiveId" clId="{E297FC27-9774-4AAE-B428-959B432F1B03}" dt="2026-02-23T23:49:31.507" v="208"/>
        <pc:sldMkLst>
          <pc:docMk/>
          <pc:sldMk cId="712516782" sldId="259"/>
        </pc:sldMkLst>
        <pc:grpChg chg="del mod">
          <ac:chgData name="Dursun Dashdamirov" userId="a8b9d0e1f239c75f" providerId="LiveId" clId="{E297FC27-9774-4AAE-B428-959B432F1B03}" dt="2026-02-23T23:49:31.507" v="136"/>
          <ac:grpSpMkLst>
            <pc:docMk/>
            <pc:sldMk cId="712516782" sldId="259"/>
            <ac:grpSpMk id="49" creationId="{0CF7E9CC-10E3-406E-AA16-E6D4A83E2686}"/>
          </ac:grpSpMkLst>
        </pc:grpChg>
        <pc:grpChg chg="del mod">
          <ac:chgData name="Dursun Dashdamirov" userId="a8b9d0e1f239c75f" providerId="LiveId" clId="{E297FC27-9774-4AAE-B428-959B432F1B03}" dt="2026-02-23T23:49:31.507" v="197"/>
          <ac:grpSpMkLst>
            <pc:docMk/>
            <pc:sldMk cId="712516782" sldId="259"/>
            <ac:grpSpMk id="69" creationId="{FE69BBB7-4CDD-4BDE-9BF9-CAE7E586A03A}"/>
          </ac:grpSpMkLst>
        </pc:grpChg>
        <pc:grpChg chg="del mod">
          <ac:chgData name="Dursun Dashdamirov" userId="a8b9d0e1f239c75f" providerId="LiveId" clId="{E297FC27-9774-4AAE-B428-959B432F1B03}" dt="2026-02-23T23:49:31.507" v="170"/>
          <ac:grpSpMkLst>
            <pc:docMk/>
            <pc:sldMk cId="712516782" sldId="259"/>
            <ac:grpSpMk id="77" creationId="{7939AEEA-F644-42BE-9D32-5442C658C9E2}"/>
          </ac:grpSpMkLst>
        </pc:grpChg>
        <pc:grpChg chg="del mod">
          <ac:chgData name="Dursun Dashdamirov" userId="a8b9d0e1f239c75f" providerId="LiveId" clId="{E297FC27-9774-4AAE-B428-959B432F1B03}" dt="2026-02-23T23:49:31.507" v="113"/>
          <ac:grpSpMkLst>
            <pc:docMk/>
            <pc:sldMk cId="712516782" sldId="259"/>
            <ac:grpSpMk id="80" creationId="{6E0B94D0-1ECD-4496-B93B-CEB51B61EC2C}"/>
          </ac:grpSpMkLst>
        </pc:grpChg>
        <pc:grpChg chg="del mod">
          <ac:chgData name="Dursun Dashdamirov" userId="a8b9d0e1f239c75f" providerId="LiveId" clId="{E297FC27-9774-4AAE-B428-959B432F1B03}" dt="2026-02-23T23:49:31.507" v="110"/>
          <ac:grpSpMkLst>
            <pc:docMk/>
            <pc:sldMk cId="712516782" sldId="259"/>
            <ac:grpSpMk id="85" creationId="{8BD1E208-60FB-48CC-8236-059F4B4766DA}"/>
          </ac:grpSpMkLst>
        </pc:grpChg>
        <pc:grpChg chg="del mod">
          <ac:chgData name="Dursun Dashdamirov" userId="a8b9d0e1f239c75f" providerId="LiveId" clId="{E297FC27-9774-4AAE-B428-959B432F1B03}" dt="2026-02-23T23:49:31.507" v="147"/>
          <ac:grpSpMkLst>
            <pc:docMk/>
            <pc:sldMk cId="712516782" sldId="259"/>
            <ac:grpSpMk id="86" creationId="{59D263DD-2500-4ABC-95E0-2221E6198BFC}"/>
          </ac:grpSpMkLst>
        </pc:grpChg>
        <pc:grpChg chg="del mod">
          <ac:chgData name="Dursun Dashdamirov" userId="a8b9d0e1f239c75f" providerId="LiveId" clId="{E297FC27-9774-4AAE-B428-959B432F1B03}" dt="2026-02-23T23:49:31.507" v="205"/>
          <ac:grpSpMkLst>
            <pc:docMk/>
            <pc:sldMk cId="712516782" sldId="259"/>
            <ac:grpSpMk id="148" creationId="{A57A4446-F5FF-46B6-A046-8615D8C31311}"/>
          </ac:grpSpMkLst>
        </pc:grpChg>
        <pc:grpChg chg="del mod">
          <ac:chgData name="Dursun Dashdamirov" userId="a8b9d0e1f239c75f" providerId="LiveId" clId="{E297FC27-9774-4AAE-B428-959B432F1B03}" dt="2026-02-23T23:49:31.507" v="127"/>
          <ac:grpSpMkLst>
            <pc:docMk/>
            <pc:sldMk cId="712516782" sldId="259"/>
            <ac:grpSpMk id="153" creationId="{8D14CBE0-0852-44D2-881F-0B41FC42EBF0}"/>
          </ac:grpSpMkLst>
        </pc:grpChg>
        <pc:grpChg chg="del mod">
          <ac:chgData name="Dursun Dashdamirov" userId="a8b9d0e1f239c75f" providerId="LiveId" clId="{E297FC27-9774-4AAE-B428-959B432F1B03}" dt="2026-02-23T23:49:31.507" v="196"/>
          <ac:grpSpMkLst>
            <pc:docMk/>
            <pc:sldMk cId="712516782" sldId="259"/>
            <ac:grpSpMk id="161" creationId="{4BE898DC-5DC8-4A7C-B9A4-5F079D0F9E59}"/>
          </ac:grpSpMkLst>
        </pc:grpChg>
        <pc:grpChg chg="del mod">
          <ac:chgData name="Dursun Dashdamirov" userId="a8b9d0e1f239c75f" providerId="LiveId" clId="{E297FC27-9774-4AAE-B428-959B432F1B03}" dt="2026-02-23T23:49:31.507" v="160"/>
          <ac:grpSpMkLst>
            <pc:docMk/>
            <pc:sldMk cId="712516782" sldId="259"/>
            <ac:grpSpMk id="178" creationId="{2A20D416-4A65-458C-A978-B26BB2A83D9C}"/>
          </ac:grpSpMkLst>
        </pc:grpChg>
        <pc:grpChg chg="del mod">
          <ac:chgData name="Dursun Dashdamirov" userId="a8b9d0e1f239c75f" providerId="LiveId" clId="{E297FC27-9774-4AAE-B428-959B432F1B03}" dt="2026-02-23T23:49:31.491" v="91"/>
          <ac:grpSpMkLst>
            <pc:docMk/>
            <pc:sldMk cId="712516782" sldId="259"/>
            <ac:grpSpMk id="206" creationId="{0F767B9D-094A-4C6B-BF7C-F6317FB3A05A}"/>
          </ac:grpSpMkLst>
        </pc:grpChg>
        <pc:grpChg chg="del mod">
          <ac:chgData name="Dursun Dashdamirov" userId="a8b9d0e1f239c75f" providerId="LiveId" clId="{E297FC27-9774-4AAE-B428-959B432F1B03}" dt="2026-02-23T23:49:31.507" v="145"/>
          <ac:grpSpMkLst>
            <pc:docMk/>
            <pc:sldMk cId="712516782" sldId="259"/>
            <ac:grpSpMk id="214" creationId="{4CAFFD0B-3FFB-4445-8C0B-C655528C9551}"/>
          </ac:grpSpMkLst>
        </pc:grpChg>
        <pc:grpChg chg="del mod">
          <ac:chgData name="Dursun Dashdamirov" userId="a8b9d0e1f239c75f" providerId="LiveId" clId="{E297FC27-9774-4AAE-B428-959B432F1B03}" dt="2026-02-23T23:49:31.507" v="190"/>
          <ac:grpSpMkLst>
            <pc:docMk/>
            <pc:sldMk cId="712516782" sldId="259"/>
            <ac:grpSpMk id="215" creationId="{6DDF2986-47F5-4EDD-9D81-85BF7F82F331}"/>
          </ac:grpSpMkLst>
        </pc:grpChg>
        <pc:grpChg chg="del mod">
          <ac:chgData name="Dursun Dashdamirov" userId="a8b9d0e1f239c75f" providerId="LiveId" clId="{E297FC27-9774-4AAE-B428-959B432F1B03}" dt="2026-02-23T23:49:31.507" v="105"/>
          <ac:grpSpMkLst>
            <pc:docMk/>
            <pc:sldMk cId="712516782" sldId="259"/>
            <ac:grpSpMk id="218" creationId="{9968F397-93CA-4E05-BD01-D15FFFB09026}"/>
          </ac:grpSpMkLst>
        </pc:grpChg>
        <pc:grpChg chg="del mod">
          <ac:chgData name="Dursun Dashdamirov" userId="a8b9d0e1f239c75f" providerId="LiveId" clId="{E297FC27-9774-4AAE-B428-959B432F1B03}" dt="2026-02-23T23:49:31.507" v="202"/>
          <ac:grpSpMkLst>
            <pc:docMk/>
            <pc:sldMk cId="712516782" sldId="259"/>
            <ac:grpSpMk id="223" creationId="{5612C326-3E56-4BCF-9252-97F5B027AD94}"/>
          </ac:grpSpMkLst>
        </pc:grpChg>
        <pc:inkChg chg="del mod">
          <ac:chgData name="Dursun Dashdamirov" userId="a8b9d0e1f239c75f" providerId="LiveId" clId="{E297FC27-9774-4AAE-B428-959B432F1B03}" dt="2026-02-23T23:49:31.507" v="199"/>
          <ac:inkMkLst>
            <pc:docMk/>
            <pc:sldMk cId="712516782" sldId="259"/>
            <ac:inkMk id="47" creationId="{F13DD820-6A1F-40CC-857B-9796739EAAD4}"/>
          </ac:inkMkLst>
        </pc:inkChg>
        <pc:inkChg chg="del">
          <ac:chgData name="Dursun Dashdamirov" userId="a8b9d0e1f239c75f" providerId="LiveId" clId="{E297FC27-9774-4AAE-B428-959B432F1B03}" dt="2026-02-23T23:49:31.507" v="136"/>
          <ac:inkMkLst>
            <pc:docMk/>
            <pc:sldMk cId="712516782" sldId="259"/>
            <ac:inkMk id="48" creationId="{C7E09496-96AE-431F-BE02-E917BD543293}"/>
          </ac:inkMkLst>
        </pc:inkChg>
        <pc:inkChg chg="del">
          <ac:chgData name="Dursun Dashdamirov" userId="a8b9d0e1f239c75f" providerId="LiveId" clId="{E297FC27-9774-4AAE-B428-959B432F1B03}" dt="2026-02-23T23:49:31.507" v="139"/>
          <ac:inkMkLst>
            <pc:docMk/>
            <pc:sldMk cId="712516782" sldId="259"/>
            <ac:inkMk id="50" creationId="{5E12EBB0-34CE-4604-B128-69E6C644D7A4}"/>
          </ac:inkMkLst>
        </pc:inkChg>
        <pc:inkChg chg="del">
          <ac:chgData name="Dursun Dashdamirov" userId="a8b9d0e1f239c75f" providerId="LiveId" clId="{E297FC27-9774-4AAE-B428-959B432F1B03}" dt="2026-02-23T23:49:31.507" v="156"/>
          <ac:inkMkLst>
            <pc:docMk/>
            <pc:sldMk cId="712516782" sldId="259"/>
            <ac:inkMk id="51" creationId="{5BE3A467-3FBD-46EB-AC49-7EC292061A86}"/>
          </ac:inkMkLst>
        </pc:inkChg>
        <pc:inkChg chg="del">
          <ac:chgData name="Dursun Dashdamirov" userId="a8b9d0e1f239c75f" providerId="LiveId" clId="{E297FC27-9774-4AAE-B428-959B432F1B03}" dt="2026-02-23T23:49:31.507" v="158"/>
          <ac:inkMkLst>
            <pc:docMk/>
            <pc:sldMk cId="712516782" sldId="259"/>
            <ac:inkMk id="52" creationId="{B81551AE-2BA1-4A9B-9799-D1A054B2FFC3}"/>
          </ac:inkMkLst>
        </pc:inkChg>
        <pc:inkChg chg="del">
          <ac:chgData name="Dursun Dashdamirov" userId="a8b9d0e1f239c75f" providerId="LiveId" clId="{E297FC27-9774-4AAE-B428-959B432F1B03}" dt="2026-02-23T23:49:31.507" v="118"/>
          <ac:inkMkLst>
            <pc:docMk/>
            <pc:sldMk cId="712516782" sldId="259"/>
            <ac:inkMk id="64" creationId="{E44C37BD-2F63-4AE9-98F3-8A2D917157B7}"/>
          </ac:inkMkLst>
        </pc:inkChg>
        <pc:inkChg chg="del mod">
          <ac:chgData name="Dursun Dashdamirov" userId="a8b9d0e1f239c75f" providerId="LiveId" clId="{E297FC27-9774-4AAE-B428-959B432F1B03}" dt="2026-02-23T23:49:31.507" v="201"/>
          <ac:inkMkLst>
            <pc:docMk/>
            <pc:sldMk cId="712516782" sldId="259"/>
            <ac:inkMk id="65" creationId="{D1E713CE-8CF6-4C24-A71E-50601AD889C2}"/>
          </ac:inkMkLst>
        </pc:inkChg>
        <pc:inkChg chg="del mod">
          <ac:chgData name="Dursun Dashdamirov" userId="a8b9d0e1f239c75f" providerId="LiveId" clId="{E297FC27-9774-4AAE-B428-959B432F1B03}" dt="2026-02-23T23:49:31.507" v="197"/>
          <ac:inkMkLst>
            <pc:docMk/>
            <pc:sldMk cId="712516782" sldId="259"/>
            <ac:inkMk id="66" creationId="{40E0815D-8C39-4F61-9FD8-4B5F116AD1E7}"/>
          </ac:inkMkLst>
        </pc:inkChg>
        <pc:inkChg chg="del mod">
          <ac:chgData name="Dursun Dashdamirov" userId="a8b9d0e1f239c75f" providerId="LiveId" clId="{E297FC27-9774-4AAE-B428-959B432F1B03}" dt="2026-02-23T23:49:31.507" v="177"/>
          <ac:inkMkLst>
            <pc:docMk/>
            <pc:sldMk cId="712516782" sldId="259"/>
            <ac:inkMk id="67" creationId="{9904D2E0-EFB5-48CD-BA69-DEDB02B63346}"/>
          </ac:inkMkLst>
        </pc:inkChg>
        <pc:inkChg chg="del mod">
          <ac:chgData name="Dursun Dashdamirov" userId="a8b9d0e1f239c75f" providerId="LiveId" clId="{E297FC27-9774-4AAE-B428-959B432F1B03}" dt="2026-02-23T23:49:31.507" v="124"/>
          <ac:inkMkLst>
            <pc:docMk/>
            <pc:sldMk cId="712516782" sldId="259"/>
            <ac:inkMk id="68" creationId="{80DD8A8E-A3AB-49CC-8F85-108134B2EA69}"/>
          </ac:inkMkLst>
        </pc:inkChg>
        <pc:inkChg chg="del mod">
          <ac:chgData name="Dursun Dashdamirov" userId="a8b9d0e1f239c75f" providerId="LiveId" clId="{E297FC27-9774-4AAE-B428-959B432F1B03}" dt="2026-02-23T23:49:31.507" v="100"/>
          <ac:inkMkLst>
            <pc:docMk/>
            <pc:sldMk cId="712516782" sldId="259"/>
            <ac:inkMk id="70" creationId="{496D4CFB-2365-47F4-9007-F827F24DED08}"/>
          </ac:inkMkLst>
        </pc:inkChg>
        <pc:inkChg chg="del mod">
          <ac:chgData name="Dursun Dashdamirov" userId="a8b9d0e1f239c75f" providerId="LiveId" clId="{E297FC27-9774-4AAE-B428-959B432F1B03}" dt="2026-02-23T23:49:31.507" v="122"/>
          <ac:inkMkLst>
            <pc:docMk/>
            <pc:sldMk cId="712516782" sldId="259"/>
            <ac:inkMk id="71" creationId="{7A036E4E-7A24-4185-B461-F68B08ADB396}"/>
          </ac:inkMkLst>
        </pc:inkChg>
        <pc:inkChg chg="del">
          <ac:chgData name="Dursun Dashdamirov" userId="a8b9d0e1f239c75f" providerId="LiveId" clId="{E297FC27-9774-4AAE-B428-959B432F1B03}" dt="2026-02-23T23:49:31.507" v="94"/>
          <ac:inkMkLst>
            <pc:docMk/>
            <pc:sldMk cId="712516782" sldId="259"/>
            <ac:inkMk id="72" creationId="{466338BA-BFE2-4E94-B593-72E22E946F44}"/>
          </ac:inkMkLst>
        </pc:inkChg>
        <pc:inkChg chg="del mod">
          <ac:chgData name="Dursun Dashdamirov" userId="a8b9d0e1f239c75f" providerId="LiveId" clId="{E297FC27-9774-4AAE-B428-959B432F1B03}" dt="2026-02-23T23:49:31.507" v="170"/>
          <ac:inkMkLst>
            <pc:docMk/>
            <pc:sldMk cId="712516782" sldId="259"/>
            <ac:inkMk id="73" creationId="{D80C6075-5882-4EBD-AE84-E997AA427AA9}"/>
          </ac:inkMkLst>
        </pc:inkChg>
        <pc:inkChg chg="del mod">
          <ac:chgData name="Dursun Dashdamirov" userId="a8b9d0e1f239c75f" providerId="LiveId" clId="{E297FC27-9774-4AAE-B428-959B432F1B03}" dt="2026-02-23T23:49:31.507" v="128"/>
          <ac:inkMkLst>
            <pc:docMk/>
            <pc:sldMk cId="712516782" sldId="259"/>
            <ac:inkMk id="74" creationId="{97B98B87-8474-46C3-9FE6-3884F71D98B9}"/>
          </ac:inkMkLst>
        </pc:inkChg>
        <pc:inkChg chg="del mod">
          <ac:chgData name="Dursun Dashdamirov" userId="a8b9d0e1f239c75f" providerId="LiveId" clId="{E297FC27-9774-4AAE-B428-959B432F1B03}" dt="2026-02-23T23:49:31.507" v="183"/>
          <ac:inkMkLst>
            <pc:docMk/>
            <pc:sldMk cId="712516782" sldId="259"/>
            <ac:inkMk id="76" creationId="{3069D425-2B07-4441-8646-79BC9A90DD0C}"/>
          </ac:inkMkLst>
        </pc:inkChg>
        <pc:inkChg chg="del">
          <ac:chgData name="Dursun Dashdamirov" userId="a8b9d0e1f239c75f" providerId="LiveId" clId="{E297FC27-9774-4AAE-B428-959B432F1B03}" dt="2026-02-23T23:49:31.507" v="113"/>
          <ac:inkMkLst>
            <pc:docMk/>
            <pc:sldMk cId="712516782" sldId="259"/>
            <ac:inkMk id="78" creationId="{E85511EC-DA5B-4B63-9D3A-D887B7235833}"/>
          </ac:inkMkLst>
        </pc:inkChg>
        <pc:inkChg chg="del mod">
          <ac:chgData name="Dursun Dashdamirov" userId="a8b9d0e1f239c75f" providerId="LiveId" clId="{E297FC27-9774-4AAE-B428-959B432F1B03}" dt="2026-02-23T23:49:31.507" v="181"/>
          <ac:inkMkLst>
            <pc:docMk/>
            <pc:sldMk cId="712516782" sldId="259"/>
            <ac:inkMk id="79" creationId="{249CAA2D-EA1B-4530-8219-28382758F7DF}"/>
          </ac:inkMkLst>
        </pc:inkChg>
        <pc:inkChg chg="del mod">
          <ac:chgData name="Dursun Dashdamirov" userId="a8b9d0e1f239c75f" providerId="LiveId" clId="{E297FC27-9774-4AAE-B428-959B432F1B03}" dt="2026-02-23T23:49:31.507" v="189"/>
          <ac:inkMkLst>
            <pc:docMk/>
            <pc:sldMk cId="712516782" sldId="259"/>
            <ac:inkMk id="81" creationId="{08EB0EE2-9D82-4C81-8515-F7E75D23733A}"/>
          </ac:inkMkLst>
        </pc:inkChg>
        <pc:inkChg chg="del">
          <ac:chgData name="Dursun Dashdamirov" userId="a8b9d0e1f239c75f" providerId="LiveId" clId="{E297FC27-9774-4AAE-B428-959B432F1B03}" dt="2026-02-23T23:49:31.507" v="147"/>
          <ac:inkMkLst>
            <pc:docMk/>
            <pc:sldMk cId="712516782" sldId="259"/>
            <ac:inkMk id="82" creationId="{8194A639-0586-44F3-B65C-84E35229DD8D}"/>
          </ac:inkMkLst>
        </pc:inkChg>
        <pc:inkChg chg="del mod">
          <ac:chgData name="Dursun Dashdamirov" userId="a8b9d0e1f239c75f" providerId="LiveId" clId="{E297FC27-9774-4AAE-B428-959B432F1B03}" dt="2026-02-23T23:49:31.507" v="174"/>
          <ac:inkMkLst>
            <pc:docMk/>
            <pc:sldMk cId="712516782" sldId="259"/>
            <ac:inkMk id="83" creationId="{34C422C9-AC1B-464B-898B-B07A4058762E}"/>
          </ac:inkMkLst>
        </pc:inkChg>
        <pc:inkChg chg="del">
          <ac:chgData name="Dursun Dashdamirov" userId="a8b9d0e1f239c75f" providerId="LiveId" clId="{E297FC27-9774-4AAE-B428-959B432F1B03}" dt="2026-02-23T23:49:31.507" v="110"/>
          <ac:inkMkLst>
            <pc:docMk/>
            <pc:sldMk cId="712516782" sldId="259"/>
            <ac:inkMk id="84" creationId="{2E57ED62-55AC-42C4-91FB-A89ACD4CE067}"/>
          </ac:inkMkLst>
        </pc:inkChg>
        <pc:inkChg chg="del">
          <ac:chgData name="Dursun Dashdamirov" userId="a8b9d0e1f239c75f" providerId="LiveId" clId="{E297FC27-9774-4AAE-B428-959B432F1B03}" dt="2026-02-23T23:49:31.507" v="179"/>
          <ac:inkMkLst>
            <pc:docMk/>
            <pc:sldMk cId="712516782" sldId="259"/>
            <ac:inkMk id="87" creationId="{C0A3EE36-4133-42A5-8CDC-A380B7DE596B}"/>
          </ac:inkMkLst>
        </pc:inkChg>
        <pc:inkChg chg="del">
          <ac:chgData name="Dursun Dashdamirov" userId="a8b9d0e1f239c75f" providerId="LiveId" clId="{E297FC27-9774-4AAE-B428-959B432F1B03}" dt="2026-02-23T23:49:31.507" v="112"/>
          <ac:inkMkLst>
            <pc:docMk/>
            <pc:sldMk cId="712516782" sldId="259"/>
            <ac:inkMk id="88" creationId="{8B5DC341-7025-4103-9188-A66AC0D35109}"/>
          </ac:inkMkLst>
        </pc:inkChg>
        <pc:inkChg chg="del">
          <ac:chgData name="Dursun Dashdamirov" userId="a8b9d0e1f239c75f" providerId="LiveId" clId="{E297FC27-9774-4AAE-B428-959B432F1B03}" dt="2026-02-23T23:49:31.491" v="90"/>
          <ac:inkMkLst>
            <pc:docMk/>
            <pc:sldMk cId="712516782" sldId="259"/>
            <ac:inkMk id="93" creationId="{33373A1B-771F-4754-B6E0-0745FB463432}"/>
          </ac:inkMkLst>
        </pc:inkChg>
        <pc:inkChg chg="del">
          <ac:chgData name="Dursun Dashdamirov" userId="a8b9d0e1f239c75f" providerId="LiveId" clId="{E297FC27-9774-4AAE-B428-959B432F1B03}" dt="2026-02-23T23:49:31.507" v="149"/>
          <ac:inkMkLst>
            <pc:docMk/>
            <pc:sldMk cId="712516782" sldId="259"/>
            <ac:inkMk id="94" creationId="{5C8382A2-0E64-40F6-BEE3-D6E96E52691D}"/>
          </ac:inkMkLst>
        </pc:inkChg>
        <pc:inkChg chg="del">
          <ac:chgData name="Dursun Dashdamirov" userId="a8b9d0e1f239c75f" providerId="LiveId" clId="{E297FC27-9774-4AAE-B428-959B432F1B03}" dt="2026-02-23T23:49:31.507" v="102"/>
          <ac:inkMkLst>
            <pc:docMk/>
            <pc:sldMk cId="712516782" sldId="259"/>
            <ac:inkMk id="95" creationId="{03A16C3B-2235-4919-B0FF-68B71038E75D}"/>
          </ac:inkMkLst>
        </pc:inkChg>
        <pc:inkChg chg="del mod">
          <ac:chgData name="Dursun Dashdamirov" userId="a8b9d0e1f239c75f" providerId="LiveId" clId="{E297FC27-9774-4AAE-B428-959B432F1B03}" dt="2026-02-23T23:49:31.507" v="126"/>
          <ac:inkMkLst>
            <pc:docMk/>
            <pc:sldMk cId="712516782" sldId="259"/>
            <ac:inkMk id="96" creationId="{F69096EE-61ED-45F4-82A6-A9FE2A2E462C}"/>
          </ac:inkMkLst>
        </pc:inkChg>
        <pc:inkChg chg="del mod">
          <ac:chgData name="Dursun Dashdamirov" userId="a8b9d0e1f239c75f" providerId="LiveId" clId="{E297FC27-9774-4AAE-B428-959B432F1B03}" dt="2026-02-23T23:49:31.507" v="169"/>
          <ac:inkMkLst>
            <pc:docMk/>
            <pc:sldMk cId="712516782" sldId="259"/>
            <ac:inkMk id="97" creationId="{5E48C733-222D-47BA-8348-8F41BC3D726D}"/>
          </ac:inkMkLst>
        </pc:inkChg>
        <pc:inkChg chg="del mod">
          <ac:chgData name="Dursun Dashdamirov" userId="a8b9d0e1f239c75f" providerId="LiveId" clId="{E297FC27-9774-4AAE-B428-959B432F1B03}" dt="2026-02-23T23:49:31.507" v="157"/>
          <ac:inkMkLst>
            <pc:docMk/>
            <pc:sldMk cId="712516782" sldId="259"/>
            <ac:inkMk id="99" creationId="{F57DE1DD-4ACA-41E8-8821-5AB5B9792481}"/>
          </ac:inkMkLst>
        </pc:inkChg>
        <pc:inkChg chg="del mod">
          <ac:chgData name="Dursun Dashdamirov" userId="a8b9d0e1f239c75f" providerId="LiveId" clId="{E297FC27-9774-4AAE-B428-959B432F1B03}" dt="2026-02-23T23:49:31.507" v="188"/>
          <ac:inkMkLst>
            <pc:docMk/>
            <pc:sldMk cId="712516782" sldId="259"/>
            <ac:inkMk id="100" creationId="{B34F2F20-080B-4FC5-898A-117ACB357398}"/>
          </ac:inkMkLst>
        </pc:inkChg>
        <pc:inkChg chg="del mod">
          <ac:chgData name="Dursun Dashdamirov" userId="a8b9d0e1f239c75f" providerId="LiveId" clId="{E297FC27-9774-4AAE-B428-959B432F1B03}" dt="2026-02-23T23:49:31.507" v="195"/>
          <ac:inkMkLst>
            <pc:docMk/>
            <pc:sldMk cId="712516782" sldId="259"/>
            <ac:inkMk id="102" creationId="{13556D64-DA37-4B8E-9F71-6D68AB94EABD}"/>
          </ac:inkMkLst>
        </pc:inkChg>
        <pc:inkChg chg="del mod">
          <ac:chgData name="Dursun Dashdamirov" userId="a8b9d0e1f239c75f" providerId="LiveId" clId="{E297FC27-9774-4AAE-B428-959B432F1B03}" dt="2026-02-23T23:49:31.507" v="108"/>
          <ac:inkMkLst>
            <pc:docMk/>
            <pc:sldMk cId="712516782" sldId="259"/>
            <ac:inkMk id="104" creationId="{6EC9F131-F168-44EE-A857-4CA36EB61B65}"/>
          </ac:inkMkLst>
        </pc:inkChg>
        <pc:inkChg chg="del mod">
          <ac:chgData name="Dursun Dashdamirov" userId="a8b9d0e1f239c75f" providerId="LiveId" clId="{E297FC27-9774-4AAE-B428-959B432F1B03}" dt="2026-02-23T23:49:31.507" v="132"/>
          <ac:inkMkLst>
            <pc:docMk/>
            <pc:sldMk cId="712516782" sldId="259"/>
            <ac:inkMk id="105" creationId="{AD7BD9CF-6AA5-4076-AB6B-878781C4E8C4}"/>
          </ac:inkMkLst>
        </pc:inkChg>
        <pc:inkChg chg="del mod">
          <ac:chgData name="Dursun Dashdamirov" userId="a8b9d0e1f239c75f" providerId="LiveId" clId="{E297FC27-9774-4AAE-B428-959B432F1B03}" dt="2026-02-23T23:49:31.507" v="95"/>
          <ac:inkMkLst>
            <pc:docMk/>
            <pc:sldMk cId="712516782" sldId="259"/>
            <ac:inkMk id="106" creationId="{913A49BC-3300-463C-9DB4-8986609154AA}"/>
          </ac:inkMkLst>
        </pc:inkChg>
        <pc:inkChg chg="del mod">
          <ac:chgData name="Dursun Dashdamirov" userId="a8b9d0e1f239c75f" providerId="LiveId" clId="{E297FC27-9774-4AAE-B428-959B432F1B03}" dt="2026-02-23T23:49:31.507" v="205"/>
          <ac:inkMkLst>
            <pc:docMk/>
            <pc:sldMk cId="712516782" sldId="259"/>
            <ac:inkMk id="108" creationId="{ACED13C7-012B-4B25-9A1D-4382E61F4751}"/>
          </ac:inkMkLst>
        </pc:inkChg>
        <pc:inkChg chg="del mod">
          <ac:chgData name="Dursun Dashdamirov" userId="a8b9d0e1f239c75f" providerId="LiveId" clId="{E297FC27-9774-4AAE-B428-959B432F1B03}" dt="2026-02-23T23:49:31.507" v="182"/>
          <ac:inkMkLst>
            <pc:docMk/>
            <pc:sldMk cId="712516782" sldId="259"/>
            <ac:inkMk id="109" creationId="{4FC93C0E-480E-4C3C-949B-AD0953ED8FD6}"/>
          </ac:inkMkLst>
        </pc:inkChg>
        <pc:inkChg chg="del mod">
          <ac:chgData name="Dursun Dashdamirov" userId="a8b9d0e1f239c75f" providerId="LiveId" clId="{E297FC27-9774-4AAE-B428-959B432F1B03}" dt="2026-02-23T23:49:31.507" v="191"/>
          <ac:inkMkLst>
            <pc:docMk/>
            <pc:sldMk cId="712516782" sldId="259"/>
            <ac:inkMk id="110" creationId="{E250E075-E02A-4010-9E2E-3E2A9E2F84F6}"/>
          </ac:inkMkLst>
        </pc:inkChg>
        <pc:inkChg chg="del mod">
          <ac:chgData name="Dursun Dashdamirov" userId="a8b9d0e1f239c75f" providerId="LiveId" clId="{E297FC27-9774-4AAE-B428-959B432F1B03}" dt="2026-02-23T23:49:31.507" v="138"/>
          <ac:inkMkLst>
            <pc:docMk/>
            <pc:sldMk cId="712516782" sldId="259"/>
            <ac:inkMk id="111" creationId="{18731768-2977-4F00-9BEC-BC8BE6D68088}"/>
          </ac:inkMkLst>
        </pc:inkChg>
        <pc:inkChg chg="del mod">
          <ac:chgData name="Dursun Dashdamirov" userId="a8b9d0e1f239c75f" providerId="LiveId" clId="{E297FC27-9774-4AAE-B428-959B432F1B03}" dt="2026-02-23T23:49:31.507" v="166"/>
          <ac:inkMkLst>
            <pc:docMk/>
            <pc:sldMk cId="712516782" sldId="259"/>
            <ac:inkMk id="112" creationId="{3FC74AAF-6456-4F30-80EB-09FA3DA38A68}"/>
          </ac:inkMkLst>
        </pc:inkChg>
        <pc:inkChg chg="del mod">
          <ac:chgData name="Dursun Dashdamirov" userId="a8b9d0e1f239c75f" providerId="LiveId" clId="{E297FC27-9774-4AAE-B428-959B432F1B03}" dt="2026-02-23T23:49:31.507" v="164"/>
          <ac:inkMkLst>
            <pc:docMk/>
            <pc:sldMk cId="712516782" sldId="259"/>
            <ac:inkMk id="113" creationId="{0452AB66-A5DB-4226-8A5B-19DB0D9951EF}"/>
          </ac:inkMkLst>
        </pc:inkChg>
        <pc:inkChg chg="del mod">
          <ac:chgData name="Dursun Dashdamirov" userId="a8b9d0e1f239c75f" providerId="LiveId" clId="{E297FC27-9774-4AAE-B428-959B432F1B03}" dt="2026-02-23T23:49:31.507" v="196"/>
          <ac:inkMkLst>
            <pc:docMk/>
            <pc:sldMk cId="712516782" sldId="259"/>
            <ac:inkMk id="114" creationId="{27A1DDD0-3045-42E5-B4E7-8AE99216107E}"/>
          </ac:inkMkLst>
        </pc:inkChg>
        <pc:inkChg chg="del">
          <ac:chgData name="Dursun Dashdamirov" userId="a8b9d0e1f239c75f" providerId="LiveId" clId="{E297FC27-9774-4AAE-B428-959B432F1B03}" dt="2026-02-23T23:49:31.507" v="172"/>
          <ac:inkMkLst>
            <pc:docMk/>
            <pc:sldMk cId="712516782" sldId="259"/>
            <ac:inkMk id="117" creationId="{18B8534A-A787-4CAA-A660-73EAE83F7991}"/>
          </ac:inkMkLst>
        </pc:inkChg>
        <pc:inkChg chg="del mod">
          <ac:chgData name="Dursun Dashdamirov" userId="a8b9d0e1f239c75f" providerId="LiveId" clId="{E297FC27-9774-4AAE-B428-959B432F1B03}" dt="2026-02-23T23:49:31.507" v="208"/>
          <ac:inkMkLst>
            <pc:docMk/>
            <pc:sldMk cId="712516782" sldId="259"/>
            <ac:inkMk id="119" creationId="{3CB03D32-4939-4F48-A6EF-20DC04E4DB13}"/>
          </ac:inkMkLst>
        </pc:inkChg>
        <pc:inkChg chg="del">
          <ac:chgData name="Dursun Dashdamirov" userId="a8b9d0e1f239c75f" providerId="LiveId" clId="{E297FC27-9774-4AAE-B428-959B432F1B03}" dt="2026-02-23T23:49:31.507" v="119"/>
          <ac:inkMkLst>
            <pc:docMk/>
            <pc:sldMk cId="712516782" sldId="259"/>
            <ac:inkMk id="120" creationId="{CFE1E635-2A0E-45E1-997E-44970C8BD75A}"/>
          </ac:inkMkLst>
        </pc:inkChg>
        <pc:inkChg chg="del mod">
          <ac:chgData name="Dursun Dashdamirov" userId="a8b9d0e1f239c75f" providerId="LiveId" clId="{E297FC27-9774-4AAE-B428-959B432F1B03}" dt="2026-02-23T23:49:31.507" v="150"/>
          <ac:inkMkLst>
            <pc:docMk/>
            <pc:sldMk cId="712516782" sldId="259"/>
            <ac:inkMk id="122" creationId="{5490A0E1-ED60-4D09-8EE2-88E39DDE0BBD}"/>
          </ac:inkMkLst>
        </pc:inkChg>
        <pc:inkChg chg="del mod">
          <ac:chgData name="Dursun Dashdamirov" userId="a8b9d0e1f239c75f" providerId="LiveId" clId="{E297FC27-9774-4AAE-B428-959B432F1B03}" dt="2026-02-23T23:49:31.507" v="148"/>
          <ac:inkMkLst>
            <pc:docMk/>
            <pc:sldMk cId="712516782" sldId="259"/>
            <ac:inkMk id="123" creationId="{9595B2ED-240E-4DF6-9AC9-6AEBD1FB5442}"/>
          </ac:inkMkLst>
        </pc:inkChg>
        <pc:inkChg chg="del">
          <ac:chgData name="Dursun Dashdamirov" userId="a8b9d0e1f239c75f" providerId="LiveId" clId="{E297FC27-9774-4AAE-B428-959B432F1B03}" dt="2026-02-23T23:49:31.507" v="111"/>
          <ac:inkMkLst>
            <pc:docMk/>
            <pc:sldMk cId="712516782" sldId="259"/>
            <ac:inkMk id="125" creationId="{A063E950-3328-4445-8058-D63DD76DB8D9}"/>
          </ac:inkMkLst>
        </pc:inkChg>
        <pc:inkChg chg="del">
          <ac:chgData name="Dursun Dashdamirov" userId="a8b9d0e1f239c75f" providerId="LiveId" clId="{E297FC27-9774-4AAE-B428-959B432F1B03}" dt="2026-02-23T23:49:31.507" v="192"/>
          <ac:inkMkLst>
            <pc:docMk/>
            <pc:sldMk cId="712516782" sldId="259"/>
            <ac:inkMk id="126" creationId="{93FD57E8-7F02-4E98-A3F9-C6CF352DBF8B}"/>
          </ac:inkMkLst>
        </pc:inkChg>
        <pc:inkChg chg="del">
          <ac:chgData name="Dursun Dashdamirov" userId="a8b9d0e1f239c75f" providerId="LiveId" clId="{E297FC27-9774-4AAE-B428-959B432F1B03}" dt="2026-02-23T23:49:31.507" v="193"/>
          <ac:inkMkLst>
            <pc:docMk/>
            <pc:sldMk cId="712516782" sldId="259"/>
            <ac:inkMk id="128" creationId="{BB6D1B19-09BA-4878-A5FE-F10CCE830DC3}"/>
          </ac:inkMkLst>
        </pc:inkChg>
        <pc:inkChg chg="del">
          <ac:chgData name="Dursun Dashdamirov" userId="a8b9d0e1f239c75f" providerId="LiveId" clId="{E297FC27-9774-4AAE-B428-959B432F1B03}" dt="2026-02-23T23:49:31.507" v="178"/>
          <ac:inkMkLst>
            <pc:docMk/>
            <pc:sldMk cId="712516782" sldId="259"/>
            <ac:inkMk id="129" creationId="{58260D37-3C37-4889-9F4C-CEAB9A9F1C36}"/>
          </ac:inkMkLst>
        </pc:inkChg>
        <pc:inkChg chg="del">
          <ac:chgData name="Dursun Dashdamirov" userId="a8b9d0e1f239c75f" providerId="LiveId" clId="{E297FC27-9774-4AAE-B428-959B432F1B03}" dt="2026-02-23T23:49:31.507" v="146"/>
          <ac:inkMkLst>
            <pc:docMk/>
            <pc:sldMk cId="712516782" sldId="259"/>
            <ac:inkMk id="130" creationId="{236A8CD4-29AC-49DB-A145-82AC84335E3F}"/>
          </ac:inkMkLst>
        </pc:inkChg>
        <pc:inkChg chg="del">
          <ac:chgData name="Dursun Dashdamirov" userId="a8b9d0e1f239c75f" providerId="LiveId" clId="{E297FC27-9774-4AAE-B428-959B432F1B03}" dt="2026-02-23T23:49:31.507" v="107"/>
          <ac:inkMkLst>
            <pc:docMk/>
            <pc:sldMk cId="712516782" sldId="259"/>
            <ac:inkMk id="131" creationId="{F377CE33-1991-40E3-BF6E-A2DCDB14FFD5}"/>
          </ac:inkMkLst>
        </pc:inkChg>
        <pc:inkChg chg="del">
          <ac:chgData name="Dursun Dashdamirov" userId="a8b9d0e1f239c75f" providerId="LiveId" clId="{E297FC27-9774-4AAE-B428-959B432F1B03}" dt="2026-02-23T23:49:31.507" v="104"/>
          <ac:inkMkLst>
            <pc:docMk/>
            <pc:sldMk cId="712516782" sldId="259"/>
            <ac:inkMk id="132" creationId="{37957FA9-B06A-4748-AD89-1D20AB54633A}"/>
          </ac:inkMkLst>
        </pc:inkChg>
        <pc:inkChg chg="del">
          <ac:chgData name="Dursun Dashdamirov" userId="a8b9d0e1f239c75f" providerId="LiveId" clId="{E297FC27-9774-4AAE-B428-959B432F1B03}" dt="2026-02-23T23:49:31.507" v="140"/>
          <ac:inkMkLst>
            <pc:docMk/>
            <pc:sldMk cId="712516782" sldId="259"/>
            <ac:inkMk id="133" creationId="{E8DCBBEE-0AAE-415E-B2F8-33E45B1CC655}"/>
          </ac:inkMkLst>
        </pc:inkChg>
        <pc:inkChg chg="del">
          <ac:chgData name="Dursun Dashdamirov" userId="a8b9d0e1f239c75f" providerId="LiveId" clId="{E297FC27-9774-4AAE-B428-959B432F1B03}" dt="2026-02-23T23:49:31.507" v="165"/>
          <ac:inkMkLst>
            <pc:docMk/>
            <pc:sldMk cId="712516782" sldId="259"/>
            <ac:inkMk id="134" creationId="{395CD6E0-7076-49A1-B538-175F1EA2EC82}"/>
          </ac:inkMkLst>
        </pc:inkChg>
        <pc:inkChg chg="del">
          <ac:chgData name="Dursun Dashdamirov" userId="a8b9d0e1f239c75f" providerId="LiveId" clId="{E297FC27-9774-4AAE-B428-959B432F1B03}" dt="2026-02-23T23:49:31.507" v="200"/>
          <ac:inkMkLst>
            <pc:docMk/>
            <pc:sldMk cId="712516782" sldId="259"/>
            <ac:inkMk id="135" creationId="{D509DA55-E40B-49A9-A8B7-ADA0B63D4A5B}"/>
          </ac:inkMkLst>
        </pc:inkChg>
        <pc:inkChg chg="del">
          <ac:chgData name="Dursun Dashdamirov" userId="a8b9d0e1f239c75f" providerId="LiveId" clId="{E297FC27-9774-4AAE-B428-959B432F1B03}" dt="2026-02-23T23:49:31.507" v="206"/>
          <ac:inkMkLst>
            <pc:docMk/>
            <pc:sldMk cId="712516782" sldId="259"/>
            <ac:inkMk id="137" creationId="{D74CF3ED-244E-42F5-AF3D-54243D8C595B}"/>
          </ac:inkMkLst>
        </pc:inkChg>
        <pc:inkChg chg="del">
          <ac:chgData name="Dursun Dashdamirov" userId="a8b9d0e1f239c75f" providerId="LiveId" clId="{E297FC27-9774-4AAE-B428-959B432F1B03}" dt="2026-02-23T23:49:31.507" v="185"/>
          <ac:inkMkLst>
            <pc:docMk/>
            <pc:sldMk cId="712516782" sldId="259"/>
            <ac:inkMk id="139" creationId="{9C455D60-8258-4AAE-AA77-08C8C6F674C1}"/>
          </ac:inkMkLst>
        </pc:inkChg>
        <pc:inkChg chg="del">
          <ac:chgData name="Dursun Dashdamirov" userId="a8b9d0e1f239c75f" providerId="LiveId" clId="{E297FC27-9774-4AAE-B428-959B432F1B03}" dt="2026-02-23T23:49:31.507" v="130"/>
          <ac:inkMkLst>
            <pc:docMk/>
            <pc:sldMk cId="712516782" sldId="259"/>
            <ac:inkMk id="141" creationId="{BBB09F30-6E36-42CB-AEC0-3FE3E0461C62}"/>
          </ac:inkMkLst>
        </pc:inkChg>
        <pc:inkChg chg="del">
          <ac:chgData name="Dursun Dashdamirov" userId="a8b9d0e1f239c75f" providerId="LiveId" clId="{E297FC27-9774-4AAE-B428-959B432F1B03}" dt="2026-02-23T23:49:31.507" v="109"/>
          <ac:inkMkLst>
            <pc:docMk/>
            <pc:sldMk cId="712516782" sldId="259"/>
            <ac:inkMk id="142" creationId="{2AD293AB-DB78-4141-B7B9-88E879590018}"/>
          </ac:inkMkLst>
        </pc:inkChg>
        <pc:inkChg chg="del">
          <ac:chgData name="Dursun Dashdamirov" userId="a8b9d0e1f239c75f" providerId="LiveId" clId="{E297FC27-9774-4AAE-B428-959B432F1B03}" dt="2026-02-23T23:49:31.507" v="154"/>
          <ac:inkMkLst>
            <pc:docMk/>
            <pc:sldMk cId="712516782" sldId="259"/>
            <ac:inkMk id="144" creationId="{726050B9-8F7D-4E73-8808-685B7E278E8C}"/>
          </ac:inkMkLst>
        </pc:inkChg>
        <pc:inkChg chg="del mod">
          <ac:chgData name="Dursun Dashdamirov" userId="a8b9d0e1f239c75f" providerId="LiveId" clId="{E297FC27-9774-4AAE-B428-959B432F1B03}" dt="2026-02-23T23:49:31.507" v="159"/>
          <ac:inkMkLst>
            <pc:docMk/>
            <pc:sldMk cId="712516782" sldId="259"/>
            <ac:inkMk id="145" creationId="{1C1599BA-F1FB-4239-B77D-3F141FB457B9}"/>
          </ac:inkMkLst>
        </pc:inkChg>
        <pc:inkChg chg="del">
          <ac:chgData name="Dursun Dashdamirov" userId="a8b9d0e1f239c75f" providerId="LiveId" clId="{E297FC27-9774-4AAE-B428-959B432F1B03}" dt="2026-02-23T23:49:31.507" v="155"/>
          <ac:inkMkLst>
            <pc:docMk/>
            <pc:sldMk cId="712516782" sldId="259"/>
            <ac:inkMk id="146" creationId="{30672019-F1CD-4878-9A8E-0D4650C516E6}"/>
          </ac:inkMkLst>
        </pc:inkChg>
        <pc:inkChg chg="del mod">
          <ac:chgData name="Dursun Dashdamirov" userId="a8b9d0e1f239c75f" providerId="LiveId" clId="{E297FC27-9774-4AAE-B428-959B432F1B03}" dt="2026-02-23T23:49:31.507" v="187"/>
          <ac:inkMkLst>
            <pc:docMk/>
            <pc:sldMk cId="712516782" sldId="259"/>
            <ac:inkMk id="149" creationId="{6C648FA0-E703-44DC-BA43-84A2B4485D14}"/>
          </ac:inkMkLst>
        </pc:inkChg>
        <pc:inkChg chg="del mod">
          <ac:chgData name="Dursun Dashdamirov" userId="a8b9d0e1f239c75f" providerId="LiveId" clId="{E297FC27-9774-4AAE-B428-959B432F1B03}" dt="2026-02-23T23:49:31.507" v="127"/>
          <ac:inkMkLst>
            <pc:docMk/>
            <pc:sldMk cId="712516782" sldId="259"/>
            <ac:inkMk id="150" creationId="{BDC4678D-7711-47AD-8C0F-7E5314B5CA8D}"/>
          </ac:inkMkLst>
        </pc:inkChg>
        <pc:inkChg chg="del mod">
          <ac:chgData name="Dursun Dashdamirov" userId="a8b9d0e1f239c75f" providerId="LiveId" clId="{E297FC27-9774-4AAE-B428-959B432F1B03}" dt="2026-02-23T23:49:31.507" v="120"/>
          <ac:inkMkLst>
            <pc:docMk/>
            <pc:sldMk cId="712516782" sldId="259"/>
            <ac:inkMk id="151" creationId="{30934783-BDC2-4892-92EE-B0D9454C6DB5}"/>
          </ac:inkMkLst>
        </pc:inkChg>
        <pc:inkChg chg="del">
          <ac:chgData name="Dursun Dashdamirov" userId="a8b9d0e1f239c75f" providerId="LiveId" clId="{E297FC27-9774-4AAE-B428-959B432F1B03}" dt="2026-02-23T23:49:31.507" v="99"/>
          <ac:inkMkLst>
            <pc:docMk/>
            <pc:sldMk cId="712516782" sldId="259"/>
            <ac:inkMk id="152" creationId="{800CB46C-B8FC-4C4B-ABB9-0CFA3693F6E2}"/>
          </ac:inkMkLst>
        </pc:inkChg>
        <pc:inkChg chg="del mod">
          <ac:chgData name="Dursun Dashdamirov" userId="a8b9d0e1f239c75f" providerId="LiveId" clId="{E297FC27-9774-4AAE-B428-959B432F1B03}" dt="2026-02-23T23:49:31.507" v="203"/>
          <ac:inkMkLst>
            <pc:docMk/>
            <pc:sldMk cId="712516782" sldId="259"/>
            <ac:inkMk id="155" creationId="{ECE91630-E968-42CE-9AAE-B47416CDA407}"/>
          </ac:inkMkLst>
        </pc:inkChg>
        <pc:inkChg chg="del mod">
          <ac:chgData name="Dursun Dashdamirov" userId="a8b9d0e1f239c75f" providerId="LiveId" clId="{E297FC27-9774-4AAE-B428-959B432F1B03}" dt="2026-02-23T23:49:31.507" v="133"/>
          <ac:inkMkLst>
            <pc:docMk/>
            <pc:sldMk cId="712516782" sldId="259"/>
            <ac:inkMk id="157" creationId="{46830606-0EA9-4577-956E-FAEE6582BB3E}"/>
          </ac:inkMkLst>
        </pc:inkChg>
        <pc:inkChg chg="del mod">
          <ac:chgData name="Dursun Dashdamirov" userId="a8b9d0e1f239c75f" providerId="LiveId" clId="{E297FC27-9774-4AAE-B428-959B432F1B03}" dt="2026-02-23T23:49:31.507" v="117"/>
          <ac:inkMkLst>
            <pc:docMk/>
            <pc:sldMk cId="712516782" sldId="259"/>
            <ac:inkMk id="158" creationId="{BB63DA5A-1FE7-499D-8EFC-1F1A2A2368CE}"/>
          </ac:inkMkLst>
        </pc:inkChg>
        <pc:inkChg chg="del">
          <ac:chgData name="Dursun Dashdamirov" userId="a8b9d0e1f239c75f" providerId="LiveId" clId="{E297FC27-9774-4AAE-B428-959B432F1B03}" dt="2026-02-23T23:49:31.507" v="101"/>
          <ac:inkMkLst>
            <pc:docMk/>
            <pc:sldMk cId="712516782" sldId="259"/>
            <ac:inkMk id="162" creationId="{AE87E1AE-7099-47AF-A3B6-6B913F773DB6}"/>
          </ac:inkMkLst>
        </pc:inkChg>
        <pc:inkChg chg="del">
          <ac:chgData name="Dursun Dashdamirov" userId="a8b9d0e1f239c75f" providerId="LiveId" clId="{E297FC27-9774-4AAE-B428-959B432F1B03}" dt="2026-02-23T23:49:31.507" v="134"/>
          <ac:inkMkLst>
            <pc:docMk/>
            <pc:sldMk cId="712516782" sldId="259"/>
            <ac:inkMk id="163" creationId="{B64028AF-81D2-4E68-BCD3-4FCBB8CB0203}"/>
          </ac:inkMkLst>
        </pc:inkChg>
        <pc:inkChg chg="del">
          <ac:chgData name="Dursun Dashdamirov" userId="a8b9d0e1f239c75f" providerId="LiveId" clId="{E297FC27-9774-4AAE-B428-959B432F1B03}" dt="2026-02-23T23:49:31.507" v="175"/>
          <ac:inkMkLst>
            <pc:docMk/>
            <pc:sldMk cId="712516782" sldId="259"/>
            <ac:inkMk id="164" creationId="{F7EF8645-DAE1-4A9F-A017-E34F146F6477}"/>
          </ac:inkMkLst>
        </pc:inkChg>
        <pc:inkChg chg="del">
          <ac:chgData name="Dursun Dashdamirov" userId="a8b9d0e1f239c75f" providerId="LiveId" clId="{E297FC27-9774-4AAE-B428-959B432F1B03}" dt="2026-02-23T23:49:31.507" v="162"/>
          <ac:inkMkLst>
            <pc:docMk/>
            <pc:sldMk cId="712516782" sldId="259"/>
            <ac:inkMk id="165" creationId="{96079B4D-F720-4075-9C5C-195A9759D4C3}"/>
          </ac:inkMkLst>
        </pc:inkChg>
        <pc:inkChg chg="del">
          <ac:chgData name="Dursun Dashdamirov" userId="a8b9d0e1f239c75f" providerId="LiveId" clId="{E297FC27-9774-4AAE-B428-959B432F1B03}" dt="2026-02-23T23:49:31.507" v="143"/>
          <ac:inkMkLst>
            <pc:docMk/>
            <pc:sldMk cId="712516782" sldId="259"/>
            <ac:inkMk id="166" creationId="{E6CC6F74-B395-412B-A921-DB11084A5B7D}"/>
          </ac:inkMkLst>
        </pc:inkChg>
        <pc:inkChg chg="del">
          <ac:chgData name="Dursun Dashdamirov" userId="a8b9d0e1f239c75f" providerId="LiveId" clId="{E297FC27-9774-4AAE-B428-959B432F1B03}" dt="2026-02-23T23:49:31.507" v="207"/>
          <ac:inkMkLst>
            <pc:docMk/>
            <pc:sldMk cId="712516782" sldId="259"/>
            <ac:inkMk id="167" creationId="{046F2B53-666E-4C0C-AAC1-4F398A2BCBE0}"/>
          </ac:inkMkLst>
        </pc:inkChg>
        <pc:inkChg chg="del">
          <ac:chgData name="Dursun Dashdamirov" userId="a8b9d0e1f239c75f" providerId="LiveId" clId="{E297FC27-9774-4AAE-B428-959B432F1B03}" dt="2026-02-23T23:49:31.507" v="163"/>
          <ac:inkMkLst>
            <pc:docMk/>
            <pc:sldMk cId="712516782" sldId="259"/>
            <ac:inkMk id="168" creationId="{49A4D081-E326-4CEA-A6E1-0740F54A51EE}"/>
          </ac:inkMkLst>
        </pc:inkChg>
        <pc:inkChg chg="del">
          <ac:chgData name="Dursun Dashdamirov" userId="a8b9d0e1f239c75f" providerId="LiveId" clId="{E297FC27-9774-4AAE-B428-959B432F1B03}" dt="2026-02-23T23:49:31.507" v="93"/>
          <ac:inkMkLst>
            <pc:docMk/>
            <pc:sldMk cId="712516782" sldId="259"/>
            <ac:inkMk id="169" creationId="{EA53F8E6-DAF4-42BA-A012-C99A3DA33B97}"/>
          </ac:inkMkLst>
        </pc:inkChg>
        <pc:inkChg chg="del mod">
          <ac:chgData name="Dursun Dashdamirov" userId="a8b9d0e1f239c75f" providerId="LiveId" clId="{E297FC27-9774-4AAE-B428-959B432F1B03}" dt="2026-02-23T23:49:31.507" v="176"/>
          <ac:inkMkLst>
            <pc:docMk/>
            <pc:sldMk cId="712516782" sldId="259"/>
            <ac:inkMk id="170" creationId="{CD928061-D8FD-4B90-8450-67BFDADC0AFE}"/>
          </ac:inkMkLst>
        </pc:inkChg>
        <pc:inkChg chg="del mod">
          <ac:chgData name="Dursun Dashdamirov" userId="a8b9d0e1f239c75f" providerId="LiveId" clId="{E297FC27-9774-4AAE-B428-959B432F1B03}" dt="2026-02-23T23:49:31.507" v="123"/>
          <ac:inkMkLst>
            <pc:docMk/>
            <pc:sldMk cId="712516782" sldId="259"/>
            <ac:inkMk id="172" creationId="{2035DF26-2DB7-49EF-AE9D-A0272BD0E368}"/>
          </ac:inkMkLst>
        </pc:inkChg>
        <pc:inkChg chg="del mod">
          <ac:chgData name="Dursun Dashdamirov" userId="a8b9d0e1f239c75f" providerId="LiveId" clId="{E297FC27-9774-4AAE-B428-959B432F1B03}" dt="2026-02-23T23:49:31.507" v="103"/>
          <ac:inkMkLst>
            <pc:docMk/>
            <pc:sldMk cId="712516782" sldId="259"/>
            <ac:inkMk id="173" creationId="{100580C9-F42B-42D9-8A78-11E8159542B2}"/>
          </ac:inkMkLst>
        </pc:inkChg>
        <pc:inkChg chg="del mod">
          <ac:chgData name="Dursun Dashdamirov" userId="a8b9d0e1f239c75f" providerId="LiveId" clId="{E297FC27-9774-4AAE-B428-959B432F1B03}" dt="2026-02-23T23:49:31.507" v="96"/>
          <ac:inkMkLst>
            <pc:docMk/>
            <pc:sldMk cId="712516782" sldId="259"/>
            <ac:inkMk id="174" creationId="{6282DA71-9288-4A69-9224-76A178EBF20A}"/>
          </ac:inkMkLst>
        </pc:inkChg>
        <pc:inkChg chg="del mod">
          <ac:chgData name="Dursun Dashdamirov" userId="a8b9d0e1f239c75f" providerId="LiveId" clId="{E297FC27-9774-4AAE-B428-959B432F1B03}" dt="2026-02-23T23:49:31.507" v="160"/>
          <ac:inkMkLst>
            <pc:docMk/>
            <pc:sldMk cId="712516782" sldId="259"/>
            <ac:inkMk id="176" creationId="{091D328A-B0DC-4EE5-A49D-17C027CA1654}"/>
          </ac:inkMkLst>
        </pc:inkChg>
        <pc:inkChg chg="del mod">
          <ac:chgData name="Dursun Dashdamirov" userId="a8b9d0e1f239c75f" providerId="LiveId" clId="{E297FC27-9774-4AAE-B428-959B432F1B03}" dt="2026-02-23T23:49:31.507" v="153"/>
          <ac:inkMkLst>
            <pc:docMk/>
            <pc:sldMk cId="712516782" sldId="259"/>
            <ac:inkMk id="177" creationId="{DDD9E6E4-15B2-4C9F-B4D5-BB440CAF3626}"/>
          </ac:inkMkLst>
        </pc:inkChg>
        <pc:inkChg chg="del mod">
          <ac:chgData name="Dursun Dashdamirov" userId="a8b9d0e1f239c75f" providerId="LiveId" clId="{E297FC27-9774-4AAE-B428-959B432F1B03}" dt="2026-02-23T23:49:31.507" v="186"/>
          <ac:inkMkLst>
            <pc:docMk/>
            <pc:sldMk cId="712516782" sldId="259"/>
            <ac:inkMk id="179" creationId="{38168E19-800C-4C9F-9E1E-3B1404912AED}"/>
          </ac:inkMkLst>
        </pc:inkChg>
        <pc:inkChg chg="del mod">
          <ac:chgData name="Dursun Dashdamirov" userId="a8b9d0e1f239c75f" providerId="LiveId" clId="{E297FC27-9774-4AAE-B428-959B432F1B03}" dt="2026-02-23T23:49:31.507" v="198"/>
          <ac:inkMkLst>
            <pc:docMk/>
            <pc:sldMk cId="712516782" sldId="259"/>
            <ac:inkMk id="180" creationId="{E0C6BFDC-A0F7-4304-97FA-33E22173999B}"/>
          </ac:inkMkLst>
        </pc:inkChg>
        <pc:inkChg chg="del mod">
          <ac:chgData name="Dursun Dashdamirov" userId="a8b9d0e1f239c75f" providerId="LiveId" clId="{E297FC27-9774-4AAE-B428-959B432F1B03}" dt="2026-02-23T23:49:31.507" v="184"/>
          <ac:inkMkLst>
            <pc:docMk/>
            <pc:sldMk cId="712516782" sldId="259"/>
            <ac:inkMk id="182" creationId="{5E4310A9-264D-47F0-9AC1-26659F6E29D7}"/>
          </ac:inkMkLst>
        </pc:inkChg>
        <pc:inkChg chg="del mod">
          <ac:chgData name="Dursun Dashdamirov" userId="a8b9d0e1f239c75f" providerId="LiveId" clId="{E297FC27-9774-4AAE-B428-959B432F1B03}" dt="2026-02-23T23:49:31.507" v="171"/>
          <ac:inkMkLst>
            <pc:docMk/>
            <pc:sldMk cId="712516782" sldId="259"/>
            <ac:inkMk id="183" creationId="{DC34FE02-7DB8-4835-886E-31BEC5B0A31D}"/>
          </ac:inkMkLst>
        </pc:inkChg>
        <pc:inkChg chg="del mod">
          <ac:chgData name="Dursun Dashdamirov" userId="a8b9d0e1f239c75f" providerId="LiveId" clId="{E297FC27-9774-4AAE-B428-959B432F1B03}" dt="2026-02-23T23:49:31.507" v="115"/>
          <ac:inkMkLst>
            <pc:docMk/>
            <pc:sldMk cId="712516782" sldId="259"/>
            <ac:inkMk id="185" creationId="{D7CD23CC-6951-4ADE-8C40-41FCE2633647}"/>
          </ac:inkMkLst>
        </pc:inkChg>
        <pc:inkChg chg="del mod">
          <ac:chgData name="Dursun Dashdamirov" userId="a8b9d0e1f239c75f" providerId="LiveId" clId="{E297FC27-9774-4AAE-B428-959B432F1B03}" dt="2026-02-23T23:49:31.507" v="168"/>
          <ac:inkMkLst>
            <pc:docMk/>
            <pc:sldMk cId="712516782" sldId="259"/>
            <ac:inkMk id="188" creationId="{6D5A14E6-164D-4831-A640-F95ED94BE818}"/>
          </ac:inkMkLst>
        </pc:inkChg>
        <pc:inkChg chg="del">
          <ac:chgData name="Dursun Dashdamirov" userId="a8b9d0e1f239c75f" providerId="LiveId" clId="{E297FC27-9774-4AAE-B428-959B432F1B03}" dt="2026-02-23T23:49:31.507" v="141"/>
          <ac:inkMkLst>
            <pc:docMk/>
            <pc:sldMk cId="712516782" sldId="259"/>
            <ac:inkMk id="190" creationId="{D35F7AB5-4579-413D-8D2C-19CBC6928DB2}"/>
          </ac:inkMkLst>
        </pc:inkChg>
        <pc:inkChg chg="del mod">
          <ac:chgData name="Dursun Dashdamirov" userId="a8b9d0e1f239c75f" providerId="LiveId" clId="{E297FC27-9774-4AAE-B428-959B432F1B03}" dt="2026-02-23T23:49:31.507" v="204"/>
          <ac:inkMkLst>
            <pc:docMk/>
            <pc:sldMk cId="712516782" sldId="259"/>
            <ac:inkMk id="192" creationId="{5CDDE031-B477-4499-ABF9-E8282185B359}"/>
          </ac:inkMkLst>
        </pc:inkChg>
        <pc:inkChg chg="del mod">
          <ac:chgData name="Dursun Dashdamirov" userId="a8b9d0e1f239c75f" providerId="LiveId" clId="{E297FC27-9774-4AAE-B428-959B432F1B03}" dt="2026-02-23T23:49:31.507" v="142"/>
          <ac:inkMkLst>
            <pc:docMk/>
            <pc:sldMk cId="712516782" sldId="259"/>
            <ac:inkMk id="194" creationId="{81B7A2BF-2584-4114-A09F-184C2FF3A34E}"/>
          </ac:inkMkLst>
        </pc:inkChg>
        <pc:inkChg chg="del mod">
          <ac:chgData name="Dursun Dashdamirov" userId="a8b9d0e1f239c75f" providerId="LiveId" clId="{E297FC27-9774-4AAE-B428-959B432F1B03}" dt="2026-02-23T23:49:31.507" v="144"/>
          <ac:inkMkLst>
            <pc:docMk/>
            <pc:sldMk cId="712516782" sldId="259"/>
            <ac:inkMk id="195" creationId="{6DB6534B-A0AC-4193-8872-CFAB64A9277A}"/>
          </ac:inkMkLst>
        </pc:inkChg>
        <pc:inkChg chg="del mod">
          <ac:chgData name="Dursun Dashdamirov" userId="a8b9d0e1f239c75f" providerId="LiveId" clId="{E297FC27-9774-4AAE-B428-959B432F1B03}" dt="2026-02-23T23:49:31.507" v="106"/>
          <ac:inkMkLst>
            <pc:docMk/>
            <pc:sldMk cId="712516782" sldId="259"/>
            <ac:inkMk id="197" creationId="{F12728C7-7498-49C3-B7C8-4C834BFE4531}"/>
          </ac:inkMkLst>
        </pc:inkChg>
        <pc:inkChg chg="del mod">
          <ac:chgData name="Dursun Dashdamirov" userId="a8b9d0e1f239c75f" providerId="LiveId" clId="{E297FC27-9774-4AAE-B428-959B432F1B03}" dt="2026-02-23T23:49:31.507" v="167"/>
          <ac:inkMkLst>
            <pc:docMk/>
            <pc:sldMk cId="712516782" sldId="259"/>
            <ac:inkMk id="198" creationId="{E1C1EDB5-3732-40CD-BD9C-EF998B343D56}"/>
          </ac:inkMkLst>
        </pc:inkChg>
        <pc:inkChg chg="del mod">
          <ac:chgData name="Dursun Dashdamirov" userId="a8b9d0e1f239c75f" providerId="LiveId" clId="{E297FC27-9774-4AAE-B428-959B432F1B03}" dt="2026-02-23T23:49:31.507" v="202"/>
          <ac:inkMkLst>
            <pc:docMk/>
            <pc:sldMk cId="712516782" sldId="259"/>
            <ac:inkMk id="199" creationId="{D26372C6-273A-43CB-980F-8A0011A2178D}"/>
          </ac:inkMkLst>
        </pc:inkChg>
        <pc:inkChg chg="del mod">
          <ac:chgData name="Dursun Dashdamirov" userId="a8b9d0e1f239c75f" providerId="LiveId" clId="{E297FC27-9774-4AAE-B428-959B432F1B03}" dt="2026-02-23T23:49:31.507" v="152"/>
          <ac:inkMkLst>
            <pc:docMk/>
            <pc:sldMk cId="712516782" sldId="259"/>
            <ac:inkMk id="200" creationId="{9376BDE4-82EF-4B7B-8508-92CC2F2D3CE7}"/>
          </ac:inkMkLst>
        </pc:inkChg>
        <pc:inkChg chg="del mod">
          <ac:chgData name="Dursun Dashdamirov" userId="a8b9d0e1f239c75f" providerId="LiveId" clId="{E297FC27-9774-4AAE-B428-959B432F1B03}" dt="2026-02-23T23:49:31.507" v="114"/>
          <ac:inkMkLst>
            <pc:docMk/>
            <pc:sldMk cId="712516782" sldId="259"/>
            <ac:inkMk id="203" creationId="{BB1F0226-2B2F-4979-BC02-34AE7821ECFD}"/>
          </ac:inkMkLst>
        </pc:inkChg>
        <pc:inkChg chg="del">
          <ac:chgData name="Dursun Dashdamirov" userId="a8b9d0e1f239c75f" providerId="LiveId" clId="{E297FC27-9774-4AAE-B428-959B432F1B03}" dt="2026-02-23T23:49:31.491" v="91"/>
          <ac:inkMkLst>
            <pc:docMk/>
            <pc:sldMk cId="712516782" sldId="259"/>
            <ac:inkMk id="204" creationId="{EC2BEA64-D865-4654-96D6-9E46F0CA61F6}"/>
          </ac:inkMkLst>
        </pc:inkChg>
        <pc:inkChg chg="del mod">
          <ac:chgData name="Dursun Dashdamirov" userId="a8b9d0e1f239c75f" providerId="LiveId" clId="{E297FC27-9774-4AAE-B428-959B432F1B03}" dt="2026-02-23T23:49:31.507" v="129"/>
          <ac:inkMkLst>
            <pc:docMk/>
            <pc:sldMk cId="712516782" sldId="259"/>
            <ac:inkMk id="205" creationId="{815F92EB-5C49-41D4-A885-B24CFB7E2B1D}"/>
          </ac:inkMkLst>
        </pc:inkChg>
        <pc:inkChg chg="del mod">
          <ac:chgData name="Dursun Dashdamirov" userId="a8b9d0e1f239c75f" providerId="LiveId" clId="{E297FC27-9774-4AAE-B428-959B432F1B03}" dt="2026-02-23T23:49:31.507" v="190"/>
          <ac:inkMkLst>
            <pc:docMk/>
            <pc:sldMk cId="712516782" sldId="259"/>
            <ac:inkMk id="207" creationId="{30B5E72A-FF3B-4A9F-9529-73B13E6C3DFA}"/>
          </ac:inkMkLst>
        </pc:inkChg>
        <pc:inkChg chg="del mod">
          <ac:chgData name="Dursun Dashdamirov" userId="a8b9d0e1f239c75f" providerId="LiveId" clId="{E297FC27-9774-4AAE-B428-959B432F1B03}" dt="2026-02-23T23:49:31.507" v="194"/>
          <ac:inkMkLst>
            <pc:docMk/>
            <pc:sldMk cId="712516782" sldId="259"/>
            <ac:inkMk id="208" creationId="{24BB7537-8844-41E7-9ADA-FBAFCBF39D8D}"/>
          </ac:inkMkLst>
        </pc:inkChg>
        <pc:inkChg chg="del">
          <ac:chgData name="Dursun Dashdamirov" userId="a8b9d0e1f239c75f" providerId="LiveId" clId="{E297FC27-9774-4AAE-B428-959B432F1B03}" dt="2026-02-23T23:49:31.507" v="116"/>
          <ac:inkMkLst>
            <pc:docMk/>
            <pc:sldMk cId="712516782" sldId="259"/>
            <ac:inkMk id="209" creationId="{DCCB7AC5-DD8E-4DD1-8177-10EA977A23BB}"/>
          </ac:inkMkLst>
        </pc:inkChg>
        <pc:inkChg chg="del mod">
          <ac:chgData name="Dursun Dashdamirov" userId="a8b9d0e1f239c75f" providerId="LiveId" clId="{E297FC27-9774-4AAE-B428-959B432F1B03}" dt="2026-02-23T23:49:31.507" v="173"/>
          <ac:inkMkLst>
            <pc:docMk/>
            <pc:sldMk cId="712516782" sldId="259"/>
            <ac:inkMk id="210" creationId="{2BB4CA64-0049-416C-8C29-45B8F6F49D5C}"/>
          </ac:inkMkLst>
        </pc:inkChg>
        <pc:inkChg chg="del mod">
          <ac:chgData name="Dursun Dashdamirov" userId="a8b9d0e1f239c75f" providerId="LiveId" clId="{E297FC27-9774-4AAE-B428-959B432F1B03}" dt="2026-02-23T23:49:31.507" v="145"/>
          <ac:inkMkLst>
            <pc:docMk/>
            <pc:sldMk cId="712516782" sldId="259"/>
            <ac:inkMk id="211" creationId="{A0421D48-3956-4152-968B-C9941AB6DDF9}"/>
          </ac:inkMkLst>
        </pc:inkChg>
        <pc:inkChg chg="del mod">
          <ac:chgData name="Dursun Dashdamirov" userId="a8b9d0e1f239c75f" providerId="LiveId" clId="{E297FC27-9774-4AAE-B428-959B432F1B03}" dt="2026-02-23T23:49:31.507" v="137"/>
          <ac:inkMkLst>
            <pc:docMk/>
            <pc:sldMk cId="712516782" sldId="259"/>
            <ac:inkMk id="212" creationId="{02430479-CAB4-4B1C-8F7B-685FCBB8EFBF}"/>
          </ac:inkMkLst>
        </pc:inkChg>
        <pc:inkChg chg="del">
          <ac:chgData name="Dursun Dashdamirov" userId="a8b9d0e1f239c75f" providerId="LiveId" clId="{E297FC27-9774-4AAE-B428-959B432F1B03}" dt="2026-02-23T23:49:31.507" v="131"/>
          <ac:inkMkLst>
            <pc:docMk/>
            <pc:sldMk cId="712516782" sldId="259"/>
            <ac:inkMk id="213" creationId="{B068DFB2-6E83-41B3-A997-7C30F8BF493C}"/>
          </ac:inkMkLst>
        </pc:inkChg>
        <pc:inkChg chg="del">
          <ac:chgData name="Dursun Dashdamirov" userId="a8b9d0e1f239c75f" providerId="LiveId" clId="{E297FC27-9774-4AAE-B428-959B432F1B03}" dt="2026-02-23T23:49:31.507" v="105"/>
          <ac:inkMkLst>
            <pc:docMk/>
            <pc:sldMk cId="712516782" sldId="259"/>
            <ac:inkMk id="216" creationId="{905659BB-4893-48D2-A201-2556C349879D}"/>
          </ac:inkMkLst>
        </pc:inkChg>
        <pc:inkChg chg="del mod">
          <ac:chgData name="Dursun Dashdamirov" userId="a8b9d0e1f239c75f" providerId="LiveId" clId="{E297FC27-9774-4AAE-B428-959B432F1B03}" dt="2026-02-23T23:49:31.507" v="161"/>
          <ac:inkMkLst>
            <pc:docMk/>
            <pc:sldMk cId="712516782" sldId="259"/>
            <ac:inkMk id="217" creationId="{20CCDC6D-03A2-4763-8D5F-29AD27D5A934}"/>
          </ac:inkMkLst>
        </pc:inkChg>
        <pc:inkChg chg="del mod">
          <ac:chgData name="Dursun Dashdamirov" userId="a8b9d0e1f239c75f" providerId="LiveId" clId="{E297FC27-9774-4AAE-B428-959B432F1B03}" dt="2026-02-23T23:49:31.507" v="151"/>
          <ac:inkMkLst>
            <pc:docMk/>
            <pc:sldMk cId="712516782" sldId="259"/>
            <ac:inkMk id="219" creationId="{C2FB002D-BF8C-44D6-AF28-7A907A24286A}"/>
          </ac:inkMkLst>
        </pc:inkChg>
        <pc:inkChg chg="del mod">
          <ac:chgData name="Dursun Dashdamirov" userId="a8b9d0e1f239c75f" providerId="LiveId" clId="{E297FC27-9774-4AAE-B428-959B432F1B03}" dt="2026-02-23T23:49:31.507" v="180"/>
          <ac:inkMkLst>
            <pc:docMk/>
            <pc:sldMk cId="712516782" sldId="259"/>
            <ac:inkMk id="222" creationId="{220DDF32-D94D-4109-BBA0-F59E36E6B051}"/>
          </ac:inkMkLst>
        </pc:inkChg>
      </pc:sldChg>
      <pc:sldChg chg="addSp delSp modSp">
        <pc:chgData name="Dursun Dashdamirov" userId="a8b9d0e1f239c75f" providerId="LiveId" clId="{E297FC27-9774-4AAE-B428-959B432F1B03}" dt="2026-02-23T23:49:52.109" v="272"/>
        <pc:sldMkLst>
          <pc:docMk/>
          <pc:sldMk cId="184657753" sldId="260"/>
        </pc:sldMkLst>
        <pc:grpChg chg="del mod">
          <ac:chgData name="Dursun Dashdamirov" userId="a8b9d0e1f239c75f" providerId="LiveId" clId="{E297FC27-9774-4AAE-B428-959B432F1B03}" dt="2026-02-23T23:49:52.109" v="253"/>
          <ac:grpSpMkLst>
            <pc:docMk/>
            <pc:sldMk cId="184657753" sldId="260"/>
            <ac:grpSpMk id="24" creationId="{1652C494-C3A8-47AE-A2C0-1CD38A8F28FD}"/>
          </ac:grpSpMkLst>
        </pc:grpChg>
        <pc:grpChg chg="del mod">
          <ac:chgData name="Dursun Dashdamirov" userId="a8b9d0e1f239c75f" providerId="LiveId" clId="{E297FC27-9774-4AAE-B428-959B432F1B03}" dt="2026-02-23T23:49:37.501" v="226"/>
          <ac:grpSpMkLst>
            <pc:docMk/>
            <pc:sldMk cId="184657753" sldId="260"/>
            <ac:grpSpMk id="40" creationId="{0BA91CA2-031B-4571-AA39-1C138DABE5AE}"/>
          </ac:grpSpMkLst>
        </pc:grpChg>
        <pc:grpChg chg="del mod">
          <ac:chgData name="Dursun Dashdamirov" userId="a8b9d0e1f239c75f" providerId="LiveId" clId="{E297FC27-9774-4AAE-B428-959B432F1B03}" dt="2026-02-23T23:49:37.501" v="225"/>
          <ac:grpSpMkLst>
            <pc:docMk/>
            <pc:sldMk cId="184657753" sldId="260"/>
            <ac:grpSpMk id="46" creationId="{AA1506A5-E143-413A-9CD0-16E21BBDDFF5}"/>
          </ac:grpSpMkLst>
        </pc:grpChg>
        <pc:grpChg chg="del mod">
          <ac:chgData name="Dursun Dashdamirov" userId="a8b9d0e1f239c75f" providerId="LiveId" clId="{E297FC27-9774-4AAE-B428-959B432F1B03}" dt="2026-02-23T23:49:37.501" v="227"/>
          <ac:grpSpMkLst>
            <pc:docMk/>
            <pc:sldMk cId="184657753" sldId="260"/>
            <ac:grpSpMk id="51" creationId="{19B87C67-0CA8-4D84-82C0-9DA25381D547}"/>
          </ac:grpSpMkLst>
        </pc:grpChg>
        <pc:grpChg chg="del mod">
          <ac:chgData name="Dursun Dashdamirov" userId="a8b9d0e1f239c75f" providerId="LiveId" clId="{E297FC27-9774-4AAE-B428-959B432F1B03}" dt="2026-02-23T23:49:52.109" v="254"/>
          <ac:grpSpMkLst>
            <pc:docMk/>
            <pc:sldMk cId="184657753" sldId="260"/>
            <ac:grpSpMk id="64" creationId="{D64C2AAD-EC76-4BF0-9F01-43A9C8A64B71}"/>
          </ac:grpSpMkLst>
        </pc:grpChg>
        <pc:grpChg chg="del mod">
          <ac:chgData name="Dursun Dashdamirov" userId="a8b9d0e1f239c75f" providerId="LiveId" clId="{E297FC27-9774-4AAE-B428-959B432F1B03}" dt="2026-02-23T23:49:52.109" v="266"/>
          <ac:grpSpMkLst>
            <pc:docMk/>
            <pc:sldMk cId="184657753" sldId="260"/>
            <ac:grpSpMk id="80" creationId="{F3E42338-1641-4118-BA33-F57225A696E0}"/>
          </ac:grpSpMkLst>
        </pc:grpChg>
        <pc:grpChg chg="del mod">
          <ac:chgData name="Dursun Dashdamirov" userId="a8b9d0e1f239c75f" providerId="LiveId" clId="{E297FC27-9774-4AAE-B428-959B432F1B03}" dt="2026-02-23T23:49:37.501" v="219"/>
          <ac:grpSpMkLst>
            <pc:docMk/>
            <pc:sldMk cId="184657753" sldId="260"/>
            <ac:grpSpMk id="86" creationId="{2932DE0C-B5DC-466D-BDAF-1FA21916A32B}"/>
          </ac:grpSpMkLst>
        </pc:grpChg>
        <pc:grpChg chg="del mod">
          <ac:chgData name="Dursun Dashdamirov" userId="a8b9d0e1f239c75f" providerId="LiveId" clId="{E297FC27-9774-4AAE-B428-959B432F1B03}" dt="2026-02-23T23:49:52.109" v="264"/>
          <ac:grpSpMkLst>
            <pc:docMk/>
            <pc:sldMk cId="184657753" sldId="260"/>
            <ac:grpSpMk id="95" creationId="{064B4E3E-6204-4143-B1A6-EFE3AB38296F}"/>
          </ac:grpSpMkLst>
        </pc:grpChg>
        <pc:grpChg chg="del mod">
          <ac:chgData name="Dursun Dashdamirov" userId="a8b9d0e1f239c75f" providerId="LiveId" clId="{E297FC27-9774-4AAE-B428-959B432F1B03}" dt="2026-02-23T23:49:52.109" v="241"/>
          <ac:grpSpMkLst>
            <pc:docMk/>
            <pc:sldMk cId="184657753" sldId="260"/>
            <ac:grpSpMk id="96" creationId="{21E6A043-D4BD-459A-BC09-43B2296ECA6A}"/>
          </ac:grpSpMkLst>
        </pc:grpChg>
        <pc:inkChg chg="add del mod">
          <ac:chgData name="Dursun Dashdamirov" userId="a8b9d0e1f239c75f" providerId="LiveId" clId="{E297FC27-9774-4AAE-B428-959B432F1B03}" dt="2026-02-23T23:49:52.109" v="238"/>
          <ac:inkMkLst>
            <pc:docMk/>
            <pc:sldMk cId="184657753" sldId="260"/>
            <ac:inkMk id="2" creationId="{631F2800-E826-04D2-A1BF-A6D7BAB94008}"/>
          </ac:inkMkLst>
        </pc:inkChg>
        <pc:inkChg chg="add del">
          <ac:chgData name="Dursun Dashdamirov" userId="a8b9d0e1f239c75f" providerId="LiveId" clId="{E297FC27-9774-4AAE-B428-959B432F1B03}" dt="2026-02-23T23:49:52.109" v="240"/>
          <ac:inkMkLst>
            <pc:docMk/>
            <pc:sldMk cId="184657753" sldId="260"/>
            <ac:inkMk id="3" creationId="{2D211D58-DD87-199D-06D1-D35AF7363F0C}"/>
          </ac:inkMkLst>
        </pc:inkChg>
        <pc:inkChg chg="add mod">
          <ac:chgData name="Dursun Dashdamirov" userId="a8b9d0e1f239c75f" providerId="LiveId" clId="{E297FC27-9774-4AAE-B428-959B432F1B03}" dt="2026-02-23T23:49:52.109" v="254"/>
          <ac:inkMkLst>
            <pc:docMk/>
            <pc:sldMk cId="184657753" sldId="260"/>
            <ac:inkMk id="6" creationId="{7CFBBCC2-A47B-43B4-09E9-3CF5A8E459D4}"/>
          </ac:inkMkLst>
        </pc:inkChg>
        <pc:inkChg chg="del">
          <ac:chgData name="Dursun Dashdamirov" userId="a8b9d0e1f239c75f" providerId="LiveId" clId="{E297FC27-9774-4AAE-B428-959B432F1B03}" dt="2026-02-23T23:49:37.501" v="212"/>
          <ac:inkMkLst>
            <pc:docMk/>
            <pc:sldMk cId="184657753" sldId="260"/>
            <ac:inkMk id="17" creationId="{5F7239AA-FB81-463E-9528-90D021568399}"/>
          </ac:inkMkLst>
        </pc:inkChg>
        <pc:inkChg chg="del">
          <ac:chgData name="Dursun Dashdamirov" userId="a8b9d0e1f239c75f" providerId="LiveId" clId="{E297FC27-9774-4AAE-B428-959B432F1B03}" dt="2026-02-23T23:49:37.501" v="209"/>
          <ac:inkMkLst>
            <pc:docMk/>
            <pc:sldMk cId="184657753" sldId="260"/>
            <ac:inkMk id="18" creationId="{FB7533B5-13D1-4313-8575-FAD45FF4B053}"/>
          </ac:inkMkLst>
        </pc:inkChg>
        <pc:inkChg chg="del mod">
          <ac:chgData name="Dursun Dashdamirov" userId="a8b9d0e1f239c75f" providerId="LiveId" clId="{E297FC27-9774-4AAE-B428-959B432F1B03}" dt="2026-02-23T23:49:52.109" v="253"/>
          <ac:inkMkLst>
            <pc:docMk/>
            <pc:sldMk cId="184657753" sldId="260"/>
            <ac:inkMk id="19" creationId="{5F827CDB-BFC0-4087-8373-EA9D636836BC}"/>
          </ac:inkMkLst>
        </pc:inkChg>
        <pc:inkChg chg="del mod">
          <ac:chgData name="Dursun Dashdamirov" userId="a8b9d0e1f239c75f" providerId="LiveId" clId="{E297FC27-9774-4AAE-B428-959B432F1B03}" dt="2026-02-23T23:49:37.501" v="228"/>
          <ac:inkMkLst>
            <pc:docMk/>
            <pc:sldMk cId="184657753" sldId="260"/>
            <ac:inkMk id="20" creationId="{6526BEED-F5B0-4B91-BD92-C3EBBE3A17F1}"/>
          </ac:inkMkLst>
        </pc:inkChg>
        <pc:inkChg chg="del mod">
          <ac:chgData name="Dursun Dashdamirov" userId="a8b9d0e1f239c75f" providerId="LiveId" clId="{E297FC27-9774-4AAE-B428-959B432F1B03}" dt="2026-02-23T23:49:37.501" v="213"/>
          <ac:inkMkLst>
            <pc:docMk/>
            <pc:sldMk cId="184657753" sldId="260"/>
            <ac:inkMk id="21" creationId="{E4D4C0E6-3EC8-4B3B-B66E-4DAC311616DF}"/>
          </ac:inkMkLst>
        </pc:inkChg>
        <pc:inkChg chg="del mod">
          <ac:chgData name="Dursun Dashdamirov" userId="a8b9d0e1f239c75f" providerId="LiveId" clId="{E297FC27-9774-4AAE-B428-959B432F1B03}" dt="2026-02-23T23:49:52.109" v="257"/>
          <ac:inkMkLst>
            <pc:docMk/>
            <pc:sldMk cId="184657753" sldId="260"/>
            <ac:inkMk id="23" creationId="{352CD9D4-D061-44D4-B4E2-9C9FF395D914}"/>
          </ac:inkMkLst>
        </pc:inkChg>
        <pc:inkChg chg="del">
          <ac:chgData name="Dursun Dashdamirov" userId="a8b9d0e1f239c75f" providerId="LiveId" clId="{E297FC27-9774-4AAE-B428-959B432F1B03}" dt="2026-02-23T23:49:37.501" v="210"/>
          <ac:inkMkLst>
            <pc:docMk/>
            <pc:sldMk cId="184657753" sldId="260"/>
            <ac:inkMk id="25" creationId="{4C8E3D8C-F7C1-4943-B81F-71E4A11B8AEE}"/>
          </ac:inkMkLst>
        </pc:inkChg>
        <pc:inkChg chg="del mod">
          <ac:chgData name="Dursun Dashdamirov" userId="a8b9d0e1f239c75f" providerId="LiveId" clId="{E297FC27-9774-4AAE-B428-959B432F1B03}" dt="2026-02-23T23:49:37.501" v="220"/>
          <ac:inkMkLst>
            <pc:docMk/>
            <pc:sldMk cId="184657753" sldId="260"/>
            <ac:inkMk id="26" creationId="{24A87A0E-C530-4898-A99C-8DCA3CC71AE3}"/>
          </ac:inkMkLst>
        </pc:inkChg>
        <pc:inkChg chg="del mod">
          <ac:chgData name="Dursun Dashdamirov" userId="a8b9d0e1f239c75f" providerId="LiveId" clId="{E297FC27-9774-4AAE-B428-959B432F1B03}" dt="2026-02-23T23:49:37.501" v="225"/>
          <ac:inkMkLst>
            <pc:docMk/>
            <pc:sldMk cId="184657753" sldId="260"/>
            <ac:inkMk id="27" creationId="{A6F7A444-2950-4F02-9B56-725A87978471}"/>
          </ac:inkMkLst>
        </pc:inkChg>
        <pc:inkChg chg="del mod">
          <ac:chgData name="Dursun Dashdamirov" userId="a8b9d0e1f239c75f" providerId="LiveId" clId="{E297FC27-9774-4AAE-B428-959B432F1B03}" dt="2026-02-23T23:49:37.501" v="216"/>
          <ac:inkMkLst>
            <pc:docMk/>
            <pc:sldMk cId="184657753" sldId="260"/>
            <ac:inkMk id="28" creationId="{278D4BF8-3FCB-42C5-B731-E71DB1F662CF}"/>
          </ac:inkMkLst>
        </pc:inkChg>
        <pc:inkChg chg="del">
          <ac:chgData name="Dursun Dashdamirov" userId="a8b9d0e1f239c75f" providerId="LiveId" clId="{E297FC27-9774-4AAE-B428-959B432F1B03}" dt="2026-02-23T23:49:37.501" v="224"/>
          <ac:inkMkLst>
            <pc:docMk/>
            <pc:sldMk cId="184657753" sldId="260"/>
            <ac:inkMk id="30" creationId="{4D2E90DA-90F0-47E9-B4AB-7B1951958C3B}"/>
          </ac:inkMkLst>
        </pc:inkChg>
        <pc:inkChg chg="del">
          <ac:chgData name="Dursun Dashdamirov" userId="a8b9d0e1f239c75f" providerId="LiveId" clId="{E297FC27-9774-4AAE-B428-959B432F1B03}" dt="2026-02-23T23:49:37.501" v="230"/>
          <ac:inkMkLst>
            <pc:docMk/>
            <pc:sldMk cId="184657753" sldId="260"/>
            <ac:inkMk id="31" creationId="{DBF38B42-22CF-4ED4-858B-828B6B5A77B0}"/>
          </ac:inkMkLst>
        </pc:inkChg>
        <pc:inkChg chg="del">
          <ac:chgData name="Dursun Dashdamirov" userId="a8b9d0e1f239c75f" providerId="LiveId" clId="{E297FC27-9774-4AAE-B428-959B432F1B03}" dt="2026-02-23T23:49:37.501" v="229"/>
          <ac:inkMkLst>
            <pc:docMk/>
            <pc:sldMk cId="184657753" sldId="260"/>
            <ac:inkMk id="32" creationId="{355FDFEC-FDAB-429D-AD4C-CCC29CA1D4CC}"/>
          </ac:inkMkLst>
        </pc:inkChg>
        <pc:inkChg chg="del">
          <ac:chgData name="Dursun Dashdamirov" userId="a8b9d0e1f239c75f" providerId="LiveId" clId="{E297FC27-9774-4AAE-B428-959B432F1B03}" dt="2026-02-23T23:49:37.501" v="223"/>
          <ac:inkMkLst>
            <pc:docMk/>
            <pc:sldMk cId="184657753" sldId="260"/>
            <ac:inkMk id="34" creationId="{C5BA63B4-23AF-4F9E-A7E5-DDB37F0ABF60}"/>
          </ac:inkMkLst>
        </pc:inkChg>
        <pc:inkChg chg="del mod">
          <ac:chgData name="Dursun Dashdamirov" userId="a8b9d0e1f239c75f" providerId="LiveId" clId="{E297FC27-9774-4AAE-B428-959B432F1B03}" dt="2026-02-23T23:49:37.501" v="226"/>
          <ac:inkMkLst>
            <pc:docMk/>
            <pc:sldMk cId="184657753" sldId="260"/>
            <ac:inkMk id="35" creationId="{908497D8-3FC1-4A41-85C3-FDFAB703A4C6}"/>
          </ac:inkMkLst>
        </pc:inkChg>
        <pc:inkChg chg="del">
          <ac:chgData name="Dursun Dashdamirov" userId="a8b9d0e1f239c75f" providerId="LiveId" clId="{E297FC27-9774-4AAE-B428-959B432F1B03}" dt="2026-02-23T23:49:37.501" v="214"/>
          <ac:inkMkLst>
            <pc:docMk/>
            <pc:sldMk cId="184657753" sldId="260"/>
            <ac:inkMk id="36" creationId="{87CB13DE-77DB-4B11-B903-920055CF39A0}"/>
          </ac:inkMkLst>
        </pc:inkChg>
        <pc:inkChg chg="del mod">
          <ac:chgData name="Dursun Dashdamirov" userId="a8b9d0e1f239c75f" providerId="LiveId" clId="{E297FC27-9774-4AAE-B428-959B432F1B03}" dt="2026-02-23T23:49:52.109" v="268"/>
          <ac:inkMkLst>
            <pc:docMk/>
            <pc:sldMk cId="184657753" sldId="260"/>
            <ac:inkMk id="37" creationId="{DAE8133D-2E03-4DA3-8A3D-EEE89B7183B9}"/>
          </ac:inkMkLst>
        </pc:inkChg>
        <pc:inkChg chg="del mod">
          <ac:chgData name="Dursun Dashdamirov" userId="a8b9d0e1f239c75f" providerId="LiveId" clId="{E297FC27-9774-4AAE-B428-959B432F1B03}" dt="2026-02-23T23:49:37.501" v="222"/>
          <ac:inkMkLst>
            <pc:docMk/>
            <pc:sldMk cId="184657753" sldId="260"/>
            <ac:inkMk id="39" creationId="{304A9B88-4C3A-450F-93D8-7FDCC7B06F6F}"/>
          </ac:inkMkLst>
        </pc:inkChg>
        <pc:inkChg chg="del">
          <ac:chgData name="Dursun Dashdamirov" userId="a8b9d0e1f239c75f" providerId="LiveId" clId="{E297FC27-9774-4AAE-B428-959B432F1B03}" dt="2026-02-23T23:49:37.501" v="215"/>
          <ac:inkMkLst>
            <pc:docMk/>
            <pc:sldMk cId="184657753" sldId="260"/>
            <ac:inkMk id="41" creationId="{F00964BA-91F0-484A-A77E-B239256E3FC2}"/>
          </ac:inkMkLst>
        </pc:inkChg>
        <pc:inkChg chg="del">
          <ac:chgData name="Dursun Dashdamirov" userId="a8b9d0e1f239c75f" providerId="LiveId" clId="{E297FC27-9774-4AAE-B428-959B432F1B03}" dt="2026-02-23T23:49:37.501" v="231"/>
          <ac:inkMkLst>
            <pc:docMk/>
            <pc:sldMk cId="184657753" sldId="260"/>
            <ac:inkMk id="42" creationId="{5928AFE7-0E37-442F-8275-FAD3B53E50A9}"/>
          </ac:inkMkLst>
        </pc:inkChg>
        <pc:inkChg chg="del">
          <ac:chgData name="Dursun Dashdamirov" userId="a8b9d0e1f239c75f" providerId="LiveId" clId="{E297FC27-9774-4AAE-B428-959B432F1B03}" dt="2026-02-23T23:49:37.501" v="211"/>
          <ac:inkMkLst>
            <pc:docMk/>
            <pc:sldMk cId="184657753" sldId="260"/>
            <ac:inkMk id="43" creationId="{A202BA4B-6B69-40BE-B271-F69750850F8F}"/>
          </ac:inkMkLst>
        </pc:inkChg>
        <pc:inkChg chg="del mod">
          <ac:chgData name="Dursun Dashdamirov" userId="a8b9d0e1f239c75f" providerId="LiveId" clId="{E297FC27-9774-4AAE-B428-959B432F1B03}" dt="2026-02-23T23:49:37.501" v="217"/>
          <ac:inkMkLst>
            <pc:docMk/>
            <pc:sldMk cId="184657753" sldId="260"/>
            <ac:inkMk id="44" creationId="{03EDBEAB-FD39-4202-93E1-37F5C7B5E2BD}"/>
          </ac:inkMkLst>
        </pc:inkChg>
        <pc:inkChg chg="del mod">
          <ac:chgData name="Dursun Dashdamirov" userId="a8b9d0e1f239c75f" providerId="LiveId" clId="{E297FC27-9774-4AAE-B428-959B432F1B03}" dt="2026-02-23T23:49:37.501" v="232"/>
          <ac:inkMkLst>
            <pc:docMk/>
            <pc:sldMk cId="184657753" sldId="260"/>
            <ac:inkMk id="45" creationId="{4FFD3B13-2AA4-4B99-8A35-906FE3894473}"/>
          </ac:inkMkLst>
        </pc:inkChg>
        <pc:inkChg chg="del mod">
          <ac:chgData name="Dursun Dashdamirov" userId="a8b9d0e1f239c75f" providerId="LiveId" clId="{E297FC27-9774-4AAE-B428-959B432F1B03}" dt="2026-02-23T23:49:37.501" v="221"/>
          <ac:inkMkLst>
            <pc:docMk/>
            <pc:sldMk cId="184657753" sldId="260"/>
            <ac:inkMk id="47" creationId="{BFD5B9AA-F60D-4BA4-A69A-20F5DBA8DA19}"/>
          </ac:inkMkLst>
        </pc:inkChg>
        <pc:inkChg chg="del">
          <ac:chgData name="Dursun Dashdamirov" userId="a8b9d0e1f239c75f" providerId="LiveId" clId="{E297FC27-9774-4AAE-B428-959B432F1B03}" dt="2026-02-23T23:49:37.501" v="218"/>
          <ac:inkMkLst>
            <pc:docMk/>
            <pc:sldMk cId="184657753" sldId="260"/>
            <ac:inkMk id="48" creationId="{81E3EAE3-ED1E-4E03-93B1-BC9CB1A25712}"/>
          </ac:inkMkLst>
        </pc:inkChg>
        <pc:inkChg chg="del mod">
          <ac:chgData name="Dursun Dashdamirov" userId="a8b9d0e1f239c75f" providerId="LiveId" clId="{E297FC27-9774-4AAE-B428-959B432F1B03}" dt="2026-02-23T23:49:37.501" v="227"/>
          <ac:inkMkLst>
            <pc:docMk/>
            <pc:sldMk cId="184657753" sldId="260"/>
            <ac:inkMk id="49" creationId="{65AD19E6-F1BD-4BAE-9F76-73B43B826CCD}"/>
          </ac:inkMkLst>
        </pc:inkChg>
        <pc:inkChg chg="del mod">
          <ac:chgData name="Dursun Dashdamirov" userId="a8b9d0e1f239c75f" providerId="LiveId" clId="{E297FC27-9774-4AAE-B428-959B432F1B03}" dt="2026-02-23T23:49:37.501" v="233"/>
          <ac:inkMkLst>
            <pc:docMk/>
            <pc:sldMk cId="184657753" sldId="260"/>
            <ac:inkMk id="50" creationId="{8329443A-8EF3-4A45-BAA5-430ABB143E0B}"/>
          </ac:inkMkLst>
        </pc:inkChg>
        <pc:inkChg chg="del">
          <ac:chgData name="Dursun Dashdamirov" userId="a8b9d0e1f239c75f" providerId="LiveId" clId="{E297FC27-9774-4AAE-B428-959B432F1B03}" dt="2026-02-23T23:49:42.226" v="235"/>
          <ac:inkMkLst>
            <pc:docMk/>
            <pc:sldMk cId="184657753" sldId="260"/>
            <ac:inkMk id="52" creationId="{A7971111-E7D1-417B-8BA8-FFA31BE46C07}"/>
          </ac:inkMkLst>
        </pc:inkChg>
        <pc:inkChg chg="del">
          <ac:chgData name="Dursun Dashdamirov" userId="a8b9d0e1f239c75f" providerId="LiveId" clId="{E297FC27-9774-4AAE-B428-959B432F1B03}" dt="2026-02-23T23:49:52.109" v="245"/>
          <ac:inkMkLst>
            <pc:docMk/>
            <pc:sldMk cId="184657753" sldId="260"/>
            <ac:inkMk id="53" creationId="{AF87E1C5-CD4E-48D9-9A7D-E88C147ACAB1}"/>
          </ac:inkMkLst>
        </pc:inkChg>
        <pc:inkChg chg="del">
          <ac:chgData name="Dursun Dashdamirov" userId="a8b9d0e1f239c75f" providerId="LiveId" clId="{E297FC27-9774-4AAE-B428-959B432F1B03}" dt="2026-02-23T23:49:52.109" v="246"/>
          <ac:inkMkLst>
            <pc:docMk/>
            <pc:sldMk cId="184657753" sldId="260"/>
            <ac:inkMk id="54" creationId="{6A6C0C6A-442B-423A-85B7-2514B8D9AD3A}"/>
          </ac:inkMkLst>
        </pc:inkChg>
        <pc:inkChg chg="del">
          <ac:chgData name="Dursun Dashdamirov" userId="a8b9d0e1f239c75f" providerId="LiveId" clId="{E297FC27-9774-4AAE-B428-959B432F1B03}" dt="2026-02-23T23:49:52.109" v="247"/>
          <ac:inkMkLst>
            <pc:docMk/>
            <pc:sldMk cId="184657753" sldId="260"/>
            <ac:inkMk id="55" creationId="{A406E90E-EC52-41A0-883B-A0DF33993838}"/>
          </ac:inkMkLst>
        </pc:inkChg>
        <pc:inkChg chg="del">
          <ac:chgData name="Dursun Dashdamirov" userId="a8b9d0e1f239c75f" providerId="LiveId" clId="{E297FC27-9774-4AAE-B428-959B432F1B03}" dt="2026-02-23T23:49:52.109" v="248"/>
          <ac:inkMkLst>
            <pc:docMk/>
            <pc:sldMk cId="184657753" sldId="260"/>
            <ac:inkMk id="56" creationId="{A1D38337-35FE-4651-B950-2B897C9B357F}"/>
          </ac:inkMkLst>
        </pc:inkChg>
        <pc:inkChg chg="del">
          <ac:chgData name="Dursun Dashdamirov" userId="a8b9d0e1f239c75f" providerId="LiveId" clId="{E297FC27-9774-4AAE-B428-959B432F1B03}" dt="2026-02-23T23:49:52.109" v="249"/>
          <ac:inkMkLst>
            <pc:docMk/>
            <pc:sldMk cId="184657753" sldId="260"/>
            <ac:inkMk id="57" creationId="{97911AD8-5222-483A-924B-88B8819156A9}"/>
          </ac:inkMkLst>
        </pc:inkChg>
        <pc:inkChg chg="del mod">
          <ac:chgData name="Dursun Dashdamirov" userId="a8b9d0e1f239c75f" providerId="LiveId" clId="{E297FC27-9774-4AAE-B428-959B432F1B03}" dt="2026-02-23T23:49:52.109" v="250"/>
          <ac:inkMkLst>
            <pc:docMk/>
            <pc:sldMk cId="184657753" sldId="260"/>
            <ac:inkMk id="58" creationId="{550E3310-0D14-4AEB-9C4C-2FAD1C3A436E}"/>
          </ac:inkMkLst>
        </pc:inkChg>
        <pc:inkChg chg="del mod">
          <ac:chgData name="Dursun Dashdamirov" userId="a8b9d0e1f239c75f" providerId="LiveId" clId="{E297FC27-9774-4AAE-B428-959B432F1B03}" dt="2026-02-23T23:49:52.109" v="251"/>
          <ac:inkMkLst>
            <pc:docMk/>
            <pc:sldMk cId="184657753" sldId="260"/>
            <ac:inkMk id="60" creationId="{805CE06F-C3B1-43A9-8A15-04F66EF52A70}"/>
          </ac:inkMkLst>
        </pc:inkChg>
        <pc:inkChg chg="del mod">
          <ac:chgData name="Dursun Dashdamirov" userId="a8b9d0e1f239c75f" providerId="LiveId" clId="{E297FC27-9774-4AAE-B428-959B432F1B03}" dt="2026-02-23T23:49:52.109" v="252"/>
          <ac:inkMkLst>
            <pc:docMk/>
            <pc:sldMk cId="184657753" sldId="260"/>
            <ac:inkMk id="62" creationId="{82A099DE-09AE-4A2D-9FF5-73E8A6A9A158}"/>
          </ac:inkMkLst>
        </pc:inkChg>
        <pc:inkChg chg="del mod">
          <ac:chgData name="Dursun Dashdamirov" userId="a8b9d0e1f239c75f" providerId="LiveId" clId="{E297FC27-9774-4AAE-B428-959B432F1B03}" dt="2026-02-23T23:49:52.109" v="254"/>
          <ac:inkMkLst>
            <pc:docMk/>
            <pc:sldMk cId="184657753" sldId="260"/>
            <ac:inkMk id="63" creationId="{6FB4E99F-1610-4676-8C5A-255EA25E5C38}"/>
          </ac:inkMkLst>
        </pc:inkChg>
        <pc:inkChg chg="del">
          <ac:chgData name="Dursun Dashdamirov" userId="a8b9d0e1f239c75f" providerId="LiveId" clId="{E297FC27-9774-4AAE-B428-959B432F1B03}" dt="2026-02-23T23:49:52.109" v="255"/>
          <ac:inkMkLst>
            <pc:docMk/>
            <pc:sldMk cId="184657753" sldId="260"/>
            <ac:inkMk id="65" creationId="{A4960644-CF13-4E9D-A1ED-EA9275C968CF}"/>
          </ac:inkMkLst>
        </pc:inkChg>
        <pc:inkChg chg="del">
          <ac:chgData name="Dursun Dashdamirov" userId="a8b9d0e1f239c75f" providerId="LiveId" clId="{E297FC27-9774-4AAE-B428-959B432F1B03}" dt="2026-02-23T23:49:52.109" v="256"/>
          <ac:inkMkLst>
            <pc:docMk/>
            <pc:sldMk cId="184657753" sldId="260"/>
            <ac:inkMk id="66" creationId="{71557DCF-00F3-4CB5-8F21-D9C7961643E8}"/>
          </ac:inkMkLst>
        </pc:inkChg>
        <pc:inkChg chg="del">
          <ac:chgData name="Dursun Dashdamirov" userId="a8b9d0e1f239c75f" providerId="LiveId" clId="{E297FC27-9774-4AAE-B428-959B432F1B03}" dt="2026-02-23T23:49:42.228" v="236"/>
          <ac:inkMkLst>
            <pc:docMk/>
            <pc:sldMk cId="184657753" sldId="260"/>
            <ac:inkMk id="67" creationId="{865F6C13-C0AB-45F3-9438-D6B359F988A8}"/>
          </ac:inkMkLst>
        </pc:inkChg>
        <pc:inkChg chg="del">
          <ac:chgData name="Dursun Dashdamirov" userId="a8b9d0e1f239c75f" providerId="LiveId" clId="{E297FC27-9774-4AAE-B428-959B432F1B03}" dt="2026-02-23T23:49:52.109" v="258"/>
          <ac:inkMkLst>
            <pc:docMk/>
            <pc:sldMk cId="184657753" sldId="260"/>
            <ac:inkMk id="68" creationId="{BAA0184F-FB31-479D-B1A7-E3C11DF28656}"/>
          </ac:inkMkLst>
        </pc:inkChg>
        <pc:inkChg chg="del">
          <ac:chgData name="Dursun Dashdamirov" userId="a8b9d0e1f239c75f" providerId="LiveId" clId="{E297FC27-9774-4AAE-B428-959B432F1B03}" dt="2026-02-23T23:49:52.109" v="259"/>
          <ac:inkMkLst>
            <pc:docMk/>
            <pc:sldMk cId="184657753" sldId="260"/>
            <ac:inkMk id="69" creationId="{CD25DA85-4D80-40D0-9493-02D77D8026B6}"/>
          </ac:inkMkLst>
        </pc:inkChg>
        <pc:inkChg chg="del">
          <ac:chgData name="Dursun Dashdamirov" userId="a8b9d0e1f239c75f" providerId="LiveId" clId="{E297FC27-9774-4AAE-B428-959B432F1B03}" dt="2026-02-23T23:49:52.109" v="260"/>
          <ac:inkMkLst>
            <pc:docMk/>
            <pc:sldMk cId="184657753" sldId="260"/>
            <ac:inkMk id="70" creationId="{AC361808-7176-4418-A5BA-5F777787D052}"/>
          </ac:inkMkLst>
        </pc:inkChg>
        <pc:inkChg chg="del">
          <ac:chgData name="Dursun Dashdamirov" userId="a8b9d0e1f239c75f" providerId="LiveId" clId="{E297FC27-9774-4AAE-B428-959B432F1B03}" dt="2026-02-23T23:49:52.109" v="261"/>
          <ac:inkMkLst>
            <pc:docMk/>
            <pc:sldMk cId="184657753" sldId="260"/>
            <ac:inkMk id="71" creationId="{9735514F-683F-4836-8180-218101A7768A}"/>
          </ac:inkMkLst>
        </pc:inkChg>
        <pc:inkChg chg="del">
          <ac:chgData name="Dursun Dashdamirov" userId="a8b9d0e1f239c75f" providerId="LiveId" clId="{E297FC27-9774-4AAE-B428-959B432F1B03}" dt="2026-02-23T23:49:52.109" v="262"/>
          <ac:inkMkLst>
            <pc:docMk/>
            <pc:sldMk cId="184657753" sldId="260"/>
            <ac:inkMk id="72" creationId="{B7AFE260-B972-443B-945C-524FC11EC9A9}"/>
          </ac:inkMkLst>
        </pc:inkChg>
        <pc:inkChg chg="del mod">
          <ac:chgData name="Dursun Dashdamirov" userId="a8b9d0e1f239c75f" providerId="LiveId" clId="{E297FC27-9774-4AAE-B428-959B432F1B03}" dt="2026-02-23T23:49:52.109" v="263"/>
          <ac:inkMkLst>
            <pc:docMk/>
            <pc:sldMk cId="184657753" sldId="260"/>
            <ac:inkMk id="73" creationId="{6A9F5178-FADB-42B5-A09C-CE9E53B6016E}"/>
          </ac:inkMkLst>
        </pc:inkChg>
        <pc:inkChg chg="del mod">
          <ac:chgData name="Dursun Dashdamirov" userId="a8b9d0e1f239c75f" providerId="LiveId" clId="{E297FC27-9774-4AAE-B428-959B432F1B03}" dt="2026-02-23T23:49:52.109" v="264"/>
          <ac:inkMkLst>
            <pc:docMk/>
            <pc:sldMk cId="184657753" sldId="260"/>
            <ac:inkMk id="75" creationId="{D82958C4-E8BE-435A-B4E0-ECB901B98CFF}"/>
          </ac:inkMkLst>
        </pc:inkChg>
        <pc:inkChg chg="del mod">
          <ac:chgData name="Dursun Dashdamirov" userId="a8b9d0e1f239c75f" providerId="LiveId" clId="{E297FC27-9774-4AAE-B428-959B432F1B03}" dt="2026-02-23T23:49:52.109" v="265"/>
          <ac:inkMkLst>
            <pc:docMk/>
            <pc:sldMk cId="184657753" sldId="260"/>
            <ac:inkMk id="76" creationId="{4A713793-5E56-4116-95D2-AC3EDCB6E855}"/>
          </ac:inkMkLst>
        </pc:inkChg>
        <pc:inkChg chg="del mod">
          <ac:chgData name="Dursun Dashdamirov" userId="a8b9d0e1f239c75f" providerId="LiveId" clId="{E297FC27-9774-4AAE-B428-959B432F1B03}" dt="2026-02-23T23:49:52.109" v="266"/>
          <ac:inkMkLst>
            <pc:docMk/>
            <pc:sldMk cId="184657753" sldId="260"/>
            <ac:inkMk id="78" creationId="{73B75327-93F8-48F1-8F69-5CCCDB5F5D7F}"/>
          </ac:inkMkLst>
        </pc:inkChg>
        <pc:inkChg chg="del mod">
          <ac:chgData name="Dursun Dashdamirov" userId="a8b9d0e1f239c75f" providerId="LiveId" clId="{E297FC27-9774-4AAE-B428-959B432F1B03}" dt="2026-02-23T23:49:52.109" v="267"/>
          <ac:inkMkLst>
            <pc:docMk/>
            <pc:sldMk cId="184657753" sldId="260"/>
            <ac:inkMk id="79" creationId="{D8734704-B8F3-4513-AE98-3BAEE7FC7188}"/>
          </ac:inkMkLst>
        </pc:inkChg>
        <pc:inkChg chg="del">
          <ac:chgData name="Dursun Dashdamirov" userId="a8b9d0e1f239c75f" providerId="LiveId" clId="{E297FC27-9774-4AAE-B428-959B432F1B03}" dt="2026-02-23T23:49:52.109" v="269"/>
          <ac:inkMkLst>
            <pc:docMk/>
            <pc:sldMk cId="184657753" sldId="260"/>
            <ac:inkMk id="81" creationId="{CECFC8BE-603B-4AF8-9D85-767AC4D9622E}"/>
          </ac:inkMkLst>
        </pc:inkChg>
        <pc:inkChg chg="del">
          <ac:chgData name="Dursun Dashdamirov" userId="a8b9d0e1f239c75f" providerId="LiveId" clId="{E297FC27-9774-4AAE-B428-959B432F1B03}" dt="2026-02-23T23:49:52.109" v="270"/>
          <ac:inkMkLst>
            <pc:docMk/>
            <pc:sldMk cId="184657753" sldId="260"/>
            <ac:inkMk id="82" creationId="{CD0C23F1-0724-4A2D-BEE6-36ED8CFA54B5}"/>
          </ac:inkMkLst>
        </pc:inkChg>
        <pc:inkChg chg="del">
          <ac:chgData name="Dursun Dashdamirov" userId="a8b9d0e1f239c75f" providerId="LiveId" clId="{E297FC27-9774-4AAE-B428-959B432F1B03}" dt="2026-02-23T23:49:52.109" v="271"/>
          <ac:inkMkLst>
            <pc:docMk/>
            <pc:sldMk cId="184657753" sldId="260"/>
            <ac:inkMk id="83" creationId="{BB13040D-083A-4775-8A0E-246D14FC5C55}"/>
          </ac:inkMkLst>
        </pc:inkChg>
        <pc:inkChg chg="del">
          <ac:chgData name="Dursun Dashdamirov" userId="a8b9d0e1f239c75f" providerId="LiveId" clId="{E297FC27-9774-4AAE-B428-959B432F1B03}" dt="2026-02-23T23:49:37.501" v="219"/>
          <ac:inkMkLst>
            <pc:docMk/>
            <pc:sldMk cId="184657753" sldId="260"/>
            <ac:inkMk id="84" creationId="{4F30B48D-2921-4DF2-BCE8-96F95E14F226}"/>
          </ac:inkMkLst>
        </pc:inkChg>
        <pc:inkChg chg="del mod">
          <ac:chgData name="Dursun Dashdamirov" userId="a8b9d0e1f239c75f" providerId="LiveId" clId="{E297FC27-9774-4AAE-B428-959B432F1B03}" dt="2026-02-23T23:49:52.109" v="272"/>
          <ac:inkMkLst>
            <pc:docMk/>
            <pc:sldMk cId="184657753" sldId="260"/>
            <ac:inkMk id="85" creationId="{13E3F9E4-CD07-4C3D-B64E-46DE8D84E159}"/>
          </ac:inkMkLst>
        </pc:inkChg>
        <pc:inkChg chg="del mod">
          <ac:chgData name="Dursun Dashdamirov" userId="a8b9d0e1f239c75f" providerId="LiveId" clId="{E297FC27-9774-4AAE-B428-959B432F1B03}" dt="2026-02-23T23:49:52.109" v="237"/>
          <ac:inkMkLst>
            <pc:docMk/>
            <pc:sldMk cId="184657753" sldId="260"/>
            <ac:inkMk id="87" creationId="{4CBDEE26-B0C3-4D15-AB4A-D4C91968A636}"/>
          </ac:inkMkLst>
        </pc:inkChg>
        <pc:inkChg chg="del">
          <ac:chgData name="Dursun Dashdamirov" userId="a8b9d0e1f239c75f" providerId="LiveId" clId="{E297FC27-9774-4AAE-B428-959B432F1B03}" dt="2026-02-23T23:49:42.226" v="234"/>
          <ac:inkMkLst>
            <pc:docMk/>
            <pc:sldMk cId="184657753" sldId="260"/>
            <ac:inkMk id="88" creationId="{6431674A-FA32-4005-8706-44833CC0CEB6}"/>
          </ac:inkMkLst>
        </pc:inkChg>
        <pc:inkChg chg="del mod">
          <ac:chgData name="Dursun Dashdamirov" userId="a8b9d0e1f239c75f" providerId="LiveId" clId="{E297FC27-9774-4AAE-B428-959B432F1B03}" dt="2026-02-23T23:49:52.109" v="239"/>
          <ac:inkMkLst>
            <pc:docMk/>
            <pc:sldMk cId="184657753" sldId="260"/>
            <ac:inkMk id="89" creationId="{F3C7A401-28AB-49EB-949D-C2B83F559729}"/>
          </ac:inkMkLst>
        </pc:inkChg>
        <pc:inkChg chg="del">
          <ac:chgData name="Dursun Dashdamirov" userId="a8b9d0e1f239c75f" providerId="LiveId" clId="{E297FC27-9774-4AAE-B428-959B432F1B03}" dt="2026-02-23T23:49:52.109" v="241"/>
          <ac:inkMkLst>
            <pc:docMk/>
            <pc:sldMk cId="184657753" sldId="260"/>
            <ac:inkMk id="91" creationId="{0A0467D1-669B-44FE-9815-CC423F29150A}"/>
          </ac:inkMkLst>
        </pc:inkChg>
        <pc:inkChg chg="del mod">
          <ac:chgData name="Dursun Dashdamirov" userId="a8b9d0e1f239c75f" providerId="LiveId" clId="{E297FC27-9774-4AAE-B428-959B432F1B03}" dt="2026-02-23T23:49:52.109" v="242"/>
          <ac:inkMkLst>
            <pc:docMk/>
            <pc:sldMk cId="184657753" sldId="260"/>
            <ac:inkMk id="92" creationId="{11A621E6-0962-4364-B5A4-132DFC2AE203}"/>
          </ac:inkMkLst>
        </pc:inkChg>
        <pc:inkChg chg="del mod">
          <ac:chgData name="Dursun Dashdamirov" userId="a8b9d0e1f239c75f" providerId="LiveId" clId="{E297FC27-9774-4AAE-B428-959B432F1B03}" dt="2026-02-23T23:49:52.109" v="243"/>
          <ac:inkMkLst>
            <pc:docMk/>
            <pc:sldMk cId="184657753" sldId="260"/>
            <ac:inkMk id="93" creationId="{C9B666E4-6697-4BD5-A401-9CC704FD7715}"/>
          </ac:inkMkLst>
        </pc:inkChg>
        <pc:inkChg chg="del mod">
          <ac:chgData name="Dursun Dashdamirov" userId="a8b9d0e1f239c75f" providerId="LiveId" clId="{E297FC27-9774-4AAE-B428-959B432F1B03}" dt="2026-02-23T23:49:52.109" v="244"/>
          <ac:inkMkLst>
            <pc:docMk/>
            <pc:sldMk cId="184657753" sldId="260"/>
            <ac:inkMk id="94" creationId="{3B2D8EC9-5AA0-4B78-A156-FEE821060481}"/>
          </ac:inkMkLst>
        </pc:inkChg>
      </pc:sldChg>
      <pc:sldChg chg="delSp modSp">
        <pc:chgData name="Dursun Dashdamirov" userId="a8b9d0e1f239c75f" providerId="LiveId" clId="{E297FC27-9774-4AAE-B428-959B432F1B03}" dt="2026-02-23T23:50:29.185" v="401"/>
        <pc:sldMkLst>
          <pc:docMk/>
          <pc:sldMk cId="3496129721" sldId="261"/>
        </pc:sldMkLst>
        <pc:grpChg chg="del mod">
          <ac:chgData name="Dursun Dashdamirov" userId="a8b9d0e1f239c75f" providerId="LiveId" clId="{E297FC27-9774-4AAE-B428-959B432F1B03}" dt="2026-02-23T23:50:29.183" v="367"/>
          <ac:grpSpMkLst>
            <pc:docMk/>
            <pc:sldMk cId="3496129721" sldId="261"/>
            <ac:grpSpMk id="86" creationId="{6E7D37F6-8CE2-4CE3-B714-CC4BADACA89C}"/>
          </ac:grpSpMkLst>
        </pc:grpChg>
        <pc:grpChg chg="del mod">
          <ac:chgData name="Dursun Dashdamirov" userId="a8b9d0e1f239c75f" providerId="LiveId" clId="{E297FC27-9774-4AAE-B428-959B432F1B03}" dt="2026-02-23T23:50:29.183" v="381"/>
          <ac:grpSpMkLst>
            <pc:docMk/>
            <pc:sldMk cId="3496129721" sldId="261"/>
            <ac:grpSpMk id="112" creationId="{A3C6079A-3531-40AB-A237-B23FBFB7265F}"/>
          </ac:grpSpMkLst>
        </pc:grpChg>
        <pc:grpChg chg="del mod">
          <ac:chgData name="Dursun Dashdamirov" userId="a8b9d0e1f239c75f" providerId="LiveId" clId="{E297FC27-9774-4AAE-B428-959B432F1B03}" dt="2026-02-23T23:50:29.179" v="321"/>
          <ac:grpSpMkLst>
            <pc:docMk/>
            <pc:sldMk cId="3496129721" sldId="261"/>
            <ac:grpSpMk id="143" creationId="{1CE8E6BD-C537-4AC3-A2B3-38167525B1E8}"/>
          </ac:grpSpMkLst>
        </pc:grpChg>
        <pc:grpChg chg="del mod">
          <ac:chgData name="Dursun Dashdamirov" userId="a8b9d0e1f239c75f" providerId="LiveId" clId="{E297FC27-9774-4AAE-B428-959B432F1B03}" dt="2026-02-23T23:50:29.179" v="328"/>
          <ac:grpSpMkLst>
            <pc:docMk/>
            <pc:sldMk cId="3496129721" sldId="261"/>
            <ac:grpSpMk id="150" creationId="{4AD0CBF1-CF8A-451F-A985-83DEC2F3BA67}"/>
          </ac:grpSpMkLst>
        </pc:grpChg>
        <pc:grpChg chg="del mod">
          <ac:chgData name="Dursun Dashdamirov" userId="a8b9d0e1f239c75f" providerId="LiveId" clId="{E297FC27-9774-4AAE-B428-959B432F1B03}" dt="2026-02-23T23:50:29.181" v="335"/>
          <ac:grpSpMkLst>
            <pc:docMk/>
            <pc:sldMk cId="3496129721" sldId="261"/>
            <ac:grpSpMk id="156" creationId="{4F192EFC-7DAD-4DAE-80B9-7E383C5C27C4}"/>
          </ac:grpSpMkLst>
        </pc:grpChg>
        <pc:grpChg chg="del mod">
          <ac:chgData name="Dursun Dashdamirov" userId="a8b9d0e1f239c75f" providerId="LiveId" clId="{E297FC27-9774-4AAE-B428-959B432F1B03}" dt="2026-02-23T23:50:29.183" v="355"/>
          <ac:grpSpMkLst>
            <pc:docMk/>
            <pc:sldMk cId="3496129721" sldId="261"/>
            <ac:grpSpMk id="185" creationId="{C3261E9C-68ED-4269-B660-E4B751E1F76D}"/>
          </ac:grpSpMkLst>
        </pc:grpChg>
        <pc:grpChg chg="del mod">
          <ac:chgData name="Dursun Dashdamirov" userId="a8b9d0e1f239c75f" providerId="LiveId" clId="{E297FC27-9774-4AAE-B428-959B432F1B03}" dt="2026-02-23T23:50:29.185" v="389"/>
          <ac:grpSpMkLst>
            <pc:docMk/>
            <pc:sldMk cId="3496129721" sldId="261"/>
            <ac:grpSpMk id="187" creationId="{024BD130-6D0A-4616-B148-3E81D862AF17}"/>
          </ac:grpSpMkLst>
        </pc:grpChg>
        <pc:grpChg chg="del mod">
          <ac:chgData name="Dursun Dashdamirov" userId="a8b9d0e1f239c75f" providerId="LiveId" clId="{E297FC27-9774-4AAE-B428-959B432F1B03}" dt="2026-02-23T23:50:29.183" v="370"/>
          <ac:grpSpMkLst>
            <pc:docMk/>
            <pc:sldMk cId="3496129721" sldId="261"/>
            <ac:grpSpMk id="195" creationId="{1D547DF8-09FC-466D-9D4D-2F73685F668D}"/>
          </ac:grpSpMkLst>
        </pc:grpChg>
        <pc:grpChg chg="del mod">
          <ac:chgData name="Dursun Dashdamirov" userId="a8b9d0e1f239c75f" providerId="LiveId" clId="{E297FC27-9774-4AAE-B428-959B432F1B03}" dt="2026-02-23T23:50:29.183" v="377"/>
          <ac:grpSpMkLst>
            <pc:docMk/>
            <pc:sldMk cId="3496129721" sldId="261"/>
            <ac:grpSpMk id="200" creationId="{FFF7BFA0-0849-42D0-A563-5CC242674997}"/>
          </ac:grpSpMkLst>
        </pc:grpChg>
        <pc:grpChg chg="del mod">
          <ac:chgData name="Dursun Dashdamirov" userId="a8b9d0e1f239c75f" providerId="LiveId" clId="{E297FC27-9774-4AAE-B428-959B432F1B03}" dt="2026-02-23T23:50:29.183" v="373"/>
          <ac:grpSpMkLst>
            <pc:docMk/>
            <pc:sldMk cId="3496129721" sldId="261"/>
            <ac:grpSpMk id="219" creationId="{C89F79F2-D8FB-4147-984E-313A01ADC100}"/>
          </ac:grpSpMkLst>
        </pc:grpChg>
        <pc:grpChg chg="del mod">
          <ac:chgData name="Dursun Dashdamirov" userId="a8b9d0e1f239c75f" providerId="LiveId" clId="{E297FC27-9774-4AAE-B428-959B432F1B03}" dt="2026-02-23T23:50:29.177" v="295"/>
          <ac:grpSpMkLst>
            <pc:docMk/>
            <pc:sldMk cId="3496129721" sldId="261"/>
            <ac:grpSpMk id="230" creationId="{94E49C01-E2BC-4E19-B32D-A53309E6E952}"/>
          </ac:grpSpMkLst>
        </pc:grpChg>
        <pc:grpChg chg="del mod">
          <ac:chgData name="Dursun Dashdamirov" userId="a8b9d0e1f239c75f" providerId="LiveId" clId="{E297FC27-9774-4AAE-B428-959B432F1B03}" dt="2026-02-23T23:50:29.177" v="286"/>
          <ac:grpSpMkLst>
            <pc:docMk/>
            <pc:sldMk cId="3496129721" sldId="261"/>
            <ac:grpSpMk id="232" creationId="{53FC2896-45D8-4F0C-AA95-ABBE3DAFCB3F}"/>
          </ac:grpSpMkLst>
        </pc:grpChg>
        <pc:grpChg chg="del mod">
          <ac:chgData name="Dursun Dashdamirov" userId="a8b9d0e1f239c75f" providerId="LiveId" clId="{E297FC27-9774-4AAE-B428-959B432F1B03}" dt="2026-02-23T23:50:29.174" v="282"/>
          <ac:grpSpMkLst>
            <pc:docMk/>
            <pc:sldMk cId="3496129721" sldId="261"/>
            <ac:grpSpMk id="234" creationId="{058532CA-7C9A-472E-A019-8EFC71F1BB92}"/>
          </ac:grpSpMkLst>
        </pc:grpChg>
        <pc:grpChg chg="del mod">
          <ac:chgData name="Dursun Dashdamirov" userId="a8b9d0e1f239c75f" providerId="LiveId" clId="{E297FC27-9774-4AAE-B428-959B432F1B03}" dt="2026-02-23T23:50:29.185" v="399"/>
          <ac:grpSpMkLst>
            <pc:docMk/>
            <pc:sldMk cId="3496129721" sldId="261"/>
            <ac:grpSpMk id="236" creationId="{41F18DAD-25D6-4CFE-8770-84AD244BBF0A}"/>
          </ac:grpSpMkLst>
        </pc:grpChg>
        <pc:inkChg chg="del">
          <ac:chgData name="Dursun Dashdamirov" userId="a8b9d0e1f239c75f" providerId="LiveId" clId="{E297FC27-9774-4AAE-B428-959B432F1B03}" dt="2026-02-23T23:50:29.179" v="309"/>
          <ac:inkMkLst>
            <pc:docMk/>
            <pc:sldMk cId="3496129721" sldId="261"/>
            <ac:inkMk id="27" creationId="{FA3874E3-AC2D-4835-95D1-26D8388B2D84}"/>
          </ac:inkMkLst>
        </pc:inkChg>
        <pc:inkChg chg="del">
          <ac:chgData name="Dursun Dashdamirov" userId="a8b9d0e1f239c75f" providerId="LiveId" clId="{E297FC27-9774-4AAE-B428-959B432F1B03}" dt="2026-02-23T23:50:29.179" v="311"/>
          <ac:inkMkLst>
            <pc:docMk/>
            <pc:sldMk cId="3496129721" sldId="261"/>
            <ac:inkMk id="28" creationId="{786FE8B1-831B-4FFB-82BE-4E01AE8A4D0A}"/>
          </ac:inkMkLst>
        </pc:inkChg>
        <pc:inkChg chg="del mod">
          <ac:chgData name="Dursun Dashdamirov" userId="a8b9d0e1f239c75f" providerId="LiveId" clId="{E297FC27-9774-4AAE-B428-959B432F1B03}" dt="2026-02-23T23:50:29.179" v="312"/>
          <ac:inkMkLst>
            <pc:docMk/>
            <pc:sldMk cId="3496129721" sldId="261"/>
            <ac:inkMk id="29" creationId="{61B2AC56-D64B-481C-89F6-F307F4CB47EE}"/>
          </ac:inkMkLst>
        </pc:inkChg>
        <pc:inkChg chg="del mod">
          <ac:chgData name="Dursun Dashdamirov" userId="a8b9d0e1f239c75f" providerId="LiveId" clId="{E297FC27-9774-4AAE-B428-959B432F1B03}" dt="2026-02-23T23:50:29.179" v="314"/>
          <ac:inkMkLst>
            <pc:docMk/>
            <pc:sldMk cId="3496129721" sldId="261"/>
            <ac:inkMk id="30" creationId="{061509BA-A187-4919-8375-7A6811F3728F}"/>
          </ac:inkMkLst>
        </pc:inkChg>
        <pc:inkChg chg="del mod">
          <ac:chgData name="Dursun Dashdamirov" userId="a8b9d0e1f239c75f" providerId="LiveId" clId="{E297FC27-9774-4AAE-B428-959B432F1B03}" dt="2026-02-23T23:50:29.179" v="316"/>
          <ac:inkMkLst>
            <pc:docMk/>
            <pc:sldMk cId="3496129721" sldId="261"/>
            <ac:inkMk id="31" creationId="{6C1D7E32-09B6-4BEF-A875-E704178B8F6E}"/>
          </ac:inkMkLst>
        </pc:inkChg>
        <pc:inkChg chg="del mod">
          <ac:chgData name="Dursun Dashdamirov" userId="a8b9d0e1f239c75f" providerId="LiveId" clId="{E297FC27-9774-4AAE-B428-959B432F1B03}" dt="2026-02-23T23:50:29.179" v="318"/>
          <ac:inkMkLst>
            <pc:docMk/>
            <pc:sldMk cId="3496129721" sldId="261"/>
            <ac:inkMk id="32" creationId="{D7156FEA-470E-497E-A3B1-30469031A50A}"/>
          </ac:inkMkLst>
        </pc:inkChg>
        <pc:inkChg chg="del mod">
          <ac:chgData name="Dursun Dashdamirov" userId="a8b9d0e1f239c75f" providerId="LiveId" clId="{E297FC27-9774-4AAE-B428-959B432F1B03}" dt="2026-02-23T23:50:29.179" v="319"/>
          <ac:inkMkLst>
            <pc:docMk/>
            <pc:sldMk cId="3496129721" sldId="261"/>
            <ac:inkMk id="33" creationId="{0424035B-89BA-416F-9EF2-8892E8C03DB1}"/>
          </ac:inkMkLst>
        </pc:inkChg>
        <pc:inkChg chg="del mod">
          <ac:chgData name="Dursun Dashdamirov" userId="a8b9d0e1f239c75f" providerId="LiveId" clId="{E297FC27-9774-4AAE-B428-959B432F1B03}" dt="2026-02-23T23:50:29.179" v="322"/>
          <ac:inkMkLst>
            <pc:docMk/>
            <pc:sldMk cId="3496129721" sldId="261"/>
            <ac:inkMk id="35" creationId="{148D79F8-8E7F-4113-B0F0-E6E1A52812F2}"/>
          </ac:inkMkLst>
        </pc:inkChg>
        <pc:inkChg chg="del">
          <ac:chgData name="Dursun Dashdamirov" userId="a8b9d0e1f239c75f" providerId="LiveId" clId="{E297FC27-9774-4AAE-B428-959B432F1B03}" dt="2026-02-23T23:50:29.181" v="330"/>
          <ac:inkMkLst>
            <pc:docMk/>
            <pc:sldMk cId="3496129721" sldId="261"/>
            <ac:inkMk id="43" creationId="{5128F062-DA42-4F45-B3A8-DD3FD62471FD}"/>
          </ac:inkMkLst>
        </pc:inkChg>
        <pc:inkChg chg="del">
          <ac:chgData name="Dursun Dashdamirov" userId="a8b9d0e1f239c75f" providerId="LiveId" clId="{E297FC27-9774-4AAE-B428-959B432F1B03}" dt="2026-02-23T23:50:29.181" v="332"/>
          <ac:inkMkLst>
            <pc:docMk/>
            <pc:sldMk cId="3496129721" sldId="261"/>
            <ac:inkMk id="44" creationId="{205D9289-D024-49A1-9B8F-95C62C0B0522}"/>
          </ac:inkMkLst>
        </pc:inkChg>
        <pc:inkChg chg="del">
          <ac:chgData name="Dursun Dashdamirov" userId="a8b9d0e1f239c75f" providerId="LiveId" clId="{E297FC27-9774-4AAE-B428-959B432F1B03}" dt="2026-02-23T23:50:29.181" v="336"/>
          <ac:inkMkLst>
            <pc:docMk/>
            <pc:sldMk cId="3496129721" sldId="261"/>
            <ac:inkMk id="47" creationId="{4EF919C0-8081-430E-858D-6FDF47186B61}"/>
          </ac:inkMkLst>
        </pc:inkChg>
        <pc:inkChg chg="del">
          <ac:chgData name="Dursun Dashdamirov" userId="a8b9d0e1f239c75f" providerId="LiveId" clId="{E297FC27-9774-4AAE-B428-959B432F1B03}" dt="2026-02-23T23:50:29.183" v="362"/>
          <ac:inkMkLst>
            <pc:docMk/>
            <pc:sldMk cId="3496129721" sldId="261"/>
            <ac:inkMk id="80" creationId="{49070747-6B0C-4CC3-9C55-AD42B60AC221}"/>
          </ac:inkMkLst>
        </pc:inkChg>
        <pc:inkChg chg="del">
          <ac:chgData name="Dursun Dashdamirov" userId="a8b9d0e1f239c75f" providerId="LiveId" clId="{E297FC27-9774-4AAE-B428-959B432F1B03}" dt="2026-02-23T23:50:29.183" v="367"/>
          <ac:inkMkLst>
            <pc:docMk/>
            <pc:sldMk cId="3496129721" sldId="261"/>
            <ac:inkMk id="84" creationId="{DD322058-F2E3-479C-9562-955EAE6C320C}"/>
          </ac:inkMkLst>
        </pc:inkChg>
        <pc:inkChg chg="del mod">
          <ac:chgData name="Dursun Dashdamirov" userId="a8b9d0e1f239c75f" providerId="LiveId" clId="{E297FC27-9774-4AAE-B428-959B432F1B03}" dt="2026-02-23T23:50:29.183" v="369"/>
          <ac:inkMkLst>
            <pc:docMk/>
            <pc:sldMk cId="3496129721" sldId="261"/>
            <ac:inkMk id="85" creationId="{B54EFF91-7ADA-407B-80F3-1D5730A421F4}"/>
          </ac:inkMkLst>
        </pc:inkChg>
        <pc:inkChg chg="del">
          <ac:chgData name="Dursun Dashdamirov" userId="a8b9d0e1f239c75f" providerId="LiveId" clId="{E297FC27-9774-4AAE-B428-959B432F1B03}" dt="2026-02-23T23:50:29.183" v="372"/>
          <ac:inkMkLst>
            <pc:docMk/>
            <pc:sldMk cId="3496129721" sldId="261"/>
            <ac:inkMk id="87" creationId="{541C6C0C-980D-44DB-A9BA-CA1A386794DB}"/>
          </ac:inkMkLst>
        </pc:inkChg>
        <pc:inkChg chg="del mod">
          <ac:chgData name="Dursun Dashdamirov" userId="a8b9d0e1f239c75f" providerId="LiveId" clId="{E297FC27-9774-4AAE-B428-959B432F1B03}" dt="2026-02-23T23:50:29.183" v="373"/>
          <ac:inkMkLst>
            <pc:docMk/>
            <pc:sldMk cId="3496129721" sldId="261"/>
            <ac:inkMk id="88" creationId="{703341AA-B666-46E5-8B3E-7A192F64FD8C}"/>
          </ac:inkMkLst>
        </pc:inkChg>
        <pc:inkChg chg="del mod">
          <ac:chgData name="Dursun Dashdamirov" userId="a8b9d0e1f239c75f" providerId="LiveId" clId="{E297FC27-9774-4AAE-B428-959B432F1B03}" dt="2026-02-23T23:50:29.183" v="374"/>
          <ac:inkMkLst>
            <pc:docMk/>
            <pc:sldMk cId="3496129721" sldId="261"/>
            <ac:inkMk id="89" creationId="{8B9B9711-FC7B-470E-814D-ACAA6CA5E572}"/>
          </ac:inkMkLst>
        </pc:inkChg>
        <pc:inkChg chg="del mod">
          <ac:chgData name="Dursun Dashdamirov" userId="a8b9d0e1f239c75f" providerId="LiveId" clId="{E297FC27-9774-4AAE-B428-959B432F1B03}" dt="2026-02-23T23:50:29.183" v="378"/>
          <ac:inkMkLst>
            <pc:docMk/>
            <pc:sldMk cId="3496129721" sldId="261"/>
            <ac:inkMk id="91" creationId="{D3195CE1-9167-48A4-B09C-0CDE728C42BC}"/>
          </ac:inkMkLst>
        </pc:inkChg>
        <pc:inkChg chg="del mod">
          <ac:chgData name="Dursun Dashdamirov" userId="a8b9d0e1f239c75f" providerId="LiveId" clId="{E297FC27-9774-4AAE-B428-959B432F1B03}" dt="2026-02-23T23:50:29.183" v="380"/>
          <ac:inkMkLst>
            <pc:docMk/>
            <pc:sldMk cId="3496129721" sldId="261"/>
            <ac:inkMk id="92" creationId="{7B2FCB66-90FD-4FB0-AE9C-F5C0543237B4}"/>
          </ac:inkMkLst>
        </pc:inkChg>
        <pc:inkChg chg="del mod">
          <ac:chgData name="Dursun Dashdamirov" userId="a8b9d0e1f239c75f" providerId="LiveId" clId="{E297FC27-9774-4AAE-B428-959B432F1B03}" dt="2026-02-23T23:50:29.183" v="381"/>
          <ac:inkMkLst>
            <pc:docMk/>
            <pc:sldMk cId="3496129721" sldId="261"/>
            <ac:inkMk id="93" creationId="{01916ECB-F6B4-489B-BDAE-8312C10BFB99}"/>
          </ac:inkMkLst>
        </pc:inkChg>
        <pc:inkChg chg="del mod">
          <ac:chgData name="Dursun Dashdamirov" userId="a8b9d0e1f239c75f" providerId="LiveId" clId="{E297FC27-9774-4AAE-B428-959B432F1B03}" dt="2026-02-23T23:50:29.185" v="384"/>
          <ac:inkMkLst>
            <pc:docMk/>
            <pc:sldMk cId="3496129721" sldId="261"/>
            <ac:inkMk id="95" creationId="{3EE62DAF-4827-4B37-BA6C-42F4C53542A9}"/>
          </ac:inkMkLst>
        </pc:inkChg>
        <pc:inkChg chg="del mod">
          <ac:chgData name="Dursun Dashdamirov" userId="a8b9d0e1f239c75f" providerId="LiveId" clId="{E297FC27-9774-4AAE-B428-959B432F1B03}" dt="2026-02-23T23:50:29.185" v="386"/>
          <ac:inkMkLst>
            <pc:docMk/>
            <pc:sldMk cId="3496129721" sldId="261"/>
            <ac:inkMk id="97" creationId="{1A1EBCD7-0BB7-4968-B7D5-5B6D778593F9}"/>
          </ac:inkMkLst>
        </pc:inkChg>
        <pc:inkChg chg="del mod">
          <ac:chgData name="Dursun Dashdamirov" userId="a8b9d0e1f239c75f" providerId="LiveId" clId="{E297FC27-9774-4AAE-B428-959B432F1B03}" dt="2026-02-23T23:50:29.185" v="387"/>
          <ac:inkMkLst>
            <pc:docMk/>
            <pc:sldMk cId="3496129721" sldId="261"/>
            <ac:inkMk id="98" creationId="{51E6915B-A666-4683-8FA2-5DC98B1647AD}"/>
          </ac:inkMkLst>
        </pc:inkChg>
        <pc:inkChg chg="del mod">
          <ac:chgData name="Dursun Dashdamirov" userId="a8b9d0e1f239c75f" providerId="LiveId" clId="{E297FC27-9774-4AAE-B428-959B432F1B03}" dt="2026-02-23T23:50:29.185" v="389"/>
          <ac:inkMkLst>
            <pc:docMk/>
            <pc:sldMk cId="3496129721" sldId="261"/>
            <ac:inkMk id="99" creationId="{C3B948C9-CFA1-4D93-B0C6-9D1CA276FE82}"/>
          </ac:inkMkLst>
        </pc:inkChg>
        <pc:inkChg chg="del mod">
          <ac:chgData name="Dursun Dashdamirov" userId="a8b9d0e1f239c75f" providerId="LiveId" clId="{E297FC27-9774-4AAE-B428-959B432F1B03}" dt="2026-02-23T23:50:29.185" v="391"/>
          <ac:inkMkLst>
            <pc:docMk/>
            <pc:sldMk cId="3496129721" sldId="261"/>
            <ac:inkMk id="100" creationId="{4A6911ED-61CE-4B57-AC9D-4FDF0170C407}"/>
          </ac:inkMkLst>
        </pc:inkChg>
        <pc:inkChg chg="del">
          <ac:chgData name="Dursun Dashdamirov" userId="a8b9d0e1f239c75f" providerId="LiveId" clId="{E297FC27-9774-4AAE-B428-959B432F1B03}" dt="2026-02-23T23:50:29.185" v="395"/>
          <ac:inkMkLst>
            <pc:docMk/>
            <pc:sldMk cId="3496129721" sldId="261"/>
            <ac:inkMk id="102" creationId="{917D1382-12EC-4389-8B54-32BE49819932}"/>
          </ac:inkMkLst>
        </pc:inkChg>
        <pc:inkChg chg="del">
          <ac:chgData name="Dursun Dashdamirov" userId="a8b9d0e1f239c75f" providerId="LiveId" clId="{E297FC27-9774-4AAE-B428-959B432F1B03}" dt="2026-02-23T23:50:29.185" v="398"/>
          <ac:inkMkLst>
            <pc:docMk/>
            <pc:sldMk cId="3496129721" sldId="261"/>
            <ac:inkMk id="104" creationId="{E2CA74F7-721C-4D8D-A2B8-B737D5004A7C}"/>
          </ac:inkMkLst>
        </pc:inkChg>
        <pc:inkChg chg="del">
          <ac:chgData name="Dursun Dashdamirov" userId="a8b9d0e1f239c75f" providerId="LiveId" clId="{E297FC27-9774-4AAE-B428-959B432F1B03}" dt="2026-02-23T23:50:29.185" v="401"/>
          <ac:inkMkLst>
            <pc:docMk/>
            <pc:sldMk cId="3496129721" sldId="261"/>
            <ac:inkMk id="106" creationId="{76740AE3-B69C-4F84-9374-DBC51C8FD4E3}"/>
          </ac:inkMkLst>
        </pc:inkChg>
        <pc:inkChg chg="del">
          <ac:chgData name="Dursun Dashdamirov" userId="a8b9d0e1f239c75f" providerId="LiveId" clId="{E297FC27-9774-4AAE-B428-959B432F1B03}" dt="2026-02-23T23:50:29.174" v="274"/>
          <ac:inkMkLst>
            <pc:docMk/>
            <pc:sldMk cId="3496129721" sldId="261"/>
            <ac:inkMk id="108" creationId="{69177301-3E63-4031-B0DE-C7ADC1F2F58C}"/>
          </ac:inkMkLst>
        </pc:inkChg>
        <pc:inkChg chg="del mod">
          <ac:chgData name="Dursun Dashdamirov" userId="a8b9d0e1f239c75f" providerId="LiveId" clId="{E297FC27-9774-4AAE-B428-959B432F1B03}" dt="2026-02-23T23:50:29.177" v="285"/>
          <ac:inkMkLst>
            <pc:docMk/>
            <pc:sldMk cId="3496129721" sldId="261"/>
            <ac:inkMk id="115" creationId="{93B41278-D5B3-4CE2-9CA5-6D2FAF11BB0A}"/>
          </ac:inkMkLst>
        </pc:inkChg>
        <pc:inkChg chg="del mod">
          <ac:chgData name="Dursun Dashdamirov" userId="a8b9d0e1f239c75f" providerId="LiveId" clId="{E297FC27-9774-4AAE-B428-959B432F1B03}" dt="2026-02-23T23:50:29.177" v="292"/>
          <ac:inkMkLst>
            <pc:docMk/>
            <pc:sldMk cId="3496129721" sldId="261"/>
            <ac:inkMk id="119" creationId="{054C3EAE-513D-40B0-8BA7-AFAC357B4C75}"/>
          </ac:inkMkLst>
        </pc:inkChg>
        <pc:inkChg chg="del mod">
          <ac:chgData name="Dursun Dashdamirov" userId="a8b9d0e1f239c75f" providerId="LiveId" clId="{E297FC27-9774-4AAE-B428-959B432F1B03}" dt="2026-02-23T23:50:29.177" v="297"/>
          <ac:inkMkLst>
            <pc:docMk/>
            <pc:sldMk cId="3496129721" sldId="261"/>
            <ac:inkMk id="123" creationId="{6E29775A-4910-4C53-91F8-D68A245FAAA0}"/>
          </ac:inkMkLst>
        </pc:inkChg>
        <pc:inkChg chg="mod">
          <ac:chgData name="Dursun Dashdamirov" userId="a8b9d0e1f239c75f" providerId="LiveId" clId="{E297FC27-9774-4AAE-B428-959B432F1B03}" dt="2026-02-23T23:50:29.177" v="300"/>
          <ac:inkMkLst>
            <pc:docMk/>
            <pc:sldMk cId="3496129721" sldId="261"/>
            <ac:inkMk id="126" creationId="{7F0B2530-E934-4A85-AF08-7A2926628604}"/>
          </ac:inkMkLst>
        </pc:inkChg>
        <pc:inkChg chg="del mod">
          <ac:chgData name="Dursun Dashdamirov" userId="a8b9d0e1f239c75f" providerId="LiveId" clId="{E297FC27-9774-4AAE-B428-959B432F1B03}" dt="2026-02-23T23:50:29.177" v="303"/>
          <ac:inkMkLst>
            <pc:docMk/>
            <pc:sldMk cId="3496129721" sldId="261"/>
            <ac:inkMk id="127" creationId="{061D3553-0626-4616-9AD4-27EF1E9C2456}"/>
          </ac:inkMkLst>
        </pc:inkChg>
        <pc:inkChg chg="del mod">
          <ac:chgData name="Dursun Dashdamirov" userId="a8b9d0e1f239c75f" providerId="LiveId" clId="{E297FC27-9774-4AAE-B428-959B432F1B03}" dt="2026-02-23T23:50:29.179" v="305"/>
          <ac:inkMkLst>
            <pc:docMk/>
            <pc:sldMk cId="3496129721" sldId="261"/>
            <ac:inkMk id="128" creationId="{AFF01501-1A24-4B01-AA13-3206080E3965}"/>
          </ac:inkMkLst>
        </pc:inkChg>
        <pc:inkChg chg="del">
          <ac:chgData name="Dursun Dashdamirov" userId="a8b9d0e1f239c75f" providerId="LiveId" clId="{E297FC27-9774-4AAE-B428-959B432F1B03}" dt="2026-02-23T23:50:29.179" v="306"/>
          <ac:inkMkLst>
            <pc:docMk/>
            <pc:sldMk cId="3496129721" sldId="261"/>
            <ac:inkMk id="129" creationId="{0D65EE69-08E6-4593-ADB4-679155C62CA9}"/>
          </ac:inkMkLst>
        </pc:inkChg>
        <pc:inkChg chg="del mod">
          <ac:chgData name="Dursun Dashdamirov" userId="a8b9d0e1f239c75f" providerId="LiveId" clId="{E297FC27-9774-4AAE-B428-959B432F1B03}" dt="2026-02-23T23:50:29.179" v="307"/>
          <ac:inkMkLst>
            <pc:docMk/>
            <pc:sldMk cId="3496129721" sldId="261"/>
            <ac:inkMk id="131" creationId="{24E295BE-ABE4-4196-AB28-E06E06C6D97E}"/>
          </ac:inkMkLst>
        </pc:inkChg>
        <pc:inkChg chg="del mod">
          <ac:chgData name="Dursun Dashdamirov" userId="a8b9d0e1f239c75f" providerId="LiveId" clId="{E297FC27-9774-4AAE-B428-959B432F1B03}" dt="2026-02-23T23:50:29.179" v="308"/>
          <ac:inkMkLst>
            <pc:docMk/>
            <pc:sldMk cId="3496129721" sldId="261"/>
            <ac:inkMk id="133" creationId="{CA64DEC5-70E3-4039-A976-11C82563A25F}"/>
          </ac:inkMkLst>
        </pc:inkChg>
        <pc:inkChg chg="del mod">
          <ac:chgData name="Dursun Dashdamirov" userId="a8b9d0e1f239c75f" providerId="LiveId" clId="{E297FC27-9774-4AAE-B428-959B432F1B03}" dt="2026-02-23T23:50:29.179" v="310"/>
          <ac:inkMkLst>
            <pc:docMk/>
            <pc:sldMk cId="3496129721" sldId="261"/>
            <ac:inkMk id="135" creationId="{8474D5B0-72AC-4535-8633-BA5473A1AE04}"/>
          </ac:inkMkLst>
        </pc:inkChg>
        <pc:inkChg chg="del mod">
          <ac:chgData name="Dursun Dashdamirov" userId="a8b9d0e1f239c75f" providerId="LiveId" clId="{E297FC27-9774-4AAE-B428-959B432F1B03}" dt="2026-02-23T23:50:29.179" v="313"/>
          <ac:inkMkLst>
            <pc:docMk/>
            <pc:sldMk cId="3496129721" sldId="261"/>
            <ac:inkMk id="136" creationId="{167FE05E-FB4D-4E8D-8AC2-127A312E9C58}"/>
          </ac:inkMkLst>
        </pc:inkChg>
        <pc:inkChg chg="del mod">
          <ac:chgData name="Dursun Dashdamirov" userId="a8b9d0e1f239c75f" providerId="LiveId" clId="{E297FC27-9774-4AAE-B428-959B432F1B03}" dt="2026-02-23T23:50:29.179" v="315"/>
          <ac:inkMkLst>
            <pc:docMk/>
            <pc:sldMk cId="3496129721" sldId="261"/>
            <ac:inkMk id="137" creationId="{A2580DA6-93E5-4526-BB87-14C1DAE6C733}"/>
          </ac:inkMkLst>
        </pc:inkChg>
        <pc:inkChg chg="del mod">
          <ac:chgData name="Dursun Dashdamirov" userId="a8b9d0e1f239c75f" providerId="LiveId" clId="{E297FC27-9774-4AAE-B428-959B432F1B03}" dt="2026-02-23T23:50:29.179" v="317"/>
          <ac:inkMkLst>
            <pc:docMk/>
            <pc:sldMk cId="3496129721" sldId="261"/>
            <ac:inkMk id="138" creationId="{BF2C653B-286B-4DD3-B007-2196506C6B62}"/>
          </ac:inkMkLst>
        </pc:inkChg>
        <pc:inkChg chg="del mod">
          <ac:chgData name="Dursun Dashdamirov" userId="a8b9d0e1f239c75f" providerId="LiveId" clId="{E297FC27-9774-4AAE-B428-959B432F1B03}" dt="2026-02-23T23:50:29.179" v="320"/>
          <ac:inkMkLst>
            <pc:docMk/>
            <pc:sldMk cId="3496129721" sldId="261"/>
            <ac:inkMk id="140" creationId="{EE705C14-B2E9-49C1-943A-6D3AE6AE91EE}"/>
          </ac:inkMkLst>
        </pc:inkChg>
        <pc:inkChg chg="del mod">
          <ac:chgData name="Dursun Dashdamirov" userId="a8b9d0e1f239c75f" providerId="LiveId" clId="{E297FC27-9774-4AAE-B428-959B432F1B03}" dt="2026-02-23T23:50:29.179" v="321"/>
          <ac:inkMkLst>
            <pc:docMk/>
            <pc:sldMk cId="3496129721" sldId="261"/>
            <ac:inkMk id="141" creationId="{B927D6CA-7B7A-4F43-AFD5-FE3AE4CE92B3}"/>
          </ac:inkMkLst>
        </pc:inkChg>
        <pc:inkChg chg="del mod">
          <ac:chgData name="Dursun Dashdamirov" userId="a8b9d0e1f239c75f" providerId="LiveId" clId="{E297FC27-9774-4AAE-B428-959B432F1B03}" dt="2026-02-23T23:50:29.179" v="323"/>
          <ac:inkMkLst>
            <pc:docMk/>
            <pc:sldMk cId="3496129721" sldId="261"/>
            <ac:inkMk id="142" creationId="{98B84B26-AD8C-4829-A922-88C0183E4271}"/>
          </ac:inkMkLst>
        </pc:inkChg>
        <pc:inkChg chg="del">
          <ac:chgData name="Dursun Dashdamirov" userId="a8b9d0e1f239c75f" providerId="LiveId" clId="{E297FC27-9774-4AAE-B428-959B432F1B03}" dt="2026-02-23T23:50:29.179" v="324"/>
          <ac:inkMkLst>
            <pc:docMk/>
            <pc:sldMk cId="3496129721" sldId="261"/>
            <ac:inkMk id="144" creationId="{46DAB82C-24CC-4E73-AADC-28439BE054D5}"/>
          </ac:inkMkLst>
        </pc:inkChg>
        <pc:inkChg chg="del">
          <ac:chgData name="Dursun Dashdamirov" userId="a8b9d0e1f239c75f" providerId="LiveId" clId="{E297FC27-9774-4AAE-B428-959B432F1B03}" dt="2026-02-23T23:50:29.179" v="325"/>
          <ac:inkMkLst>
            <pc:docMk/>
            <pc:sldMk cId="3496129721" sldId="261"/>
            <ac:inkMk id="145" creationId="{BE65D22E-6508-4206-8C24-07CE82933155}"/>
          </ac:inkMkLst>
        </pc:inkChg>
        <pc:inkChg chg="del mod">
          <ac:chgData name="Dursun Dashdamirov" userId="a8b9d0e1f239c75f" providerId="LiveId" clId="{E297FC27-9774-4AAE-B428-959B432F1B03}" dt="2026-02-23T23:50:29.179" v="326"/>
          <ac:inkMkLst>
            <pc:docMk/>
            <pc:sldMk cId="3496129721" sldId="261"/>
            <ac:inkMk id="146" creationId="{73F5AF52-6AC3-447E-BCBE-2E07D4224CF7}"/>
          </ac:inkMkLst>
        </pc:inkChg>
        <pc:inkChg chg="del mod">
          <ac:chgData name="Dursun Dashdamirov" userId="a8b9d0e1f239c75f" providerId="LiveId" clId="{E297FC27-9774-4AAE-B428-959B432F1B03}" dt="2026-02-23T23:50:29.179" v="327"/>
          <ac:inkMkLst>
            <pc:docMk/>
            <pc:sldMk cId="3496129721" sldId="261"/>
            <ac:inkMk id="147" creationId="{C8B20232-4C24-4F5F-9360-27C20E100D5B}"/>
          </ac:inkMkLst>
        </pc:inkChg>
        <pc:inkChg chg="del mod">
          <ac:chgData name="Dursun Dashdamirov" userId="a8b9d0e1f239c75f" providerId="LiveId" clId="{E297FC27-9774-4AAE-B428-959B432F1B03}" dt="2026-02-23T23:50:29.179" v="328"/>
          <ac:inkMkLst>
            <pc:docMk/>
            <pc:sldMk cId="3496129721" sldId="261"/>
            <ac:inkMk id="148" creationId="{AF3E71EF-68C9-4D89-9274-D5E0CFD5D5D1}"/>
          </ac:inkMkLst>
        </pc:inkChg>
        <pc:inkChg chg="del mod">
          <ac:chgData name="Dursun Dashdamirov" userId="a8b9d0e1f239c75f" providerId="LiveId" clId="{E297FC27-9774-4AAE-B428-959B432F1B03}" dt="2026-02-23T23:50:29.181" v="329"/>
          <ac:inkMkLst>
            <pc:docMk/>
            <pc:sldMk cId="3496129721" sldId="261"/>
            <ac:inkMk id="149" creationId="{39BA353F-F69A-4B9E-BD1D-1213422C716D}"/>
          </ac:inkMkLst>
        </pc:inkChg>
        <pc:inkChg chg="del">
          <ac:chgData name="Dursun Dashdamirov" userId="a8b9d0e1f239c75f" providerId="LiveId" clId="{E297FC27-9774-4AAE-B428-959B432F1B03}" dt="2026-02-23T23:50:29.181" v="331"/>
          <ac:inkMkLst>
            <pc:docMk/>
            <pc:sldMk cId="3496129721" sldId="261"/>
            <ac:inkMk id="151" creationId="{4B74AD37-C05B-4078-A091-241722E779E7}"/>
          </ac:inkMkLst>
        </pc:inkChg>
        <pc:inkChg chg="del mod">
          <ac:chgData name="Dursun Dashdamirov" userId="a8b9d0e1f239c75f" providerId="LiveId" clId="{E297FC27-9774-4AAE-B428-959B432F1B03}" dt="2026-02-23T23:50:29.181" v="333"/>
          <ac:inkMkLst>
            <pc:docMk/>
            <pc:sldMk cId="3496129721" sldId="261"/>
            <ac:inkMk id="152" creationId="{6241B086-0E73-4A3E-A751-A18E01727899}"/>
          </ac:inkMkLst>
        </pc:inkChg>
        <pc:inkChg chg="del mod">
          <ac:chgData name="Dursun Dashdamirov" userId="a8b9d0e1f239c75f" providerId="LiveId" clId="{E297FC27-9774-4AAE-B428-959B432F1B03}" dt="2026-02-23T23:50:29.181" v="334"/>
          <ac:inkMkLst>
            <pc:docMk/>
            <pc:sldMk cId="3496129721" sldId="261"/>
            <ac:inkMk id="153" creationId="{221B445E-A0B0-483F-941A-42896C010CCD}"/>
          </ac:inkMkLst>
        </pc:inkChg>
        <pc:inkChg chg="del mod">
          <ac:chgData name="Dursun Dashdamirov" userId="a8b9d0e1f239c75f" providerId="LiveId" clId="{E297FC27-9774-4AAE-B428-959B432F1B03}" dt="2026-02-23T23:50:29.181" v="335"/>
          <ac:inkMkLst>
            <pc:docMk/>
            <pc:sldMk cId="3496129721" sldId="261"/>
            <ac:inkMk id="154" creationId="{706D9ED9-F59B-4EE7-BAE9-4354F91A3681}"/>
          </ac:inkMkLst>
        </pc:inkChg>
        <pc:inkChg chg="del mod">
          <ac:chgData name="Dursun Dashdamirov" userId="a8b9d0e1f239c75f" providerId="LiveId" clId="{E297FC27-9774-4AAE-B428-959B432F1B03}" dt="2026-02-23T23:50:29.181" v="337"/>
          <ac:inkMkLst>
            <pc:docMk/>
            <pc:sldMk cId="3496129721" sldId="261"/>
            <ac:inkMk id="155" creationId="{1C0586D5-9592-436D-B34B-63AB4E29CF74}"/>
          </ac:inkMkLst>
        </pc:inkChg>
        <pc:inkChg chg="del">
          <ac:chgData name="Dursun Dashdamirov" userId="a8b9d0e1f239c75f" providerId="LiveId" clId="{E297FC27-9774-4AAE-B428-959B432F1B03}" dt="2026-02-23T23:50:29.181" v="338"/>
          <ac:inkMkLst>
            <pc:docMk/>
            <pc:sldMk cId="3496129721" sldId="261"/>
            <ac:inkMk id="157" creationId="{A4763728-5F80-4E16-B024-184288A2B71A}"/>
          </ac:inkMkLst>
        </pc:inkChg>
        <pc:inkChg chg="del">
          <ac:chgData name="Dursun Dashdamirov" userId="a8b9d0e1f239c75f" providerId="LiveId" clId="{E297FC27-9774-4AAE-B428-959B432F1B03}" dt="2026-02-23T23:50:29.181" v="339"/>
          <ac:inkMkLst>
            <pc:docMk/>
            <pc:sldMk cId="3496129721" sldId="261"/>
            <ac:inkMk id="158" creationId="{9449B898-DE91-457D-BCDA-8956BDF1F7F8}"/>
          </ac:inkMkLst>
        </pc:inkChg>
        <pc:inkChg chg="del">
          <ac:chgData name="Dursun Dashdamirov" userId="a8b9d0e1f239c75f" providerId="LiveId" clId="{E297FC27-9774-4AAE-B428-959B432F1B03}" dt="2026-02-23T23:50:29.181" v="340"/>
          <ac:inkMkLst>
            <pc:docMk/>
            <pc:sldMk cId="3496129721" sldId="261"/>
            <ac:inkMk id="159" creationId="{43513F84-7B48-4BA8-A5E3-A430620E18EC}"/>
          </ac:inkMkLst>
        </pc:inkChg>
        <pc:inkChg chg="del">
          <ac:chgData name="Dursun Dashdamirov" userId="a8b9d0e1f239c75f" providerId="LiveId" clId="{E297FC27-9774-4AAE-B428-959B432F1B03}" dt="2026-02-23T23:50:29.181" v="341"/>
          <ac:inkMkLst>
            <pc:docMk/>
            <pc:sldMk cId="3496129721" sldId="261"/>
            <ac:inkMk id="161" creationId="{62290A58-2DD5-453A-B392-97373B16DBE7}"/>
          </ac:inkMkLst>
        </pc:inkChg>
        <pc:inkChg chg="del mod">
          <ac:chgData name="Dursun Dashdamirov" userId="a8b9d0e1f239c75f" providerId="LiveId" clId="{E297FC27-9774-4AAE-B428-959B432F1B03}" dt="2026-02-23T23:50:29.181" v="343"/>
          <ac:inkMkLst>
            <pc:docMk/>
            <pc:sldMk cId="3496129721" sldId="261"/>
            <ac:inkMk id="163" creationId="{1F8252A5-DC6D-4630-8A1B-7E004D3D25D3}"/>
          </ac:inkMkLst>
        </pc:inkChg>
        <pc:inkChg chg="del mod">
          <ac:chgData name="Dursun Dashdamirov" userId="a8b9d0e1f239c75f" providerId="LiveId" clId="{E297FC27-9774-4AAE-B428-959B432F1B03}" dt="2026-02-23T23:50:29.181" v="344"/>
          <ac:inkMkLst>
            <pc:docMk/>
            <pc:sldMk cId="3496129721" sldId="261"/>
            <ac:inkMk id="164" creationId="{EE97D077-2398-42B2-A2B7-B1996C1920E4}"/>
          </ac:inkMkLst>
        </pc:inkChg>
        <pc:inkChg chg="del mod">
          <ac:chgData name="Dursun Dashdamirov" userId="a8b9d0e1f239c75f" providerId="LiveId" clId="{E297FC27-9774-4AAE-B428-959B432F1B03}" dt="2026-02-23T23:50:29.181" v="345"/>
          <ac:inkMkLst>
            <pc:docMk/>
            <pc:sldMk cId="3496129721" sldId="261"/>
            <ac:inkMk id="165" creationId="{67A5D19C-EBD1-47CA-AC46-0E0AF5EF565F}"/>
          </ac:inkMkLst>
        </pc:inkChg>
        <pc:inkChg chg="mod">
          <ac:chgData name="Dursun Dashdamirov" userId="a8b9d0e1f239c75f" providerId="LiveId" clId="{E297FC27-9774-4AAE-B428-959B432F1B03}" dt="2026-02-23T23:50:29.181" v="345"/>
          <ac:inkMkLst>
            <pc:docMk/>
            <pc:sldMk cId="3496129721" sldId="261"/>
            <ac:inkMk id="166" creationId="{1C7E183B-D305-430A-B1B0-8F95C4ECBDC2}"/>
          </ac:inkMkLst>
        </pc:inkChg>
        <pc:inkChg chg="del mod">
          <ac:chgData name="Dursun Dashdamirov" userId="a8b9d0e1f239c75f" providerId="LiveId" clId="{E297FC27-9774-4AAE-B428-959B432F1B03}" dt="2026-02-23T23:50:29.181" v="347"/>
          <ac:inkMkLst>
            <pc:docMk/>
            <pc:sldMk cId="3496129721" sldId="261"/>
            <ac:inkMk id="167" creationId="{715B3F34-FC0A-4198-B3E1-B9B93888DFEF}"/>
          </ac:inkMkLst>
        </pc:inkChg>
        <pc:inkChg chg="del mod">
          <ac:chgData name="Dursun Dashdamirov" userId="a8b9d0e1f239c75f" providerId="LiveId" clId="{E297FC27-9774-4AAE-B428-959B432F1B03}" dt="2026-02-23T23:50:29.181" v="348"/>
          <ac:inkMkLst>
            <pc:docMk/>
            <pc:sldMk cId="3496129721" sldId="261"/>
            <ac:inkMk id="168" creationId="{EAC99983-41B8-4351-A2A2-21A817ACA6BA}"/>
          </ac:inkMkLst>
        </pc:inkChg>
        <pc:inkChg chg="del mod">
          <ac:chgData name="Dursun Dashdamirov" userId="a8b9d0e1f239c75f" providerId="LiveId" clId="{E297FC27-9774-4AAE-B428-959B432F1B03}" dt="2026-02-23T23:50:29.181" v="349"/>
          <ac:inkMkLst>
            <pc:docMk/>
            <pc:sldMk cId="3496129721" sldId="261"/>
            <ac:inkMk id="169" creationId="{0748D8E9-2F94-402B-9A33-AF0BC2A0F347}"/>
          </ac:inkMkLst>
        </pc:inkChg>
        <pc:inkChg chg="del mod">
          <ac:chgData name="Dursun Dashdamirov" userId="a8b9d0e1f239c75f" providerId="LiveId" clId="{E297FC27-9774-4AAE-B428-959B432F1B03}" dt="2026-02-23T23:50:29.181" v="350"/>
          <ac:inkMkLst>
            <pc:docMk/>
            <pc:sldMk cId="3496129721" sldId="261"/>
            <ac:inkMk id="170" creationId="{C0A6EB4C-5F13-4D5E-B2B3-722CD1AAFD94}"/>
          </ac:inkMkLst>
        </pc:inkChg>
        <pc:inkChg chg="del mod">
          <ac:chgData name="Dursun Dashdamirov" userId="a8b9d0e1f239c75f" providerId="LiveId" clId="{E297FC27-9774-4AAE-B428-959B432F1B03}" dt="2026-02-23T23:50:29.181" v="351"/>
          <ac:inkMkLst>
            <pc:docMk/>
            <pc:sldMk cId="3496129721" sldId="261"/>
            <ac:inkMk id="171" creationId="{F4C09C84-E500-4B88-97E8-FF12E31C86F5}"/>
          </ac:inkMkLst>
        </pc:inkChg>
        <pc:inkChg chg="del mod">
          <ac:chgData name="Dursun Dashdamirov" userId="a8b9d0e1f239c75f" providerId="LiveId" clId="{E297FC27-9774-4AAE-B428-959B432F1B03}" dt="2026-02-23T23:50:29.181" v="352"/>
          <ac:inkMkLst>
            <pc:docMk/>
            <pc:sldMk cId="3496129721" sldId="261"/>
            <ac:inkMk id="172" creationId="{CEBCB518-5CA9-48E6-B6F8-8569033FFBF0}"/>
          </ac:inkMkLst>
        </pc:inkChg>
        <pc:inkChg chg="del mod">
          <ac:chgData name="Dursun Dashdamirov" userId="a8b9d0e1f239c75f" providerId="LiveId" clId="{E297FC27-9774-4AAE-B428-959B432F1B03}" dt="2026-02-23T23:50:29.181" v="353"/>
          <ac:inkMkLst>
            <pc:docMk/>
            <pc:sldMk cId="3496129721" sldId="261"/>
            <ac:inkMk id="173" creationId="{78E7DE67-FF07-419C-8028-8803D563DC00}"/>
          </ac:inkMkLst>
        </pc:inkChg>
        <pc:inkChg chg="del mod">
          <ac:chgData name="Dursun Dashdamirov" userId="a8b9d0e1f239c75f" providerId="LiveId" clId="{E297FC27-9774-4AAE-B428-959B432F1B03}" dt="2026-02-23T23:50:29.181" v="354"/>
          <ac:inkMkLst>
            <pc:docMk/>
            <pc:sldMk cId="3496129721" sldId="261"/>
            <ac:inkMk id="174" creationId="{13077FCA-66ED-4650-A00C-2DE69508A723}"/>
          </ac:inkMkLst>
        </pc:inkChg>
        <pc:inkChg chg="del mod">
          <ac:chgData name="Dursun Dashdamirov" userId="a8b9d0e1f239c75f" providerId="LiveId" clId="{E297FC27-9774-4AAE-B428-959B432F1B03}" dt="2026-02-23T23:50:29.183" v="355"/>
          <ac:inkMkLst>
            <pc:docMk/>
            <pc:sldMk cId="3496129721" sldId="261"/>
            <ac:inkMk id="175" creationId="{220A4351-5F11-4686-8AB9-27001EEAEEB7}"/>
          </ac:inkMkLst>
        </pc:inkChg>
        <pc:inkChg chg="del">
          <ac:chgData name="Dursun Dashdamirov" userId="a8b9d0e1f239c75f" providerId="LiveId" clId="{E297FC27-9774-4AAE-B428-959B432F1B03}" dt="2026-02-23T23:50:29.183" v="356"/>
          <ac:inkMkLst>
            <pc:docMk/>
            <pc:sldMk cId="3496129721" sldId="261"/>
            <ac:inkMk id="177" creationId="{C2598979-D5EF-43E5-8EF3-B753541EE515}"/>
          </ac:inkMkLst>
        </pc:inkChg>
        <pc:inkChg chg="del">
          <ac:chgData name="Dursun Dashdamirov" userId="a8b9d0e1f239c75f" providerId="LiveId" clId="{E297FC27-9774-4AAE-B428-959B432F1B03}" dt="2026-02-23T23:50:29.183" v="357"/>
          <ac:inkMkLst>
            <pc:docMk/>
            <pc:sldMk cId="3496129721" sldId="261"/>
            <ac:inkMk id="178" creationId="{04A72262-FF80-4A59-BC9A-573661E32875}"/>
          </ac:inkMkLst>
        </pc:inkChg>
        <pc:inkChg chg="del">
          <ac:chgData name="Dursun Dashdamirov" userId="a8b9d0e1f239c75f" providerId="LiveId" clId="{E297FC27-9774-4AAE-B428-959B432F1B03}" dt="2026-02-23T23:50:29.183" v="358"/>
          <ac:inkMkLst>
            <pc:docMk/>
            <pc:sldMk cId="3496129721" sldId="261"/>
            <ac:inkMk id="180" creationId="{B0A9A04E-8C60-4166-99A8-3D16CD8EBB75}"/>
          </ac:inkMkLst>
        </pc:inkChg>
        <pc:inkChg chg="del">
          <ac:chgData name="Dursun Dashdamirov" userId="a8b9d0e1f239c75f" providerId="LiveId" clId="{E297FC27-9774-4AAE-B428-959B432F1B03}" dt="2026-02-23T23:50:29.183" v="359"/>
          <ac:inkMkLst>
            <pc:docMk/>
            <pc:sldMk cId="3496129721" sldId="261"/>
            <ac:inkMk id="182" creationId="{4F6B47D2-1A07-4ADF-8CB7-1E4F09DF7063}"/>
          </ac:inkMkLst>
        </pc:inkChg>
        <pc:inkChg chg="del mod">
          <ac:chgData name="Dursun Dashdamirov" userId="a8b9d0e1f239c75f" providerId="LiveId" clId="{E297FC27-9774-4AAE-B428-959B432F1B03}" dt="2026-02-23T23:50:29.183" v="360"/>
          <ac:inkMkLst>
            <pc:docMk/>
            <pc:sldMk cId="3496129721" sldId="261"/>
            <ac:inkMk id="184" creationId="{DD5B16A7-D95A-49FB-ACE8-1330F5778609}"/>
          </ac:inkMkLst>
        </pc:inkChg>
        <pc:inkChg chg="del">
          <ac:chgData name="Dursun Dashdamirov" userId="a8b9d0e1f239c75f" providerId="LiveId" clId="{E297FC27-9774-4AAE-B428-959B432F1B03}" dt="2026-02-23T23:50:29.183" v="361"/>
          <ac:inkMkLst>
            <pc:docMk/>
            <pc:sldMk cId="3496129721" sldId="261"/>
            <ac:inkMk id="186" creationId="{50BEA882-0071-4076-AAC9-817C06AF6C44}"/>
          </ac:inkMkLst>
        </pc:inkChg>
        <pc:inkChg chg="del">
          <ac:chgData name="Dursun Dashdamirov" userId="a8b9d0e1f239c75f" providerId="LiveId" clId="{E297FC27-9774-4AAE-B428-959B432F1B03}" dt="2026-02-23T23:50:29.183" v="363"/>
          <ac:inkMkLst>
            <pc:docMk/>
            <pc:sldMk cId="3496129721" sldId="261"/>
            <ac:inkMk id="188" creationId="{B84E4098-9738-44E0-95F8-985B9BE3DF63}"/>
          </ac:inkMkLst>
        </pc:inkChg>
        <pc:inkChg chg="del">
          <ac:chgData name="Dursun Dashdamirov" userId="a8b9d0e1f239c75f" providerId="LiveId" clId="{E297FC27-9774-4AAE-B428-959B432F1B03}" dt="2026-02-23T23:50:29.183" v="364"/>
          <ac:inkMkLst>
            <pc:docMk/>
            <pc:sldMk cId="3496129721" sldId="261"/>
            <ac:inkMk id="189" creationId="{AA9A3006-90DA-4A51-9DFC-4AB5BF7A71B0}"/>
          </ac:inkMkLst>
        </pc:inkChg>
        <pc:inkChg chg="del">
          <ac:chgData name="Dursun Dashdamirov" userId="a8b9d0e1f239c75f" providerId="LiveId" clId="{E297FC27-9774-4AAE-B428-959B432F1B03}" dt="2026-02-23T23:50:29.183" v="365"/>
          <ac:inkMkLst>
            <pc:docMk/>
            <pc:sldMk cId="3496129721" sldId="261"/>
            <ac:inkMk id="190" creationId="{4411985B-627F-425D-8D2E-DB4D28D07FDC}"/>
          </ac:inkMkLst>
        </pc:inkChg>
        <pc:inkChg chg="del">
          <ac:chgData name="Dursun Dashdamirov" userId="a8b9d0e1f239c75f" providerId="LiveId" clId="{E297FC27-9774-4AAE-B428-959B432F1B03}" dt="2026-02-23T23:50:29.183" v="366"/>
          <ac:inkMkLst>
            <pc:docMk/>
            <pc:sldMk cId="3496129721" sldId="261"/>
            <ac:inkMk id="191" creationId="{BCA4BFF7-AD09-4318-810B-30E052C0EE59}"/>
          </ac:inkMkLst>
        </pc:inkChg>
        <pc:inkChg chg="del">
          <ac:chgData name="Dursun Dashdamirov" userId="a8b9d0e1f239c75f" providerId="LiveId" clId="{E297FC27-9774-4AAE-B428-959B432F1B03}" dt="2026-02-23T23:50:29.183" v="368"/>
          <ac:inkMkLst>
            <pc:docMk/>
            <pc:sldMk cId="3496129721" sldId="261"/>
            <ac:inkMk id="192" creationId="{0E4DBA69-ECC4-4F96-B356-76EC343E8496}"/>
          </ac:inkMkLst>
        </pc:inkChg>
        <pc:inkChg chg="del">
          <ac:chgData name="Dursun Dashdamirov" userId="a8b9d0e1f239c75f" providerId="LiveId" clId="{E297FC27-9774-4AAE-B428-959B432F1B03}" dt="2026-02-23T23:50:29.183" v="370"/>
          <ac:inkMkLst>
            <pc:docMk/>
            <pc:sldMk cId="3496129721" sldId="261"/>
            <ac:inkMk id="193" creationId="{5D79DC8A-339E-4AFC-B805-9C1F79062545}"/>
          </ac:inkMkLst>
        </pc:inkChg>
        <pc:inkChg chg="del mod">
          <ac:chgData name="Dursun Dashdamirov" userId="a8b9d0e1f239c75f" providerId="LiveId" clId="{E297FC27-9774-4AAE-B428-959B432F1B03}" dt="2026-02-23T23:50:29.183" v="371"/>
          <ac:inkMkLst>
            <pc:docMk/>
            <pc:sldMk cId="3496129721" sldId="261"/>
            <ac:inkMk id="194" creationId="{221D1465-5D60-49F8-82D6-DEADF91FF3F2}"/>
          </ac:inkMkLst>
        </pc:inkChg>
        <pc:inkChg chg="del">
          <ac:chgData name="Dursun Dashdamirov" userId="a8b9d0e1f239c75f" providerId="LiveId" clId="{E297FC27-9774-4AAE-B428-959B432F1B03}" dt="2026-02-23T23:50:29.183" v="375"/>
          <ac:inkMkLst>
            <pc:docMk/>
            <pc:sldMk cId="3496129721" sldId="261"/>
            <ac:inkMk id="196" creationId="{0954D79B-298B-474A-BE05-D25F15FCBB5B}"/>
          </ac:inkMkLst>
        </pc:inkChg>
        <pc:inkChg chg="del">
          <ac:chgData name="Dursun Dashdamirov" userId="a8b9d0e1f239c75f" providerId="LiveId" clId="{E297FC27-9774-4AAE-B428-959B432F1B03}" dt="2026-02-23T23:50:29.183" v="376"/>
          <ac:inkMkLst>
            <pc:docMk/>
            <pc:sldMk cId="3496129721" sldId="261"/>
            <ac:inkMk id="197" creationId="{E13B4BA2-2E8F-4291-8F1F-EBDA78B42C77}"/>
          </ac:inkMkLst>
        </pc:inkChg>
        <pc:inkChg chg="del mod">
          <ac:chgData name="Dursun Dashdamirov" userId="a8b9d0e1f239c75f" providerId="LiveId" clId="{E297FC27-9774-4AAE-B428-959B432F1B03}" dt="2026-02-23T23:50:29.183" v="377"/>
          <ac:inkMkLst>
            <pc:docMk/>
            <pc:sldMk cId="3496129721" sldId="261"/>
            <ac:inkMk id="198" creationId="{55485524-55CD-4BA3-A2CA-A2C1BC0FF54C}"/>
          </ac:inkMkLst>
        </pc:inkChg>
        <pc:inkChg chg="del mod">
          <ac:chgData name="Dursun Dashdamirov" userId="a8b9d0e1f239c75f" providerId="LiveId" clId="{E297FC27-9774-4AAE-B428-959B432F1B03}" dt="2026-02-23T23:50:29.183" v="379"/>
          <ac:inkMkLst>
            <pc:docMk/>
            <pc:sldMk cId="3496129721" sldId="261"/>
            <ac:inkMk id="199" creationId="{9873C1A0-E1AA-481F-AC7C-8EC50A948A12}"/>
          </ac:inkMkLst>
        </pc:inkChg>
        <pc:inkChg chg="del mod">
          <ac:chgData name="Dursun Dashdamirov" userId="a8b9d0e1f239c75f" providerId="LiveId" clId="{E297FC27-9774-4AAE-B428-959B432F1B03}" dt="2026-02-23T23:50:29.185" v="383"/>
          <ac:inkMkLst>
            <pc:docMk/>
            <pc:sldMk cId="3496129721" sldId="261"/>
            <ac:inkMk id="202" creationId="{E8531F56-0CDA-49B7-A000-1AB8BCE0AEC8}"/>
          </ac:inkMkLst>
        </pc:inkChg>
        <pc:inkChg chg="mod">
          <ac:chgData name="Dursun Dashdamirov" userId="a8b9d0e1f239c75f" providerId="LiveId" clId="{E297FC27-9774-4AAE-B428-959B432F1B03}" dt="2026-02-23T23:50:29.183" v="382"/>
          <ac:inkMkLst>
            <pc:docMk/>
            <pc:sldMk cId="3496129721" sldId="261"/>
            <ac:inkMk id="203" creationId="{017B5770-720E-42AB-B029-D2D60A4A3892}"/>
          </ac:inkMkLst>
        </pc:inkChg>
        <pc:inkChg chg="del mod">
          <ac:chgData name="Dursun Dashdamirov" userId="a8b9d0e1f239c75f" providerId="LiveId" clId="{E297FC27-9774-4AAE-B428-959B432F1B03}" dt="2026-02-23T23:50:29.185" v="388"/>
          <ac:inkMkLst>
            <pc:docMk/>
            <pc:sldMk cId="3496129721" sldId="261"/>
            <ac:inkMk id="205" creationId="{2D69DB80-EFF8-4614-B5E7-4DE4A25B51A1}"/>
          </ac:inkMkLst>
        </pc:inkChg>
        <pc:inkChg chg="del mod">
          <ac:chgData name="Dursun Dashdamirov" userId="a8b9d0e1f239c75f" providerId="LiveId" clId="{E297FC27-9774-4AAE-B428-959B432F1B03}" dt="2026-02-23T23:50:29.185" v="390"/>
          <ac:inkMkLst>
            <pc:docMk/>
            <pc:sldMk cId="3496129721" sldId="261"/>
            <ac:inkMk id="206" creationId="{EA65CA1A-E6FE-4930-B5B7-165FEFAE45B5}"/>
          </ac:inkMkLst>
        </pc:inkChg>
        <pc:inkChg chg="del mod">
          <ac:chgData name="Dursun Dashdamirov" userId="a8b9d0e1f239c75f" providerId="LiveId" clId="{E297FC27-9774-4AAE-B428-959B432F1B03}" dt="2026-02-23T23:50:29.185" v="392"/>
          <ac:inkMkLst>
            <pc:docMk/>
            <pc:sldMk cId="3496129721" sldId="261"/>
            <ac:inkMk id="207" creationId="{ADAA4FB5-C3C5-4941-94E3-BE7BBC9C59E8}"/>
          </ac:inkMkLst>
        </pc:inkChg>
        <pc:inkChg chg="del mod">
          <ac:chgData name="Dursun Dashdamirov" userId="a8b9d0e1f239c75f" providerId="LiveId" clId="{E297FC27-9774-4AAE-B428-959B432F1B03}" dt="2026-02-23T23:50:29.185" v="393"/>
          <ac:inkMkLst>
            <pc:docMk/>
            <pc:sldMk cId="3496129721" sldId="261"/>
            <ac:inkMk id="208" creationId="{14B468E0-3935-4505-8E84-5120B4B87109}"/>
          </ac:inkMkLst>
        </pc:inkChg>
        <pc:inkChg chg="del mod">
          <ac:chgData name="Dursun Dashdamirov" userId="a8b9d0e1f239c75f" providerId="LiveId" clId="{E297FC27-9774-4AAE-B428-959B432F1B03}" dt="2026-02-23T23:50:29.185" v="394"/>
          <ac:inkMkLst>
            <pc:docMk/>
            <pc:sldMk cId="3496129721" sldId="261"/>
            <ac:inkMk id="209" creationId="{15B153D0-D478-41DD-8CF6-3D911C312B7B}"/>
          </ac:inkMkLst>
        </pc:inkChg>
        <pc:inkChg chg="del mod">
          <ac:chgData name="Dursun Dashdamirov" userId="a8b9d0e1f239c75f" providerId="LiveId" clId="{E297FC27-9774-4AAE-B428-959B432F1B03}" dt="2026-02-23T23:50:29.185" v="396"/>
          <ac:inkMkLst>
            <pc:docMk/>
            <pc:sldMk cId="3496129721" sldId="261"/>
            <ac:inkMk id="210" creationId="{A8080465-647B-481F-818F-BF6629018F60}"/>
          </ac:inkMkLst>
        </pc:inkChg>
        <pc:inkChg chg="del mod">
          <ac:chgData name="Dursun Dashdamirov" userId="a8b9d0e1f239c75f" providerId="LiveId" clId="{E297FC27-9774-4AAE-B428-959B432F1B03}" dt="2026-02-23T23:50:29.185" v="397"/>
          <ac:inkMkLst>
            <pc:docMk/>
            <pc:sldMk cId="3496129721" sldId="261"/>
            <ac:inkMk id="211" creationId="{3E015C2E-54EE-4F44-86E9-314E0DB2887E}"/>
          </ac:inkMkLst>
        </pc:inkChg>
        <pc:inkChg chg="del mod">
          <ac:chgData name="Dursun Dashdamirov" userId="a8b9d0e1f239c75f" providerId="LiveId" clId="{E297FC27-9774-4AAE-B428-959B432F1B03}" dt="2026-02-23T23:50:29.185" v="399"/>
          <ac:inkMkLst>
            <pc:docMk/>
            <pc:sldMk cId="3496129721" sldId="261"/>
            <ac:inkMk id="212" creationId="{075BAFB4-66D4-45AB-A607-4EC76BC04684}"/>
          </ac:inkMkLst>
        </pc:inkChg>
        <pc:inkChg chg="del mod">
          <ac:chgData name="Dursun Dashdamirov" userId="a8b9d0e1f239c75f" providerId="LiveId" clId="{E297FC27-9774-4AAE-B428-959B432F1B03}" dt="2026-02-23T23:50:29.185" v="400"/>
          <ac:inkMkLst>
            <pc:docMk/>
            <pc:sldMk cId="3496129721" sldId="261"/>
            <ac:inkMk id="213" creationId="{F3282336-0247-4A2B-9F9E-7ADE1E0D1F23}"/>
          </ac:inkMkLst>
        </pc:inkChg>
        <pc:inkChg chg="del mod">
          <ac:chgData name="Dursun Dashdamirov" userId="a8b9d0e1f239c75f" providerId="LiveId" clId="{E297FC27-9774-4AAE-B428-959B432F1B03}" dt="2026-02-23T23:50:29.174" v="277"/>
          <ac:inkMkLst>
            <pc:docMk/>
            <pc:sldMk cId="3496129721" sldId="261"/>
            <ac:inkMk id="217" creationId="{04DB8272-D6B8-49DF-B11A-3E9FA0D65416}"/>
          </ac:inkMkLst>
        </pc:inkChg>
        <pc:inkChg chg="del mod">
          <ac:chgData name="Dursun Dashdamirov" userId="a8b9d0e1f239c75f" providerId="LiveId" clId="{E297FC27-9774-4AAE-B428-959B432F1B03}" dt="2026-02-23T23:50:29.174" v="279"/>
          <ac:inkMkLst>
            <pc:docMk/>
            <pc:sldMk cId="3496129721" sldId="261"/>
            <ac:inkMk id="218" creationId="{8541D97D-E273-406A-8377-B30AB8909D36}"/>
          </ac:inkMkLst>
        </pc:inkChg>
        <pc:inkChg chg="del">
          <ac:chgData name="Dursun Dashdamirov" userId="a8b9d0e1f239c75f" providerId="LiveId" clId="{E297FC27-9774-4AAE-B428-959B432F1B03}" dt="2026-02-23T23:50:29.174" v="280"/>
          <ac:inkMkLst>
            <pc:docMk/>
            <pc:sldMk cId="3496129721" sldId="261"/>
            <ac:inkMk id="220" creationId="{91859956-AE69-46B9-9DF0-A3BADE3C8B08}"/>
          </ac:inkMkLst>
        </pc:inkChg>
        <pc:inkChg chg="del mod">
          <ac:chgData name="Dursun Dashdamirov" userId="a8b9d0e1f239c75f" providerId="LiveId" clId="{E297FC27-9774-4AAE-B428-959B432F1B03}" dt="2026-02-23T23:50:29.174" v="282"/>
          <ac:inkMkLst>
            <pc:docMk/>
            <pc:sldMk cId="3496129721" sldId="261"/>
            <ac:inkMk id="221" creationId="{FBBAE9A1-5E2A-4EBC-AB65-EE1FEF8E4D3D}"/>
          </ac:inkMkLst>
        </pc:inkChg>
        <pc:inkChg chg="del">
          <ac:chgData name="Dursun Dashdamirov" userId="a8b9d0e1f239c75f" providerId="LiveId" clId="{E297FC27-9774-4AAE-B428-959B432F1B03}" dt="2026-02-23T23:50:29.177" v="284"/>
          <ac:inkMkLst>
            <pc:docMk/>
            <pc:sldMk cId="3496129721" sldId="261"/>
            <ac:inkMk id="222" creationId="{3751BD40-50D5-462F-9350-C0402ED4B2D6}"/>
          </ac:inkMkLst>
        </pc:inkChg>
        <pc:inkChg chg="del mod">
          <ac:chgData name="Dursun Dashdamirov" userId="a8b9d0e1f239c75f" providerId="LiveId" clId="{E297FC27-9774-4AAE-B428-959B432F1B03}" dt="2026-02-23T23:50:29.177" v="286"/>
          <ac:inkMkLst>
            <pc:docMk/>
            <pc:sldMk cId="3496129721" sldId="261"/>
            <ac:inkMk id="223" creationId="{E5E6F5CB-AF52-4A60-97AA-A2082B0FC6E2}"/>
          </ac:inkMkLst>
        </pc:inkChg>
        <pc:inkChg chg="del">
          <ac:chgData name="Dursun Dashdamirov" userId="a8b9d0e1f239c75f" providerId="LiveId" clId="{E297FC27-9774-4AAE-B428-959B432F1B03}" dt="2026-02-23T23:50:29.177" v="288"/>
          <ac:inkMkLst>
            <pc:docMk/>
            <pc:sldMk cId="3496129721" sldId="261"/>
            <ac:inkMk id="224" creationId="{53EE520A-9DDA-4B00-9641-3EC530D6B317}"/>
          </ac:inkMkLst>
        </pc:inkChg>
        <pc:inkChg chg="del mod">
          <ac:chgData name="Dursun Dashdamirov" userId="a8b9d0e1f239c75f" providerId="LiveId" clId="{E297FC27-9774-4AAE-B428-959B432F1B03}" dt="2026-02-23T23:50:29.177" v="290"/>
          <ac:inkMkLst>
            <pc:docMk/>
            <pc:sldMk cId="3496129721" sldId="261"/>
            <ac:inkMk id="225" creationId="{14ABA9F1-BBA9-4C7F-8D2B-5BCB23864B29}"/>
          </ac:inkMkLst>
        </pc:inkChg>
        <pc:inkChg chg="del mod">
          <ac:chgData name="Dursun Dashdamirov" userId="a8b9d0e1f239c75f" providerId="LiveId" clId="{E297FC27-9774-4AAE-B428-959B432F1B03}" dt="2026-02-23T23:50:29.177" v="293"/>
          <ac:inkMkLst>
            <pc:docMk/>
            <pc:sldMk cId="3496129721" sldId="261"/>
            <ac:inkMk id="227" creationId="{BCBA0D02-6E8B-4138-9AB1-F1081F69896D}"/>
          </ac:inkMkLst>
        </pc:inkChg>
        <pc:inkChg chg="del mod">
          <ac:chgData name="Dursun Dashdamirov" userId="a8b9d0e1f239c75f" providerId="LiveId" clId="{E297FC27-9774-4AAE-B428-959B432F1B03}" dt="2026-02-23T23:50:29.177" v="295"/>
          <ac:inkMkLst>
            <pc:docMk/>
            <pc:sldMk cId="3496129721" sldId="261"/>
            <ac:inkMk id="228" creationId="{F3CEDC5C-3CCA-4AEC-9B7A-798499A3040D}"/>
          </ac:inkMkLst>
        </pc:inkChg>
        <pc:inkChg chg="del mod">
          <ac:chgData name="Dursun Dashdamirov" userId="a8b9d0e1f239c75f" providerId="LiveId" clId="{E297FC27-9774-4AAE-B428-959B432F1B03}" dt="2026-02-23T23:50:29.177" v="296"/>
          <ac:inkMkLst>
            <pc:docMk/>
            <pc:sldMk cId="3496129721" sldId="261"/>
            <ac:inkMk id="229" creationId="{F465C859-822C-42C6-9359-CC1D0ECDFE29}"/>
          </ac:inkMkLst>
        </pc:inkChg>
        <pc:inkChg chg="del mod">
          <ac:chgData name="Dursun Dashdamirov" userId="a8b9d0e1f239c75f" providerId="LiveId" clId="{E297FC27-9774-4AAE-B428-959B432F1B03}" dt="2026-02-23T23:50:29.177" v="298"/>
          <ac:inkMkLst>
            <pc:docMk/>
            <pc:sldMk cId="3496129721" sldId="261"/>
            <ac:inkMk id="231" creationId="{24C541D2-D973-4C48-8A82-121924FE32A1}"/>
          </ac:inkMkLst>
        </pc:inkChg>
        <pc:inkChg chg="del mod">
          <ac:chgData name="Dursun Dashdamirov" userId="a8b9d0e1f239c75f" providerId="LiveId" clId="{E297FC27-9774-4AAE-B428-959B432F1B03}" dt="2026-02-23T23:50:29.177" v="301"/>
          <ac:inkMkLst>
            <pc:docMk/>
            <pc:sldMk cId="3496129721" sldId="261"/>
            <ac:inkMk id="233" creationId="{F8409F0A-8206-4583-9DC8-AC12A50390BC}"/>
          </ac:inkMkLst>
        </pc:inkChg>
        <pc:inkChg chg="del mod">
          <ac:chgData name="Dursun Dashdamirov" userId="a8b9d0e1f239c75f" providerId="LiveId" clId="{E297FC27-9774-4AAE-B428-959B432F1B03}" dt="2026-02-23T23:50:29.179" v="304"/>
          <ac:inkMkLst>
            <pc:docMk/>
            <pc:sldMk cId="3496129721" sldId="261"/>
            <ac:inkMk id="235" creationId="{E28D64D4-3921-4AFE-869A-19A51296BDBD}"/>
          </ac:inkMkLst>
        </pc:inkChg>
      </pc:sldChg>
      <pc:sldChg chg="addSp delSp modSp">
        <pc:chgData name="Dursun Dashdamirov" userId="a8b9d0e1f239c75f" providerId="LiveId" clId="{E297FC27-9774-4AAE-B428-959B432F1B03}" dt="2026-02-23T23:51:19.994" v="565"/>
        <pc:sldMkLst>
          <pc:docMk/>
          <pc:sldMk cId="1165062199" sldId="262"/>
        </pc:sldMkLst>
        <pc:grpChg chg="del mod">
          <ac:chgData name="Dursun Dashdamirov" userId="a8b9d0e1f239c75f" providerId="LiveId" clId="{E297FC27-9774-4AAE-B428-959B432F1B03}" dt="2026-02-23T23:51:19.981" v="445"/>
          <ac:grpSpMkLst>
            <pc:docMk/>
            <pc:sldMk cId="1165062199" sldId="262"/>
            <ac:grpSpMk id="40" creationId="{02BB8CDE-6EB8-432F-A59B-3D9CCAB810E7}"/>
          </ac:grpSpMkLst>
        </pc:grpChg>
        <pc:grpChg chg="del mod">
          <ac:chgData name="Dursun Dashdamirov" userId="a8b9d0e1f239c75f" providerId="LiveId" clId="{E297FC27-9774-4AAE-B428-959B432F1B03}" dt="2026-02-23T23:51:19.981" v="454"/>
          <ac:grpSpMkLst>
            <pc:docMk/>
            <pc:sldMk cId="1165062199" sldId="262"/>
            <ac:grpSpMk id="45" creationId="{92D1E017-2B08-4828-A9CB-23B4CD83BAC0}"/>
          </ac:grpSpMkLst>
        </pc:grpChg>
        <pc:grpChg chg="del mod">
          <ac:chgData name="Dursun Dashdamirov" userId="a8b9d0e1f239c75f" providerId="LiveId" clId="{E297FC27-9774-4AAE-B428-959B432F1B03}" dt="2026-02-23T23:51:19.981" v="461"/>
          <ac:grpSpMkLst>
            <pc:docMk/>
            <pc:sldMk cId="1165062199" sldId="262"/>
            <ac:grpSpMk id="49" creationId="{66ABD1DD-4756-4D12-8B75-7B3452C3963B}"/>
          </ac:grpSpMkLst>
        </pc:grpChg>
        <pc:grpChg chg="del mod">
          <ac:chgData name="Dursun Dashdamirov" userId="a8b9d0e1f239c75f" providerId="LiveId" clId="{E297FC27-9774-4AAE-B428-959B432F1B03}" dt="2026-02-23T23:51:19.981" v="474"/>
          <ac:grpSpMkLst>
            <pc:docMk/>
            <pc:sldMk cId="1165062199" sldId="262"/>
            <ac:grpSpMk id="57" creationId="{DBDB7450-E79C-4500-8D5D-DCF5FFEE47B6}"/>
          </ac:grpSpMkLst>
        </pc:grpChg>
        <pc:grpChg chg="del mod">
          <ac:chgData name="Dursun Dashdamirov" userId="a8b9d0e1f239c75f" providerId="LiveId" clId="{E297FC27-9774-4AAE-B428-959B432F1B03}" dt="2026-02-23T23:51:19.981" v="491"/>
          <ac:grpSpMkLst>
            <pc:docMk/>
            <pc:sldMk cId="1165062199" sldId="262"/>
            <ac:grpSpMk id="69" creationId="{CA1F9C5A-6324-4716-9D7D-93F0A562DD6C}"/>
          </ac:grpSpMkLst>
        </pc:grpChg>
        <pc:grpChg chg="del mod">
          <ac:chgData name="Dursun Dashdamirov" userId="a8b9d0e1f239c75f" providerId="LiveId" clId="{E297FC27-9774-4AAE-B428-959B432F1B03}" dt="2026-02-23T23:51:19.981" v="509"/>
          <ac:grpSpMkLst>
            <pc:docMk/>
            <pc:sldMk cId="1165062199" sldId="262"/>
            <ac:grpSpMk id="80" creationId="{F958C43A-2234-477B-A46A-0369E514A099}"/>
          </ac:grpSpMkLst>
        </pc:grpChg>
        <pc:grpChg chg="del mod">
          <ac:chgData name="Dursun Dashdamirov" userId="a8b9d0e1f239c75f" providerId="LiveId" clId="{E297FC27-9774-4AAE-B428-959B432F1B03}" dt="2026-02-23T23:51:19.981" v="516"/>
          <ac:grpSpMkLst>
            <pc:docMk/>
            <pc:sldMk cId="1165062199" sldId="262"/>
            <ac:grpSpMk id="88" creationId="{91AC9743-EAFA-44B6-A1A1-9578A04EB6C7}"/>
          </ac:grpSpMkLst>
        </pc:grpChg>
        <pc:grpChg chg="del mod">
          <ac:chgData name="Dursun Dashdamirov" userId="a8b9d0e1f239c75f" providerId="LiveId" clId="{E297FC27-9774-4AAE-B428-959B432F1B03}" dt="2026-02-23T23:51:19.981" v="518"/>
          <ac:grpSpMkLst>
            <pc:docMk/>
            <pc:sldMk cId="1165062199" sldId="262"/>
            <ac:grpSpMk id="91" creationId="{2758DD31-662F-4864-AB08-07A7C72BFFA6}"/>
          </ac:grpSpMkLst>
        </pc:grpChg>
        <pc:grpChg chg="del mod">
          <ac:chgData name="Dursun Dashdamirov" userId="a8b9d0e1f239c75f" providerId="LiveId" clId="{E297FC27-9774-4AAE-B428-959B432F1B03}" dt="2026-02-23T23:51:19.981" v="532"/>
          <ac:grpSpMkLst>
            <pc:docMk/>
            <pc:sldMk cId="1165062199" sldId="262"/>
            <ac:grpSpMk id="107" creationId="{B62D8F4C-8505-4839-8171-2DFB8C160667}"/>
          </ac:grpSpMkLst>
        </pc:grpChg>
        <pc:grpChg chg="del mod">
          <ac:chgData name="Dursun Dashdamirov" userId="a8b9d0e1f239c75f" providerId="LiveId" clId="{E297FC27-9774-4AAE-B428-959B432F1B03}" dt="2026-02-23T23:51:19.981" v="534"/>
          <ac:grpSpMkLst>
            <pc:docMk/>
            <pc:sldMk cId="1165062199" sldId="262"/>
            <ac:grpSpMk id="110" creationId="{E8A473F6-4F1E-4349-824D-A320DDD368E0}"/>
          </ac:grpSpMkLst>
        </pc:grpChg>
        <pc:grpChg chg="del mod">
          <ac:chgData name="Dursun Dashdamirov" userId="a8b9d0e1f239c75f" providerId="LiveId" clId="{E297FC27-9774-4AAE-B428-959B432F1B03}" dt="2026-02-23T23:51:19.981" v="536"/>
          <ac:grpSpMkLst>
            <pc:docMk/>
            <pc:sldMk cId="1165062199" sldId="262"/>
            <ac:grpSpMk id="121" creationId="{6DA1D633-0FCD-4114-AAD3-74A2F27DF1F4}"/>
          </ac:grpSpMkLst>
        </pc:grpChg>
        <pc:grpChg chg="del mod">
          <ac:chgData name="Dursun Dashdamirov" userId="a8b9d0e1f239c75f" providerId="LiveId" clId="{E297FC27-9774-4AAE-B428-959B432F1B03}" dt="2026-02-23T23:51:19.981" v="546"/>
          <ac:grpSpMkLst>
            <pc:docMk/>
            <pc:sldMk cId="1165062199" sldId="262"/>
            <ac:grpSpMk id="128" creationId="{3AF833CC-D5FE-431D-9A54-F28A914BC5F9}"/>
          </ac:grpSpMkLst>
        </pc:grpChg>
        <pc:grpChg chg="del mod">
          <ac:chgData name="Dursun Dashdamirov" userId="a8b9d0e1f239c75f" providerId="LiveId" clId="{E297FC27-9774-4AAE-B428-959B432F1B03}" dt="2026-02-23T23:51:19.981" v="550"/>
          <ac:grpSpMkLst>
            <pc:docMk/>
            <pc:sldMk cId="1165062199" sldId="262"/>
            <ac:grpSpMk id="133" creationId="{0E2AE280-6E96-4EBC-85F0-5E6E7A4C30C2}"/>
          </ac:grpSpMkLst>
        </pc:grpChg>
        <pc:grpChg chg="del mod">
          <ac:chgData name="Dursun Dashdamirov" userId="a8b9d0e1f239c75f" providerId="LiveId" clId="{E297FC27-9774-4AAE-B428-959B432F1B03}" dt="2026-02-23T23:51:19.981" v="553"/>
          <ac:grpSpMkLst>
            <pc:docMk/>
            <pc:sldMk cId="1165062199" sldId="262"/>
            <ac:grpSpMk id="136" creationId="{80DF076F-31D2-4956-BA18-FE230DF205B0}"/>
          </ac:grpSpMkLst>
        </pc:grpChg>
        <pc:grpChg chg="del mod">
          <ac:chgData name="Dursun Dashdamirov" userId="a8b9d0e1f239c75f" providerId="LiveId" clId="{E297FC27-9774-4AAE-B428-959B432F1B03}" dt="2026-02-23T23:51:19.981" v="559"/>
          <ac:grpSpMkLst>
            <pc:docMk/>
            <pc:sldMk cId="1165062199" sldId="262"/>
            <ac:grpSpMk id="144" creationId="{FAEF28DE-CDF1-4E80-9EC1-260CF07CB9C1}"/>
          </ac:grpSpMkLst>
        </pc:grpChg>
        <pc:grpChg chg="del mod">
          <ac:chgData name="Dursun Dashdamirov" userId="a8b9d0e1f239c75f" providerId="LiveId" clId="{E297FC27-9774-4AAE-B428-959B432F1B03}" dt="2026-02-23T23:51:19.994" v="564"/>
          <ac:grpSpMkLst>
            <pc:docMk/>
            <pc:sldMk cId="1165062199" sldId="262"/>
            <ac:grpSpMk id="169" creationId="{C8A07A39-4068-474D-BAE4-C02BB6067F04}"/>
          </ac:grpSpMkLst>
        </pc:grpChg>
        <pc:grpChg chg="del mod">
          <ac:chgData name="Dursun Dashdamirov" userId="a8b9d0e1f239c75f" providerId="LiveId" clId="{E297FC27-9774-4AAE-B428-959B432F1B03}" dt="2026-02-23T23:51:19.994" v="562"/>
          <ac:grpSpMkLst>
            <pc:docMk/>
            <pc:sldMk cId="1165062199" sldId="262"/>
            <ac:grpSpMk id="172" creationId="{61ECD02B-1C2C-4F94-A2B5-8600FF7B339A}"/>
          </ac:grpSpMkLst>
        </pc:grpChg>
        <pc:grpChg chg="del mod">
          <ac:chgData name="Dursun Dashdamirov" userId="a8b9d0e1f239c75f" providerId="LiveId" clId="{E297FC27-9774-4AAE-B428-959B432F1B03}" dt="2026-02-23T23:51:19.981" v="495"/>
          <ac:grpSpMkLst>
            <pc:docMk/>
            <pc:sldMk cId="1165062199" sldId="262"/>
            <ac:grpSpMk id="222" creationId="{9B91DDC8-F966-4F63-AAC0-03C29095654F}"/>
          </ac:grpSpMkLst>
        </pc:grpChg>
        <pc:grpChg chg="del mod">
          <ac:chgData name="Dursun Dashdamirov" userId="a8b9d0e1f239c75f" providerId="LiveId" clId="{E297FC27-9774-4AAE-B428-959B432F1B03}" dt="2026-02-23T23:51:19.981" v="501"/>
          <ac:grpSpMkLst>
            <pc:docMk/>
            <pc:sldMk cId="1165062199" sldId="262"/>
            <ac:grpSpMk id="225" creationId="{CE0B3BA0-080B-4EB8-87D1-57064135456B}"/>
          </ac:grpSpMkLst>
        </pc:grpChg>
        <pc:grpChg chg="del mod">
          <ac:chgData name="Dursun Dashdamirov" userId="a8b9d0e1f239c75f" providerId="LiveId" clId="{E297FC27-9774-4AAE-B428-959B432F1B03}" dt="2026-02-23T23:51:19.981" v="507"/>
          <ac:grpSpMkLst>
            <pc:docMk/>
            <pc:sldMk cId="1165062199" sldId="262"/>
            <ac:grpSpMk id="230" creationId="{3342CD24-8216-465A-8AAB-3781D5F9CDCD}"/>
          </ac:grpSpMkLst>
        </pc:grpChg>
        <pc:inkChg chg="add mod">
          <ac:chgData name="Dursun Dashdamirov" userId="a8b9d0e1f239c75f" providerId="LiveId" clId="{E297FC27-9774-4AAE-B428-959B432F1B03}" dt="2026-02-23T23:51:19.981" v="501"/>
          <ac:inkMkLst>
            <pc:docMk/>
            <pc:sldMk cId="1165062199" sldId="262"/>
            <ac:inkMk id="2" creationId="{866B3191-1D77-DE35-3F89-EBFB1FBFAE8F}"/>
          </ac:inkMkLst>
        </pc:inkChg>
        <pc:inkChg chg="del">
          <ac:chgData name="Dursun Dashdamirov" userId="a8b9d0e1f239c75f" providerId="LiveId" clId="{E297FC27-9774-4AAE-B428-959B432F1B03}" dt="2026-02-23T23:51:19.981" v="437"/>
          <ac:inkMkLst>
            <pc:docMk/>
            <pc:sldMk cId="1165062199" sldId="262"/>
            <ac:inkMk id="34" creationId="{C8848B96-FE3E-44C7-9473-33583991B43A}"/>
          </ac:inkMkLst>
        </pc:inkChg>
        <pc:inkChg chg="del">
          <ac:chgData name="Dursun Dashdamirov" userId="a8b9d0e1f239c75f" providerId="LiveId" clId="{E297FC27-9774-4AAE-B428-959B432F1B03}" dt="2026-02-23T23:51:19.981" v="439"/>
          <ac:inkMkLst>
            <pc:docMk/>
            <pc:sldMk cId="1165062199" sldId="262"/>
            <ac:inkMk id="35" creationId="{14F64C78-39DA-41B5-B93E-B6E4410A1EDC}"/>
          </ac:inkMkLst>
        </pc:inkChg>
        <pc:inkChg chg="del">
          <ac:chgData name="Dursun Dashdamirov" userId="a8b9d0e1f239c75f" providerId="LiveId" clId="{E297FC27-9774-4AAE-B428-959B432F1B03}" dt="2026-02-23T23:51:19.981" v="441"/>
          <ac:inkMkLst>
            <pc:docMk/>
            <pc:sldMk cId="1165062199" sldId="262"/>
            <ac:inkMk id="36" creationId="{2A33691C-C4E7-4E7F-8F80-06E95DD25CCF}"/>
          </ac:inkMkLst>
        </pc:inkChg>
        <pc:inkChg chg="del mod">
          <ac:chgData name="Dursun Dashdamirov" userId="a8b9d0e1f239c75f" providerId="LiveId" clId="{E297FC27-9774-4AAE-B428-959B432F1B03}" dt="2026-02-23T23:51:19.981" v="443"/>
          <ac:inkMkLst>
            <pc:docMk/>
            <pc:sldMk cId="1165062199" sldId="262"/>
            <ac:inkMk id="37" creationId="{4FDC93E2-1AF6-4371-8962-5C286F40BBF1}"/>
          </ac:inkMkLst>
        </pc:inkChg>
        <pc:inkChg chg="del mod">
          <ac:chgData name="Dursun Dashdamirov" userId="a8b9d0e1f239c75f" providerId="LiveId" clId="{E297FC27-9774-4AAE-B428-959B432F1B03}" dt="2026-02-23T23:51:19.981" v="445"/>
          <ac:inkMkLst>
            <pc:docMk/>
            <pc:sldMk cId="1165062199" sldId="262"/>
            <ac:inkMk id="38" creationId="{052BDA56-DDF4-4B09-9B95-1F7E2684511D}"/>
          </ac:inkMkLst>
        </pc:inkChg>
        <pc:inkChg chg="del mod">
          <ac:chgData name="Dursun Dashdamirov" userId="a8b9d0e1f239c75f" providerId="LiveId" clId="{E297FC27-9774-4AAE-B428-959B432F1B03}" dt="2026-02-23T23:51:19.981" v="447"/>
          <ac:inkMkLst>
            <pc:docMk/>
            <pc:sldMk cId="1165062199" sldId="262"/>
            <ac:inkMk id="39" creationId="{67EB1651-050A-4402-8E79-F652D1772493}"/>
          </ac:inkMkLst>
        </pc:inkChg>
        <pc:inkChg chg="del">
          <ac:chgData name="Dursun Dashdamirov" userId="a8b9d0e1f239c75f" providerId="LiveId" clId="{E297FC27-9774-4AAE-B428-959B432F1B03}" dt="2026-02-23T23:51:19.981" v="450"/>
          <ac:inkMkLst>
            <pc:docMk/>
            <pc:sldMk cId="1165062199" sldId="262"/>
            <ac:inkMk id="41" creationId="{F7D523BD-2F5F-466A-8D8A-3C462E993EB4}"/>
          </ac:inkMkLst>
        </pc:inkChg>
        <pc:inkChg chg="del">
          <ac:chgData name="Dursun Dashdamirov" userId="a8b9d0e1f239c75f" providerId="LiveId" clId="{E297FC27-9774-4AAE-B428-959B432F1B03}" dt="2026-02-23T23:51:19.981" v="452"/>
          <ac:inkMkLst>
            <pc:docMk/>
            <pc:sldMk cId="1165062199" sldId="262"/>
            <ac:inkMk id="42" creationId="{0ED07B47-9E70-40BA-BFC3-2E061AE61967}"/>
          </ac:inkMkLst>
        </pc:inkChg>
        <pc:inkChg chg="del">
          <ac:chgData name="Dursun Dashdamirov" userId="a8b9d0e1f239c75f" providerId="LiveId" clId="{E297FC27-9774-4AAE-B428-959B432F1B03}" dt="2026-02-23T23:51:19.981" v="454"/>
          <ac:inkMkLst>
            <pc:docMk/>
            <pc:sldMk cId="1165062199" sldId="262"/>
            <ac:inkMk id="43" creationId="{B0C5E309-DD1C-4DAC-96C1-BA7DE0C779DD}"/>
          </ac:inkMkLst>
        </pc:inkChg>
        <pc:inkChg chg="del mod">
          <ac:chgData name="Dursun Dashdamirov" userId="a8b9d0e1f239c75f" providerId="LiveId" clId="{E297FC27-9774-4AAE-B428-959B432F1B03}" dt="2026-02-23T23:51:19.981" v="456"/>
          <ac:inkMkLst>
            <pc:docMk/>
            <pc:sldMk cId="1165062199" sldId="262"/>
            <ac:inkMk id="44" creationId="{5C045F95-E794-45AF-ACC2-F0C08D5B65AE}"/>
          </ac:inkMkLst>
        </pc:inkChg>
        <pc:inkChg chg="del">
          <ac:chgData name="Dursun Dashdamirov" userId="a8b9d0e1f239c75f" providerId="LiveId" clId="{E297FC27-9774-4AAE-B428-959B432F1B03}" dt="2026-02-23T23:51:19.981" v="459"/>
          <ac:inkMkLst>
            <pc:docMk/>
            <pc:sldMk cId="1165062199" sldId="262"/>
            <ac:inkMk id="46" creationId="{FF029A8F-7191-4783-BF7E-3DB0C4AA66DA}"/>
          </ac:inkMkLst>
        </pc:inkChg>
        <pc:inkChg chg="del mod">
          <ac:chgData name="Dursun Dashdamirov" userId="a8b9d0e1f239c75f" providerId="LiveId" clId="{E297FC27-9774-4AAE-B428-959B432F1B03}" dt="2026-02-23T23:51:19.981" v="461"/>
          <ac:inkMkLst>
            <pc:docMk/>
            <pc:sldMk cId="1165062199" sldId="262"/>
            <ac:inkMk id="47" creationId="{EDC711DA-8F1C-4BC7-8E05-883924D77A52}"/>
          </ac:inkMkLst>
        </pc:inkChg>
        <pc:inkChg chg="del mod">
          <ac:chgData name="Dursun Dashdamirov" userId="a8b9d0e1f239c75f" providerId="LiveId" clId="{E297FC27-9774-4AAE-B428-959B432F1B03}" dt="2026-02-23T23:51:19.981" v="463"/>
          <ac:inkMkLst>
            <pc:docMk/>
            <pc:sldMk cId="1165062199" sldId="262"/>
            <ac:inkMk id="48" creationId="{3887A59F-5D1A-4175-B656-FCDAAC6B8AFD}"/>
          </ac:inkMkLst>
        </pc:inkChg>
        <pc:inkChg chg="del">
          <ac:chgData name="Dursun Dashdamirov" userId="a8b9d0e1f239c75f" providerId="LiveId" clId="{E297FC27-9774-4AAE-B428-959B432F1B03}" dt="2026-02-23T23:51:19.981" v="464"/>
          <ac:inkMkLst>
            <pc:docMk/>
            <pc:sldMk cId="1165062199" sldId="262"/>
            <ac:inkMk id="50" creationId="{27D57D27-2928-4B24-90F9-C0CC1A08256E}"/>
          </ac:inkMkLst>
        </pc:inkChg>
        <pc:inkChg chg="del">
          <ac:chgData name="Dursun Dashdamirov" userId="a8b9d0e1f239c75f" providerId="LiveId" clId="{E297FC27-9774-4AAE-B428-959B432F1B03}" dt="2026-02-23T23:51:19.981" v="466"/>
          <ac:inkMkLst>
            <pc:docMk/>
            <pc:sldMk cId="1165062199" sldId="262"/>
            <ac:inkMk id="51" creationId="{4DFEFF31-40C9-4183-8EE3-BB5B547EDCB8}"/>
          </ac:inkMkLst>
        </pc:inkChg>
        <pc:inkChg chg="del mod">
          <ac:chgData name="Dursun Dashdamirov" userId="a8b9d0e1f239c75f" providerId="LiveId" clId="{E297FC27-9774-4AAE-B428-959B432F1B03}" dt="2026-02-23T23:51:19.981" v="468"/>
          <ac:inkMkLst>
            <pc:docMk/>
            <pc:sldMk cId="1165062199" sldId="262"/>
            <ac:inkMk id="52" creationId="{9682E9FC-6483-48FB-9CCC-FEC0FFAAC3C2}"/>
          </ac:inkMkLst>
        </pc:inkChg>
        <pc:inkChg chg="del mod">
          <ac:chgData name="Dursun Dashdamirov" userId="a8b9d0e1f239c75f" providerId="LiveId" clId="{E297FC27-9774-4AAE-B428-959B432F1B03}" dt="2026-02-23T23:51:19.981" v="470"/>
          <ac:inkMkLst>
            <pc:docMk/>
            <pc:sldMk cId="1165062199" sldId="262"/>
            <ac:inkMk id="53" creationId="{6BFF8231-32BE-4CDA-818D-62170BA473EC}"/>
          </ac:inkMkLst>
        </pc:inkChg>
        <pc:inkChg chg="del mod">
          <ac:chgData name="Dursun Dashdamirov" userId="a8b9d0e1f239c75f" providerId="LiveId" clId="{E297FC27-9774-4AAE-B428-959B432F1B03}" dt="2026-02-23T23:51:19.981" v="472"/>
          <ac:inkMkLst>
            <pc:docMk/>
            <pc:sldMk cId="1165062199" sldId="262"/>
            <ac:inkMk id="54" creationId="{BC2845EF-0293-44CE-AF18-10663F5E420E}"/>
          </ac:inkMkLst>
        </pc:inkChg>
        <pc:inkChg chg="del mod">
          <ac:chgData name="Dursun Dashdamirov" userId="a8b9d0e1f239c75f" providerId="LiveId" clId="{E297FC27-9774-4AAE-B428-959B432F1B03}" dt="2026-02-23T23:51:19.981" v="474"/>
          <ac:inkMkLst>
            <pc:docMk/>
            <pc:sldMk cId="1165062199" sldId="262"/>
            <ac:inkMk id="55" creationId="{55D77865-01A1-4CF5-BA0E-CA6F2EBB3307}"/>
          </ac:inkMkLst>
        </pc:inkChg>
        <pc:inkChg chg="del mod">
          <ac:chgData name="Dursun Dashdamirov" userId="a8b9d0e1f239c75f" providerId="LiveId" clId="{E297FC27-9774-4AAE-B428-959B432F1B03}" dt="2026-02-23T23:51:19.981" v="476"/>
          <ac:inkMkLst>
            <pc:docMk/>
            <pc:sldMk cId="1165062199" sldId="262"/>
            <ac:inkMk id="56" creationId="{6E614B69-467D-4320-80ED-F33894B27860}"/>
          </ac:inkMkLst>
        </pc:inkChg>
        <pc:inkChg chg="del">
          <ac:chgData name="Dursun Dashdamirov" userId="a8b9d0e1f239c75f" providerId="LiveId" clId="{E297FC27-9774-4AAE-B428-959B432F1B03}" dt="2026-02-23T23:51:19.981" v="478"/>
          <ac:inkMkLst>
            <pc:docMk/>
            <pc:sldMk cId="1165062199" sldId="262"/>
            <ac:inkMk id="58" creationId="{EE5A07CA-895D-40C7-96EF-552AC15EDB63}"/>
          </ac:inkMkLst>
        </pc:inkChg>
        <pc:inkChg chg="del mod">
          <ac:chgData name="Dursun Dashdamirov" userId="a8b9d0e1f239c75f" providerId="LiveId" clId="{E297FC27-9774-4AAE-B428-959B432F1B03}" dt="2026-02-23T23:51:19.981" v="480"/>
          <ac:inkMkLst>
            <pc:docMk/>
            <pc:sldMk cId="1165062199" sldId="262"/>
            <ac:inkMk id="59" creationId="{3700556D-A641-43AC-8BC6-AB333AB7DDD1}"/>
          </ac:inkMkLst>
        </pc:inkChg>
        <pc:inkChg chg="del">
          <ac:chgData name="Dursun Dashdamirov" userId="a8b9d0e1f239c75f" providerId="LiveId" clId="{E297FC27-9774-4AAE-B428-959B432F1B03}" dt="2026-02-23T23:51:19.981" v="484"/>
          <ac:inkMkLst>
            <pc:docMk/>
            <pc:sldMk cId="1165062199" sldId="262"/>
            <ac:inkMk id="61" creationId="{DCDB2D42-734D-4A62-8925-0CB6CDF65330}"/>
          </ac:inkMkLst>
        </pc:inkChg>
        <pc:inkChg chg="del mod">
          <ac:chgData name="Dursun Dashdamirov" userId="a8b9d0e1f239c75f" providerId="LiveId" clId="{E297FC27-9774-4AAE-B428-959B432F1B03}" dt="2026-02-23T23:51:19.981" v="486"/>
          <ac:inkMkLst>
            <pc:docMk/>
            <pc:sldMk cId="1165062199" sldId="262"/>
            <ac:inkMk id="62" creationId="{C668ACC2-F8B1-4CCF-AD5A-40ED92EBEAFB}"/>
          </ac:inkMkLst>
        </pc:inkChg>
        <pc:inkChg chg="del mod">
          <ac:chgData name="Dursun Dashdamirov" userId="a8b9d0e1f239c75f" providerId="LiveId" clId="{E297FC27-9774-4AAE-B428-959B432F1B03}" dt="2026-02-23T23:51:19.981" v="488"/>
          <ac:inkMkLst>
            <pc:docMk/>
            <pc:sldMk cId="1165062199" sldId="262"/>
            <ac:inkMk id="63" creationId="{9B7CE9B8-ABAF-4D62-8107-77A416FEEDD9}"/>
          </ac:inkMkLst>
        </pc:inkChg>
        <pc:inkChg chg="del mod">
          <ac:chgData name="Dursun Dashdamirov" userId="a8b9d0e1f239c75f" providerId="LiveId" clId="{E297FC27-9774-4AAE-B428-959B432F1B03}" dt="2026-02-23T23:51:19.981" v="489"/>
          <ac:inkMkLst>
            <pc:docMk/>
            <pc:sldMk cId="1165062199" sldId="262"/>
            <ac:inkMk id="64" creationId="{CC47319E-FFC4-47D0-8C29-D52910B11F14}"/>
          </ac:inkMkLst>
        </pc:inkChg>
        <pc:inkChg chg="del mod">
          <ac:chgData name="Dursun Dashdamirov" userId="a8b9d0e1f239c75f" providerId="LiveId" clId="{E297FC27-9774-4AAE-B428-959B432F1B03}" dt="2026-02-23T23:51:19.981" v="491"/>
          <ac:inkMkLst>
            <pc:docMk/>
            <pc:sldMk cId="1165062199" sldId="262"/>
            <ac:inkMk id="65" creationId="{9C69FBFF-B303-464B-A5EB-F3B05CA89430}"/>
          </ac:inkMkLst>
        </pc:inkChg>
        <pc:inkChg chg="del mod">
          <ac:chgData name="Dursun Dashdamirov" userId="a8b9d0e1f239c75f" providerId="LiveId" clId="{E297FC27-9774-4AAE-B428-959B432F1B03}" dt="2026-02-23T23:51:19.981" v="494"/>
          <ac:inkMkLst>
            <pc:docMk/>
            <pc:sldMk cId="1165062199" sldId="262"/>
            <ac:inkMk id="68" creationId="{C7CCDCB1-23D7-4AD0-81A5-C0D261DAB8FB}"/>
          </ac:inkMkLst>
        </pc:inkChg>
        <pc:inkChg chg="del">
          <ac:chgData name="Dursun Dashdamirov" userId="a8b9d0e1f239c75f" providerId="LiveId" clId="{E297FC27-9774-4AAE-B428-959B432F1B03}" dt="2026-02-23T23:51:19.981" v="497"/>
          <ac:inkMkLst>
            <pc:docMk/>
            <pc:sldMk cId="1165062199" sldId="262"/>
            <ac:inkMk id="70" creationId="{C75DCC64-D2AD-4788-8513-D34B81ADA78C}"/>
          </ac:inkMkLst>
        </pc:inkChg>
        <pc:inkChg chg="del">
          <ac:chgData name="Dursun Dashdamirov" userId="a8b9d0e1f239c75f" providerId="LiveId" clId="{E297FC27-9774-4AAE-B428-959B432F1B03}" dt="2026-02-23T23:51:19.981" v="498"/>
          <ac:inkMkLst>
            <pc:docMk/>
            <pc:sldMk cId="1165062199" sldId="262"/>
            <ac:inkMk id="71" creationId="{F45F1F7F-40A5-4421-A94B-3B4B3733CAC0}"/>
          </ac:inkMkLst>
        </pc:inkChg>
        <pc:inkChg chg="del mod">
          <ac:chgData name="Dursun Dashdamirov" userId="a8b9d0e1f239c75f" providerId="LiveId" clId="{E297FC27-9774-4AAE-B428-959B432F1B03}" dt="2026-02-23T23:51:19.981" v="500"/>
          <ac:inkMkLst>
            <pc:docMk/>
            <pc:sldMk cId="1165062199" sldId="262"/>
            <ac:inkMk id="72" creationId="{8CCEEFF0-BCF3-497B-BEA5-A56A86E996C8}"/>
          </ac:inkMkLst>
        </pc:inkChg>
        <pc:inkChg chg="del mod">
          <ac:chgData name="Dursun Dashdamirov" userId="a8b9d0e1f239c75f" providerId="LiveId" clId="{E297FC27-9774-4AAE-B428-959B432F1B03}" dt="2026-02-23T23:51:19.981" v="502"/>
          <ac:inkMkLst>
            <pc:docMk/>
            <pc:sldMk cId="1165062199" sldId="262"/>
            <ac:inkMk id="74" creationId="{A5AB070B-248D-4DDF-94A5-6DC424C05808}"/>
          </ac:inkMkLst>
        </pc:inkChg>
        <pc:inkChg chg="del mod">
          <ac:chgData name="Dursun Dashdamirov" userId="a8b9d0e1f239c75f" providerId="LiveId" clId="{E297FC27-9774-4AAE-B428-959B432F1B03}" dt="2026-02-23T23:51:19.981" v="504"/>
          <ac:inkMkLst>
            <pc:docMk/>
            <pc:sldMk cId="1165062199" sldId="262"/>
            <ac:inkMk id="75" creationId="{EC4B7130-0BAD-4435-B188-1CB176DBF594}"/>
          </ac:inkMkLst>
        </pc:inkChg>
        <pc:inkChg chg="del mod">
          <ac:chgData name="Dursun Dashdamirov" userId="a8b9d0e1f239c75f" providerId="LiveId" clId="{E297FC27-9774-4AAE-B428-959B432F1B03}" dt="2026-02-23T23:51:19.981" v="506"/>
          <ac:inkMkLst>
            <pc:docMk/>
            <pc:sldMk cId="1165062199" sldId="262"/>
            <ac:inkMk id="76" creationId="{B74C628A-2D9E-4AD2-B03B-C86F14131267}"/>
          </ac:inkMkLst>
        </pc:inkChg>
        <pc:inkChg chg="del mod">
          <ac:chgData name="Dursun Dashdamirov" userId="a8b9d0e1f239c75f" providerId="LiveId" clId="{E297FC27-9774-4AAE-B428-959B432F1B03}" dt="2026-02-23T23:51:19.981" v="509"/>
          <ac:inkMkLst>
            <pc:docMk/>
            <pc:sldMk cId="1165062199" sldId="262"/>
            <ac:inkMk id="78" creationId="{12633511-69F8-424A-8B82-C3E58C545259}"/>
          </ac:inkMkLst>
        </pc:inkChg>
        <pc:inkChg chg="del mod">
          <ac:chgData name="Dursun Dashdamirov" userId="a8b9d0e1f239c75f" providerId="LiveId" clId="{E297FC27-9774-4AAE-B428-959B432F1B03}" dt="2026-02-23T23:51:19.981" v="510"/>
          <ac:inkMkLst>
            <pc:docMk/>
            <pc:sldMk cId="1165062199" sldId="262"/>
            <ac:inkMk id="79" creationId="{B1BB10F7-077C-4615-AF52-CAFE8B3D2BC7}"/>
          </ac:inkMkLst>
        </pc:inkChg>
        <pc:inkChg chg="del">
          <ac:chgData name="Dursun Dashdamirov" userId="a8b9d0e1f239c75f" providerId="LiveId" clId="{E297FC27-9774-4AAE-B428-959B432F1B03}" dt="2026-02-23T23:51:19.981" v="512"/>
          <ac:inkMkLst>
            <pc:docMk/>
            <pc:sldMk cId="1165062199" sldId="262"/>
            <ac:inkMk id="81" creationId="{D4708D42-503F-4275-B310-E307BA9E186B}"/>
          </ac:inkMkLst>
        </pc:inkChg>
        <pc:inkChg chg="del mod">
          <ac:chgData name="Dursun Dashdamirov" userId="a8b9d0e1f239c75f" providerId="LiveId" clId="{E297FC27-9774-4AAE-B428-959B432F1B03}" dt="2026-02-23T23:51:19.981" v="513"/>
          <ac:inkMkLst>
            <pc:docMk/>
            <pc:sldMk cId="1165062199" sldId="262"/>
            <ac:inkMk id="82" creationId="{D83E7B9D-3C36-4D05-8EFC-095A0513A5B3}"/>
          </ac:inkMkLst>
        </pc:inkChg>
        <pc:inkChg chg="del mod">
          <ac:chgData name="Dursun Dashdamirov" userId="a8b9d0e1f239c75f" providerId="LiveId" clId="{E297FC27-9774-4AAE-B428-959B432F1B03}" dt="2026-02-23T23:51:19.981" v="514"/>
          <ac:inkMkLst>
            <pc:docMk/>
            <pc:sldMk cId="1165062199" sldId="262"/>
            <ac:inkMk id="83" creationId="{18AA0027-BC47-4039-94D6-3016502C2FA5}"/>
          </ac:inkMkLst>
        </pc:inkChg>
        <pc:inkChg chg="del mod">
          <ac:chgData name="Dursun Dashdamirov" userId="a8b9d0e1f239c75f" providerId="LiveId" clId="{E297FC27-9774-4AAE-B428-959B432F1B03}" dt="2026-02-23T23:51:19.981" v="515"/>
          <ac:inkMkLst>
            <pc:docMk/>
            <pc:sldMk cId="1165062199" sldId="262"/>
            <ac:inkMk id="84" creationId="{67F1F050-0EA0-4736-B540-08EFDBB26CC2}"/>
          </ac:inkMkLst>
        </pc:inkChg>
        <pc:inkChg chg="del mod">
          <ac:chgData name="Dursun Dashdamirov" userId="a8b9d0e1f239c75f" providerId="LiveId" clId="{E297FC27-9774-4AAE-B428-959B432F1B03}" dt="2026-02-23T23:51:19.981" v="516"/>
          <ac:inkMkLst>
            <pc:docMk/>
            <pc:sldMk cId="1165062199" sldId="262"/>
            <ac:inkMk id="85" creationId="{E5713E8E-B262-4BC4-88C2-2CC80FAA02F3}"/>
          </ac:inkMkLst>
        </pc:inkChg>
        <pc:inkChg chg="del mod">
          <ac:chgData name="Dursun Dashdamirov" userId="a8b9d0e1f239c75f" providerId="LiveId" clId="{E297FC27-9774-4AAE-B428-959B432F1B03}" dt="2026-02-23T23:51:19.981" v="517"/>
          <ac:inkMkLst>
            <pc:docMk/>
            <pc:sldMk cId="1165062199" sldId="262"/>
            <ac:inkMk id="87" creationId="{7C6CBCBF-B8B3-44DB-877E-7FB8755650EB}"/>
          </ac:inkMkLst>
        </pc:inkChg>
        <pc:inkChg chg="del">
          <ac:chgData name="Dursun Dashdamirov" userId="a8b9d0e1f239c75f" providerId="LiveId" clId="{E297FC27-9774-4AAE-B428-959B432F1B03}" dt="2026-02-23T23:51:19.981" v="518"/>
          <ac:inkMkLst>
            <pc:docMk/>
            <pc:sldMk cId="1165062199" sldId="262"/>
            <ac:inkMk id="89" creationId="{2E4DBDBE-26D1-4D34-B7C5-82DBFE74B4E8}"/>
          </ac:inkMkLst>
        </pc:inkChg>
        <pc:inkChg chg="del mod">
          <ac:chgData name="Dursun Dashdamirov" userId="a8b9d0e1f239c75f" providerId="LiveId" clId="{E297FC27-9774-4AAE-B428-959B432F1B03}" dt="2026-02-23T23:51:19.981" v="519"/>
          <ac:inkMkLst>
            <pc:docMk/>
            <pc:sldMk cId="1165062199" sldId="262"/>
            <ac:inkMk id="90" creationId="{08D84FAE-349B-40C2-A4A2-D9F7DA1A82CC}"/>
          </ac:inkMkLst>
        </pc:inkChg>
        <pc:inkChg chg="del">
          <ac:chgData name="Dursun Dashdamirov" userId="a8b9d0e1f239c75f" providerId="LiveId" clId="{E297FC27-9774-4AAE-B428-959B432F1B03}" dt="2026-02-23T23:51:19.981" v="520"/>
          <ac:inkMkLst>
            <pc:docMk/>
            <pc:sldMk cId="1165062199" sldId="262"/>
            <ac:inkMk id="92" creationId="{8906AAB0-3385-4781-BF92-DC2E68342952}"/>
          </ac:inkMkLst>
        </pc:inkChg>
        <pc:inkChg chg="del">
          <ac:chgData name="Dursun Dashdamirov" userId="a8b9d0e1f239c75f" providerId="LiveId" clId="{E297FC27-9774-4AAE-B428-959B432F1B03}" dt="2026-02-23T23:51:19.981" v="521"/>
          <ac:inkMkLst>
            <pc:docMk/>
            <pc:sldMk cId="1165062199" sldId="262"/>
            <ac:inkMk id="93" creationId="{182C96E9-36A2-4C1D-A931-58D2C636B2FC}"/>
          </ac:inkMkLst>
        </pc:inkChg>
        <pc:inkChg chg="del">
          <ac:chgData name="Dursun Dashdamirov" userId="a8b9d0e1f239c75f" providerId="LiveId" clId="{E297FC27-9774-4AAE-B428-959B432F1B03}" dt="2026-02-23T23:51:19.981" v="522"/>
          <ac:inkMkLst>
            <pc:docMk/>
            <pc:sldMk cId="1165062199" sldId="262"/>
            <ac:inkMk id="94" creationId="{F028DFC6-CAB0-45EE-9991-33BBB616C12D}"/>
          </ac:inkMkLst>
        </pc:inkChg>
        <pc:inkChg chg="del mod">
          <ac:chgData name="Dursun Dashdamirov" userId="a8b9d0e1f239c75f" providerId="LiveId" clId="{E297FC27-9774-4AAE-B428-959B432F1B03}" dt="2026-02-23T23:51:19.981" v="523"/>
          <ac:inkMkLst>
            <pc:docMk/>
            <pc:sldMk cId="1165062199" sldId="262"/>
            <ac:inkMk id="95" creationId="{E95C3C5C-8DF2-472D-BE08-561FEEED026F}"/>
          </ac:inkMkLst>
        </pc:inkChg>
        <pc:inkChg chg="del mod">
          <ac:chgData name="Dursun Dashdamirov" userId="a8b9d0e1f239c75f" providerId="LiveId" clId="{E297FC27-9774-4AAE-B428-959B432F1B03}" dt="2026-02-23T23:51:19.981" v="524"/>
          <ac:inkMkLst>
            <pc:docMk/>
            <pc:sldMk cId="1165062199" sldId="262"/>
            <ac:inkMk id="96" creationId="{5620E9EC-4D5C-40F7-8B2F-52AF21741684}"/>
          </ac:inkMkLst>
        </pc:inkChg>
        <pc:inkChg chg="del mod">
          <ac:chgData name="Dursun Dashdamirov" userId="a8b9d0e1f239c75f" providerId="LiveId" clId="{E297FC27-9774-4AAE-B428-959B432F1B03}" dt="2026-02-23T23:51:19.981" v="525"/>
          <ac:inkMkLst>
            <pc:docMk/>
            <pc:sldMk cId="1165062199" sldId="262"/>
            <ac:inkMk id="97" creationId="{EC08A288-CAB3-4E09-85D6-FB87878B36F6}"/>
          </ac:inkMkLst>
        </pc:inkChg>
        <pc:inkChg chg="del mod">
          <ac:chgData name="Dursun Dashdamirov" userId="a8b9d0e1f239c75f" providerId="LiveId" clId="{E297FC27-9774-4AAE-B428-959B432F1B03}" dt="2026-02-23T23:51:19.981" v="526"/>
          <ac:inkMkLst>
            <pc:docMk/>
            <pc:sldMk cId="1165062199" sldId="262"/>
            <ac:inkMk id="99" creationId="{C1212AF1-891F-4907-9217-D9A99EBDFA93}"/>
          </ac:inkMkLst>
        </pc:inkChg>
        <pc:inkChg chg="del mod">
          <ac:chgData name="Dursun Dashdamirov" userId="a8b9d0e1f239c75f" providerId="LiveId" clId="{E297FC27-9774-4AAE-B428-959B432F1B03}" dt="2026-02-23T23:51:19.981" v="527"/>
          <ac:inkMkLst>
            <pc:docMk/>
            <pc:sldMk cId="1165062199" sldId="262"/>
            <ac:inkMk id="100" creationId="{EF8149B5-9C23-41A8-B25A-BBD14EB79EB9}"/>
          </ac:inkMkLst>
        </pc:inkChg>
        <pc:inkChg chg="del mod">
          <ac:chgData name="Dursun Dashdamirov" userId="a8b9d0e1f239c75f" providerId="LiveId" clId="{E297FC27-9774-4AAE-B428-959B432F1B03}" dt="2026-02-23T23:51:19.981" v="528"/>
          <ac:inkMkLst>
            <pc:docMk/>
            <pc:sldMk cId="1165062199" sldId="262"/>
            <ac:inkMk id="101" creationId="{AD99740D-4012-47E5-808E-5E10BF7981F8}"/>
          </ac:inkMkLst>
        </pc:inkChg>
        <pc:inkChg chg="del mod">
          <ac:chgData name="Dursun Dashdamirov" userId="a8b9d0e1f239c75f" providerId="LiveId" clId="{E297FC27-9774-4AAE-B428-959B432F1B03}" dt="2026-02-23T23:51:19.981" v="529"/>
          <ac:inkMkLst>
            <pc:docMk/>
            <pc:sldMk cId="1165062199" sldId="262"/>
            <ac:inkMk id="102" creationId="{E2185A1D-990B-42F2-99A1-056F431F36CE}"/>
          </ac:inkMkLst>
        </pc:inkChg>
        <pc:inkChg chg="del mod">
          <ac:chgData name="Dursun Dashdamirov" userId="a8b9d0e1f239c75f" providerId="LiveId" clId="{E297FC27-9774-4AAE-B428-959B432F1B03}" dt="2026-02-23T23:51:19.981" v="530"/>
          <ac:inkMkLst>
            <pc:docMk/>
            <pc:sldMk cId="1165062199" sldId="262"/>
            <ac:inkMk id="103" creationId="{DEEA4E14-A3A0-4F75-8A45-90EA787A6558}"/>
          </ac:inkMkLst>
        </pc:inkChg>
        <pc:inkChg chg="del mod">
          <ac:chgData name="Dursun Dashdamirov" userId="a8b9d0e1f239c75f" providerId="LiveId" clId="{E297FC27-9774-4AAE-B428-959B432F1B03}" dt="2026-02-23T23:51:19.981" v="531"/>
          <ac:inkMkLst>
            <pc:docMk/>
            <pc:sldMk cId="1165062199" sldId="262"/>
            <ac:inkMk id="104" creationId="{EE9C48B3-6331-44FA-9C09-2A7832502C98}"/>
          </ac:inkMkLst>
        </pc:inkChg>
        <pc:inkChg chg="del mod">
          <ac:chgData name="Dursun Dashdamirov" userId="a8b9d0e1f239c75f" providerId="LiveId" clId="{E297FC27-9774-4AAE-B428-959B432F1B03}" dt="2026-02-23T23:51:19.981" v="532"/>
          <ac:inkMkLst>
            <pc:docMk/>
            <pc:sldMk cId="1165062199" sldId="262"/>
            <ac:inkMk id="105" creationId="{3A820406-6F34-4333-88D8-420D83051176}"/>
          </ac:inkMkLst>
        </pc:inkChg>
        <pc:inkChg chg="del mod">
          <ac:chgData name="Dursun Dashdamirov" userId="a8b9d0e1f239c75f" providerId="LiveId" clId="{E297FC27-9774-4AAE-B428-959B432F1B03}" dt="2026-02-23T23:51:19.981" v="533"/>
          <ac:inkMkLst>
            <pc:docMk/>
            <pc:sldMk cId="1165062199" sldId="262"/>
            <ac:inkMk id="106" creationId="{914C2DB2-A261-4C79-8808-30DFE58274C8}"/>
          </ac:inkMkLst>
        </pc:inkChg>
        <pc:inkChg chg="del">
          <ac:chgData name="Dursun Dashdamirov" userId="a8b9d0e1f239c75f" providerId="LiveId" clId="{E297FC27-9774-4AAE-B428-959B432F1B03}" dt="2026-02-23T23:51:19.981" v="534"/>
          <ac:inkMkLst>
            <pc:docMk/>
            <pc:sldMk cId="1165062199" sldId="262"/>
            <ac:inkMk id="108" creationId="{22750957-A9F6-48AF-AA3A-3B87A316AB10}"/>
          </ac:inkMkLst>
        </pc:inkChg>
        <pc:inkChg chg="del mod">
          <ac:chgData name="Dursun Dashdamirov" userId="a8b9d0e1f239c75f" providerId="LiveId" clId="{E297FC27-9774-4AAE-B428-959B432F1B03}" dt="2026-02-23T23:51:19.981" v="535"/>
          <ac:inkMkLst>
            <pc:docMk/>
            <pc:sldMk cId="1165062199" sldId="262"/>
            <ac:inkMk id="109" creationId="{87CDB4C5-BAFD-4339-BC64-45F5366DBBD5}"/>
          </ac:inkMkLst>
        </pc:inkChg>
        <pc:inkChg chg="del">
          <ac:chgData name="Dursun Dashdamirov" userId="a8b9d0e1f239c75f" providerId="LiveId" clId="{E297FC27-9774-4AAE-B428-959B432F1B03}" dt="2026-02-23T23:51:19.981" v="536"/>
          <ac:inkMkLst>
            <pc:docMk/>
            <pc:sldMk cId="1165062199" sldId="262"/>
            <ac:inkMk id="111" creationId="{911FF75A-EC2B-4CB5-B7BA-01298708972A}"/>
          </ac:inkMkLst>
        </pc:inkChg>
        <pc:inkChg chg="del mod">
          <ac:chgData name="Dursun Dashdamirov" userId="a8b9d0e1f239c75f" providerId="LiveId" clId="{E297FC27-9774-4AAE-B428-959B432F1B03}" dt="2026-02-23T23:51:19.981" v="537"/>
          <ac:inkMkLst>
            <pc:docMk/>
            <pc:sldMk cId="1165062199" sldId="262"/>
            <ac:inkMk id="112" creationId="{A48883F4-362E-46F8-9F92-CCA996F818B0}"/>
          </ac:inkMkLst>
        </pc:inkChg>
        <pc:inkChg chg="del mod">
          <ac:chgData name="Dursun Dashdamirov" userId="a8b9d0e1f239c75f" providerId="LiveId" clId="{E297FC27-9774-4AAE-B428-959B432F1B03}" dt="2026-02-23T23:51:19.981" v="539"/>
          <ac:inkMkLst>
            <pc:docMk/>
            <pc:sldMk cId="1165062199" sldId="262"/>
            <ac:inkMk id="114" creationId="{8CA50140-291C-4A01-9C82-7E2CC823A1A1}"/>
          </ac:inkMkLst>
        </pc:inkChg>
        <pc:inkChg chg="del mod">
          <ac:chgData name="Dursun Dashdamirov" userId="a8b9d0e1f239c75f" providerId="LiveId" clId="{E297FC27-9774-4AAE-B428-959B432F1B03}" dt="2026-02-23T23:51:19.981" v="540"/>
          <ac:inkMkLst>
            <pc:docMk/>
            <pc:sldMk cId="1165062199" sldId="262"/>
            <ac:inkMk id="115" creationId="{A020D1CB-4542-46EA-83A1-8742B4C18DE7}"/>
          </ac:inkMkLst>
        </pc:inkChg>
        <pc:inkChg chg="del mod">
          <ac:chgData name="Dursun Dashdamirov" userId="a8b9d0e1f239c75f" providerId="LiveId" clId="{E297FC27-9774-4AAE-B428-959B432F1B03}" dt="2026-02-23T23:51:19.981" v="541"/>
          <ac:inkMkLst>
            <pc:docMk/>
            <pc:sldMk cId="1165062199" sldId="262"/>
            <ac:inkMk id="116" creationId="{B44E265E-E4AF-42BA-951E-A0CD192DA5E5}"/>
          </ac:inkMkLst>
        </pc:inkChg>
        <pc:inkChg chg="del mod">
          <ac:chgData name="Dursun Dashdamirov" userId="a8b9d0e1f239c75f" providerId="LiveId" clId="{E297FC27-9774-4AAE-B428-959B432F1B03}" dt="2026-02-23T23:51:19.981" v="542"/>
          <ac:inkMkLst>
            <pc:docMk/>
            <pc:sldMk cId="1165062199" sldId="262"/>
            <ac:inkMk id="117" creationId="{CC6FF955-A064-4645-8594-421582B12957}"/>
          </ac:inkMkLst>
        </pc:inkChg>
        <pc:inkChg chg="del mod">
          <ac:chgData name="Dursun Dashdamirov" userId="a8b9d0e1f239c75f" providerId="LiveId" clId="{E297FC27-9774-4AAE-B428-959B432F1B03}" dt="2026-02-23T23:51:19.981" v="543"/>
          <ac:inkMkLst>
            <pc:docMk/>
            <pc:sldMk cId="1165062199" sldId="262"/>
            <ac:inkMk id="118" creationId="{D800A328-AECB-42E2-8534-35896A0B9B63}"/>
          </ac:inkMkLst>
        </pc:inkChg>
        <pc:inkChg chg="del mod">
          <ac:chgData name="Dursun Dashdamirov" userId="a8b9d0e1f239c75f" providerId="LiveId" clId="{E297FC27-9774-4AAE-B428-959B432F1B03}" dt="2026-02-23T23:51:19.981" v="544"/>
          <ac:inkMkLst>
            <pc:docMk/>
            <pc:sldMk cId="1165062199" sldId="262"/>
            <ac:inkMk id="119" creationId="{928B5885-8914-4363-8DC5-3B51C887FC6E}"/>
          </ac:inkMkLst>
        </pc:inkChg>
        <pc:inkChg chg="del mod">
          <ac:chgData name="Dursun Dashdamirov" userId="a8b9d0e1f239c75f" providerId="LiveId" clId="{E297FC27-9774-4AAE-B428-959B432F1B03}" dt="2026-02-23T23:51:19.981" v="545"/>
          <ac:inkMkLst>
            <pc:docMk/>
            <pc:sldMk cId="1165062199" sldId="262"/>
            <ac:inkMk id="122" creationId="{13414232-0E3B-4C4B-8514-0B2BA67991C3}"/>
          </ac:inkMkLst>
        </pc:inkChg>
        <pc:inkChg chg="del mod">
          <ac:chgData name="Dursun Dashdamirov" userId="a8b9d0e1f239c75f" providerId="LiveId" clId="{E297FC27-9774-4AAE-B428-959B432F1B03}" dt="2026-02-23T23:51:19.981" v="546"/>
          <ac:inkMkLst>
            <pc:docMk/>
            <pc:sldMk cId="1165062199" sldId="262"/>
            <ac:inkMk id="123" creationId="{8F98B312-08E0-45DD-BB5F-F3E1C4A05A51}"/>
          </ac:inkMkLst>
        </pc:inkChg>
        <pc:inkChg chg="del">
          <ac:chgData name="Dursun Dashdamirov" userId="a8b9d0e1f239c75f" providerId="LiveId" clId="{E297FC27-9774-4AAE-B428-959B432F1B03}" dt="2026-02-23T23:51:19.981" v="547"/>
          <ac:inkMkLst>
            <pc:docMk/>
            <pc:sldMk cId="1165062199" sldId="262"/>
            <ac:inkMk id="125" creationId="{B42BA0FA-98C1-47EC-B537-31A9DA899764}"/>
          </ac:inkMkLst>
        </pc:inkChg>
        <pc:inkChg chg="del mod">
          <ac:chgData name="Dursun Dashdamirov" userId="a8b9d0e1f239c75f" providerId="LiveId" clId="{E297FC27-9774-4AAE-B428-959B432F1B03}" dt="2026-02-23T23:51:19.981" v="548"/>
          <ac:inkMkLst>
            <pc:docMk/>
            <pc:sldMk cId="1165062199" sldId="262"/>
            <ac:inkMk id="127" creationId="{15432D4E-3BF5-4309-B6C4-D91B232B738A}"/>
          </ac:inkMkLst>
        </pc:inkChg>
        <pc:inkChg chg="del">
          <ac:chgData name="Dursun Dashdamirov" userId="a8b9d0e1f239c75f" providerId="LiveId" clId="{E297FC27-9774-4AAE-B428-959B432F1B03}" dt="2026-02-23T23:51:19.981" v="549"/>
          <ac:inkMkLst>
            <pc:docMk/>
            <pc:sldMk cId="1165062199" sldId="262"/>
            <ac:inkMk id="129" creationId="{6FC6DAF9-B55C-479A-88CF-4F77464122D3}"/>
          </ac:inkMkLst>
        </pc:inkChg>
        <pc:inkChg chg="del">
          <ac:chgData name="Dursun Dashdamirov" userId="a8b9d0e1f239c75f" providerId="LiveId" clId="{E297FC27-9774-4AAE-B428-959B432F1B03}" dt="2026-02-23T23:51:19.981" v="550"/>
          <ac:inkMkLst>
            <pc:docMk/>
            <pc:sldMk cId="1165062199" sldId="262"/>
            <ac:inkMk id="130" creationId="{1065C0F9-5516-4B9C-93DB-6399FB1B9335}"/>
          </ac:inkMkLst>
        </pc:inkChg>
        <pc:inkChg chg="del mod">
          <ac:chgData name="Dursun Dashdamirov" userId="a8b9d0e1f239c75f" providerId="LiveId" clId="{E297FC27-9774-4AAE-B428-959B432F1B03}" dt="2026-02-23T23:51:19.981" v="551"/>
          <ac:inkMkLst>
            <pc:docMk/>
            <pc:sldMk cId="1165062199" sldId="262"/>
            <ac:inkMk id="131" creationId="{52AE7269-48D1-4D05-BE3C-E2FDE3A8E802}"/>
          </ac:inkMkLst>
        </pc:inkChg>
        <pc:inkChg chg="del">
          <ac:chgData name="Dursun Dashdamirov" userId="a8b9d0e1f239c75f" providerId="LiveId" clId="{E297FC27-9774-4AAE-B428-959B432F1B03}" dt="2026-02-23T23:51:19.981" v="552"/>
          <ac:inkMkLst>
            <pc:docMk/>
            <pc:sldMk cId="1165062199" sldId="262"/>
            <ac:inkMk id="132" creationId="{E8BB27B1-8710-47F0-B574-B23BE0CD41B2}"/>
          </ac:inkMkLst>
        </pc:inkChg>
        <pc:inkChg chg="del">
          <ac:chgData name="Dursun Dashdamirov" userId="a8b9d0e1f239c75f" providerId="LiveId" clId="{E297FC27-9774-4AAE-B428-959B432F1B03}" dt="2026-02-23T23:51:19.981" v="553"/>
          <ac:inkMkLst>
            <pc:docMk/>
            <pc:sldMk cId="1165062199" sldId="262"/>
            <ac:inkMk id="134" creationId="{D105D34D-12EA-4C6F-A4EA-A96922338301}"/>
          </ac:inkMkLst>
        </pc:inkChg>
        <pc:inkChg chg="del mod">
          <ac:chgData name="Dursun Dashdamirov" userId="a8b9d0e1f239c75f" providerId="LiveId" clId="{E297FC27-9774-4AAE-B428-959B432F1B03}" dt="2026-02-23T23:51:19.981" v="554"/>
          <ac:inkMkLst>
            <pc:docMk/>
            <pc:sldMk cId="1165062199" sldId="262"/>
            <ac:inkMk id="135" creationId="{5065238A-4D27-4A9C-BDAB-90D4AC85820F}"/>
          </ac:inkMkLst>
        </pc:inkChg>
        <pc:inkChg chg="del">
          <ac:chgData name="Dursun Dashdamirov" userId="a8b9d0e1f239c75f" providerId="LiveId" clId="{E297FC27-9774-4AAE-B428-959B432F1B03}" dt="2026-02-23T23:51:19.981" v="555"/>
          <ac:inkMkLst>
            <pc:docMk/>
            <pc:sldMk cId="1165062199" sldId="262"/>
            <ac:inkMk id="137" creationId="{E8D62E6E-F5AE-4FF2-BE54-429423BDFECC}"/>
          </ac:inkMkLst>
        </pc:inkChg>
        <pc:inkChg chg="del mod">
          <ac:chgData name="Dursun Dashdamirov" userId="a8b9d0e1f239c75f" providerId="LiveId" clId="{E297FC27-9774-4AAE-B428-959B432F1B03}" dt="2026-02-23T23:51:19.981" v="556"/>
          <ac:inkMkLst>
            <pc:docMk/>
            <pc:sldMk cId="1165062199" sldId="262"/>
            <ac:inkMk id="138" creationId="{FD81042D-C3F9-41E7-99EA-BF152405BC83}"/>
          </ac:inkMkLst>
        </pc:inkChg>
        <pc:inkChg chg="del mod">
          <ac:chgData name="Dursun Dashdamirov" userId="a8b9d0e1f239c75f" providerId="LiveId" clId="{E297FC27-9774-4AAE-B428-959B432F1B03}" dt="2026-02-23T23:51:19.981" v="557"/>
          <ac:inkMkLst>
            <pc:docMk/>
            <pc:sldMk cId="1165062199" sldId="262"/>
            <ac:inkMk id="140" creationId="{C5017C28-DB13-4CD7-91E3-B2CA4BDBFFA6}"/>
          </ac:inkMkLst>
        </pc:inkChg>
        <pc:inkChg chg="del mod">
          <ac:chgData name="Dursun Dashdamirov" userId="a8b9d0e1f239c75f" providerId="LiveId" clId="{E297FC27-9774-4AAE-B428-959B432F1B03}" dt="2026-02-23T23:51:19.981" v="558"/>
          <ac:inkMkLst>
            <pc:docMk/>
            <pc:sldMk cId="1165062199" sldId="262"/>
            <ac:inkMk id="141" creationId="{7925B10B-4FB3-40F7-AE6E-AE0B12899311}"/>
          </ac:inkMkLst>
        </pc:inkChg>
        <pc:inkChg chg="del mod">
          <ac:chgData name="Dursun Dashdamirov" userId="a8b9d0e1f239c75f" providerId="LiveId" clId="{E297FC27-9774-4AAE-B428-959B432F1B03}" dt="2026-02-23T23:51:19.981" v="559"/>
          <ac:inkMkLst>
            <pc:docMk/>
            <pc:sldMk cId="1165062199" sldId="262"/>
            <ac:inkMk id="142" creationId="{616D4FB9-E30F-4F80-821E-705C73F3BAF8}"/>
          </ac:inkMkLst>
        </pc:inkChg>
        <pc:inkChg chg="del mod">
          <ac:chgData name="Dursun Dashdamirov" userId="a8b9d0e1f239c75f" providerId="LiveId" clId="{E297FC27-9774-4AAE-B428-959B432F1B03}" dt="2026-02-23T23:51:19.981" v="560"/>
          <ac:inkMkLst>
            <pc:docMk/>
            <pc:sldMk cId="1165062199" sldId="262"/>
            <ac:inkMk id="143" creationId="{70BD9ED4-A014-4B8F-AF38-BB88C706BC1B}"/>
          </ac:inkMkLst>
        </pc:inkChg>
        <pc:inkChg chg="del">
          <ac:chgData name="Dursun Dashdamirov" userId="a8b9d0e1f239c75f" providerId="LiveId" clId="{E297FC27-9774-4AAE-B428-959B432F1B03}" dt="2026-02-23T23:51:19.981" v="561"/>
          <ac:inkMkLst>
            <pc:docMk/>
            <pc:sldMk cId="1165062199" sldId="262"/>
            <ac:inkMk id="145" creationId="{38BC7226-8293-4B63-A774-16236422632D}"/>
          </ac:inkMkLst>
        </pc:inkChg>
        <pc:inkChg chg="del mod">
          <ac:chgData name="Dursun Dashdamirov" userId="a8b9d0e1f239c75f" providerId="LiveId" clId="{E297FC27-9774-4AAE-B428-959B432F1B03}" dt="2026-02-23T23:51:19.994" v="562"/>
          <ac:inkMkLst>
            <pc:docMk/>
            <pc:sldMk cId="1165062199" sldId="262"/>
            <ac:inkMk id="146" creationId="{664EAA98-61A9-41C2-B913-9CCE70E99EBB}"/>
          </ac:inkMkLst>
        </pc:inkChg>
        <pc:inkChg chg="del mod">
          <ac:chgData name="Dursun Dashdamirov" userId="a8b9d0e1f239c75f" providerId="LiveId" clId="{E297FC27-9774-4AAE-B428-959B432F1B03}" dt="2026-02-23T23:51:19.994" v="563"/>
          <ac:inkMkLst>
            <pc:docMk/>
            <pc:sldMk cId="1165062199" sldId="262"/>
            <ac:inkMk id="147" creationId="{14CA3A8D-5B04-4529-B771-3F2D337C2A92}"/>
          </ac:inkMkLst>
        </pc:inkChg>
        <pc:inkChg chg="del mod">
          <ac:chgData name="Dursun Dashdamirov" userId="a8b9d0e1f239c75f" providerId="LiveId" clId="{E297FC27-9774-4AAE-B428-959B432F1B03}" dt="2026-02-23T23:51:19.994" v="564"/>
          <ac:inkMkLst>
            <pc:docMk/>
            <pc:sldMk cId="1165062199" sldId="262"/>
            <ac:inkMk id="149" creationId="{6D00E7D8-12AC-4D82-ADA0-3114FCC391A8}"/>
          </ac:inkMkLst>
        </pc:inkChg>
        <pc:inkChg chg="del mod">
          <ac:chgData name="Dursun Dashdamirov" userId="a8b9d0e1f239c75f" providerId="LiveId" clId="{E297FC27-9774-4AAE-B428-959B432F1B03}" dt="2026-02-23T23:51:19.994" v="565"/>
          <ac:inkMkLst>
            <pc:docMk/>
            <pc:sldMk cId="1165062199" sldId="262"/>
            <ac:inkMk id="150" creationId="{2F0B775E-D5A7-449F-9D8C-E0EABE503004}"/>
          </ac:inkMkLst>
        </pc:inkChg>
        <pc:inkChg chg="del">
          <ac:chgData name="Dursun Dashdamirov" userId="a8b9d0e1f239c75f" providerId="LiveId" clId="{E297FC27-9774-4AAE-B428-959B432F1B03}" dt="2026-02-23T23:51:19.978" v="413"/>
          <ac:inkMkLst>
            <pc:docMk/>
            <pc:sldMk cId="1165062199" sldId="262"/>
            <ac:inkMk id="152" creationId="{277913A5-A6E2-44AF-B035-B1BE3A1CE8B4}"/>
          </ac:inkMkLst>
        </pc:inkChg>
        <pc:inkChg chg="del">
          <ac:chgData name="Dursun Dashdamirov" userId="a8b9d0e1f239c75f" providerId="LiveId" clId="{E297FC27-9774-4AAE-B428-959B432F1B03}" dt="2026-02-23T23:51:19.978" v="414"/>
          <ac:inkMkLst>
            <pc:docMk/>
            <pc:sldMk cId="1165062199" sldId="262"/>
            <ac:inkMk id="153" creationId="{2AEAEBF8-B627-4266-8B12-15C8DDB01C18}"/>
          </ac:inkMkLst>
        </pc:inkChg>
        <pc:inkChg chg="del">
          <ac:chgData name="Dursun Dashdamirov" userId="a8b9d0e1f239c75f" providerId="LiveId" clId="{E297FC27-9774-4AAE-B428-959B432F1B03}" dt="2026-02-23T23:51:19.978" v="415"/>
          <ac:inkMkLst>
            <pc:docMk/>
            <pc:sldMk cId="1165062199" sldId="262"/>
            <ac:inkMk id="155" creationId="{07D91671-E265-4441-A4C3-190FB31A9940}"/>
          </ac:inkMkLst>
        </pc:inkChg>
        <pc:inkChg chg="del">
          <ac:chgData name="Dursun Dashdamirov" userId="a8b9d0e1f239c75f" providerId="LiveId" clId="{E297FC27-9774-4AAE-B428-959B432F1B03}" dt="2026-02-23T23:51:19.978" v="416"/>
          <ac:inkMkLst>
            <pc:docMk/>
            <pc:sldMk cId="1165062199" sldId="262"/>
            <ac:inkMk id="157" creationId="{56608DAF-5383-4914-B144-F556FC6E4E8F}"/>
          </ac:inkMkLst>
        </pc:inkChg>
        <pc:inkChg chg="del">
          <ac:chgData name="Dursun Dashdamirov" userId="a8b9d0e1f239c75f" providerId="LiveId" clId="{E297FC27-9774-4AAE-B428-959B432F1B03}" dt="2026-02-23T23:51:19.978" v="417"/>
          <ac:inkMkLst>
            <pc:docMk/>
            <pc:sldMk cId="1165062199" sldId="262"/>
            <ac:inkMk id="159" creationId="{97B5323A-AE90-4413-A05C-4882E5720361}"/>
          </ac:inkMkLst>
        </pc:inkChg>
        <pc:inkChg chg="del">
          <ac:chgData name="Dursun Dashdamirov" userId="a8b9d0e1f239c75f" providerId="LiveId" clId="{E297FC27-9774-4AAE-B428-959B432F1B03}" dt="2026-02-23T23:51:19.978" v="418"/>
          <ac:inkMkLst>
            <pc:docMk/>
            <pc:sldMk cId="1165062199" sldId="262"/>
            <ac:inkMk id="161" creationId="{7D012241-7816-4086-A7EB-BBCB8424E5F4}"/>
          </ac:inkMkLst>
        </pc:inkChg>
        <pc:inkChg chg="del mod">
          <ac:chgData name="Dursun Dashdamirov" userId="a8b9d0e1f239c75f" providerId="LiveId" clId="{E297FC27-9774-4AAE-B428-959B432F1B03}" dt="2026-02-23T23:51:19.978" v="419"/>
          <ac:inkMkLst>
            <pc:docMk/>
            <pc:sldMk cId="1165062199" sldId="262"/>
            <ac:inkMk id="162" creationId="{8218026C-378E-4D35-AAEE-AB6AB33A38C6}"/>
          </ac:inkMkLst>
        </pc:inkChg>
        <pc:inkChg chg="del mod">
          <ac:chgData name="Dursun Dashdamirov" userId="a8b9d0e1f239c75f" providerId="LiveId" clId="{E297FC27-9774-4AAE-B428-959B432F1B03}" dt="2026-02-23T23:51:19.978" v="420"/>
          <ac:inkMkLst>
            <pc:docMk/>
            <pc:sldMk cId="1165062199" sldId="262"/>
            <ac:inkMk id="164" creationId="{2780983E-B862-4025-8E53-320344F8245E}"/>
          </ac:inkMkLst>
        </pc:inkChg>
        <pc:inkChg chg="del mod">
          <ac:chgData name="Dursun Dashdamirov" userId="a8b9d0e1f239c75f" providerId="LiveId" clId="{E297FC27-9774-4AAE-B428-959B432F1B03}" dt="2026-02-23T23:51:19.978" v="421"/>
          <ac:inkMkLst>
            <pc:docMk/>
            <pc:sldMk cId="1165062199" sldId="262"/>
            <ac:inkMk id="166" creationId="{B076CFCB-E410-43CD-AB24-64D21F3E70CC}"/>
          </ac:inkMkLst>
        </pc:inkChg>
        <pc:inkChg chg="del mod">
          <ac:chgData name="Dursun Dashdamirov" userId="a8b9d0e1f239c75f" providerId="LiveId" clId="{E297FC27-9774-4AAE-B428-959B432F1B03}" dt="2026-02-23T23:51:19.978" v="422"/>
          <ac:inkMkLst>
            <pc:docMk/>
            <pc:sldMk cId="1165062199" sldId="262"/>
            <ac:inkMk id="168" creationId="{6CEE3721-BB2E-4E09-802F-443FD969222B}"/>
          </ac:inkMkLst>
        </pc:inkChg>
        <pc:inkChg chg="del">
          <ac:chgData name="Dursun Dashdamirov" userId="a8b9d0e1f239c75f" providerId="LiveId" clId="{E297FC27-9774-4AAE-B428-959B432F1B03}" dt="2026-02-23T23:51:19.978" v="423"/>
          <ac:inkMkLst>
            <pc:docMk/>
            <pc:sldMk cId="1165062199" sldId="262"/>
            <ac:inkMk id="170" creationId="{691E969C-4EA3-4747-AA4D-FDDF5C351589}"/>
          </ac:inkMkLst>
        </pc:inkChg>
        <pc:inkChg chg="del">
          <ac:chgData name="Dursun Dashdamirov" userId="a8b9d0e1f239c75f" providerId="LiveId" clId="{E297FC27-9774-4AAE-B428-959B432F1B03}" dt="2026-02-23T23:51:19.978" v="424"/>
          <ac:inkMkLst>
            <pc:docMk/>
            <pc:sldMk cId="1165062199" sldId="262"/>
            <ac:inkMk id="171" creationId="{0F287EE6-5ABF-468E-BE81-9F9C8C1FE3FD}"/>
          </ac:inkMkLst>
        </pc:inkChg>
        <pc:inkChg chg="del">
          <ac:chgData name="Dursun Dashdamirov" userId="a8b9d0e1f239c75f" providerId="LiveId" clId="{E297FC27-9774-4AAE-B428-959B432F1B03}" dt="2026-02-23T23:51:19.978" v="425"/>
          <ac:inkMkLst>
            <pc:docMk/>
            <pc:sldMk cId="1165062199" sldId="262"/>
            <ac:inkMk id="173" creationId="{D1B7278C-BF6D-42D4-B479-035C53D1F805}"/>
          </ac:inkMkLst>
        </pc:inkChg>
        <pc:inkChg chg="del">
          <ac:chgData name="Dursun Dashdamirov" userId="a8b9d0e1f239c75f" providerId="LiveId" clId="{E297FC27-9774-4AAE-B428-959B432F1B03}" dt="2026-02-23T23:51:19.978" v="426"/>
          <ac:inkMkLst>
            <pc:docMk/>
            <pc:sldMk cId="1165062199" sldId="262"/>
            <ac:inkMk id="174" creationId="{7F4E81AD-628C-412D-9201-C2C4283C562A}"/>
          </ac:inkMkLst>
        </pc:inkChg>
        <pc:inkChg chg="del mod">
          <ac:chgData name="Dursun Dashdamirov" userId="a8b9d0e1f239c75f" providerId="LiveId" clId="{E297FC27-9774-4AAE-B428-959B432F1B03}" dt="2026-02-23T23:51:19.978" v="429"/>
          <ac:inkMkLst>
            <pc:docMk/>
            <pc:sldMk cId="1165062199" sldId="262"/>
            <ac:inkMk id="178" creationId="{C63BD703-4E42-4177-AE40-7A2884A150AA}"/>
          </ac:inkMkLst>
        </pc:inkChg>
        <pc:inkChg chg="del mod">
          <ac:chgData name="Dursun Dashdamirov" userId="a8b9d0e1f239c75f" providerId="LiveId" clId="{E297FC27-9774-4AAE-B428-959B432F1B03}" dt="2026-02-23T23:51:19.981" v="433"/>
          <ac:inkMkLst>
            <pc:docMk/>
            <pc:sldMk cId="1165062199" sldId="262"/>
            <ac:inkMk id="182" creationId="{23C05E94-FCCD-45C7-B0A8-26900964ADE3}"/>
          </ac:inkMkLst>
        </pc:inkChg>
        <pc:inkChg chg="del mod">
          <ac:chgData name="Dursun Dashdamirov" userId="a8b9d0e1f239c75f" providerId="LiveId" clId="{E297FC27-9774-4AAE-B428-959B432F1B03}" dt="2026-02-23T23:51:19.981" v="440"/>
          <ac:inkMkLst>
            <pc:docMk/>
            <pc:sldMk cId="1165062199" sldId="262"/>
            <ac:inkMk id="187" creationId="{0FFA6C40-EF39-49A0-B5E6-233F2E55AB87}"/>
          </ac:inkMkLst>
        </pc:inkChg>
        <pc:inkChg chg="del mod">
          <ac:chgData name="Dursun Dashdamirov" userId="a8b9d0e1f239c75f" providerId="LiveId" clId="{E297FC27-9774-4AAE-B428-959B432F1B03}" dt="2026-02-23T23:51:19.981" v="442"/>
          <ac:inkMkLst>
            <pc:docMk/>
            <pc:sldMk cId="1165062199" sldId="262"/>
            <ac:inkMk id="188" creationId="{BDC415CF-A126-45A0-A976-EF4BCC6DAFC7}"/>
          </ac:inkMkLst>
        </pc:inkChg>
        <pc:inkChg chg="del mod">
          <ac:chgData name="Dursun Dashdamirov" userId="a8b9d0e1f239c75f" providerId="LiveId" clId="{E297FC27-9774-4AAE-B428-959B432F1B03}" dt="2026-02-23T23:51:19.981" v="444"/>
          <ac:inkMkLst>
            <pc:docMk/>
            <pc:sldMk cId="1165062199" sldId="262"/>
            <ac:inkMk id="189" creationId="{17C84A5D-AB81-4FB1-B7CD-66AA03F0C32B}"/>
          </ac:inkMkLst>
        </pc:inkChg>
        <pc:inkChg chg="del mod">
          <ac:chgData name="Dursun Dashdamirov" userId="a8b9d0e1f239c75f" providerId="LiveId" clId="{E297FC27-9774-4AAE-B428-959B432F1B03}" dt="2026-02-23T23:51:19.981" v="448"/>
          <ac:inkMkLst>
            <pc:docMk/>
            <pc:sldMk cId="1165062199" sldId="262"/>
            <ac:inkMk id="191" creationId="{77B61AB5-E454-4AA0-B4C7-24975166972B}"/>
          </ac:inkMkLst>
        </pc:inkChg>
        <pc:inkChg chg="del mod">
          <ac:chgData name="Dursun Dashdamirov" userId="a8b9d0e1f239c75f" providerId="LiveId" clId="{E297FC27-9774-4AAE-B428-959B432F1B03}" dt="2026-02-23T23:51:19.981" v="449"/>
          <ac:inkMkLst>
            <pc:docMk/>
            <pc:sldMk cId="1165062199" sldId="262"/>
            <ac:inkMk id="192" creationId="{1245A8A7-B6F7-4A6A-A69E-F1F81B45CCEC}"/>
          </ac:inkMkLst>
        </pc:inkChg>
        <pc:inkChg chg="del mod">
          <ac:chgData name="Dursun Dashdamirov" userId="a8b9d0e1f239c75f" providerId="LiveId" clId="{E297FC27-9774-4AAE-B428-959B432F1B03}" dt="2026-02-23T23:51:19.981" v="451"/>
          <ac:inkMkLst>
            <pc:docMk/>
            <pc:sldMk cId="1165062199" sldId="262"/>
            <ac:inkMk id="193" creationId="{AAE323CE-6380-4F27-9F35-CFF8C32D5DEC}"/>
          </ac:inkMkLst>
        </pc:inkChg>
        <pc:inkChg chg="del mod">
          <ac:chgData name="Dursun Dashdamirov" userId="a8b9d0e1f239c75f" providerId="LiveId" clId="{E297FC27-9774-4AAE-B428-959B432F1B03}" dt="2026-02-23T23:51:19.981" v="455"/>
          <ac:inkMkLst>
            <pc:docMk/>
            <pc:sldMk cId="1165062199" sldId="262"/>
            <ac:inkMk id="195" creationId="{BF57EB50-9E9C-4A54-986A-5EB621D1DDA7}"/>
          </ac:inkMkLst>
        </pc:inkChg>
        <pc:inkChg chg="del mod">
          <ac:chgData name="Dursun Dashdamirov" userId="a8b9d0e1f239c75f" providerId="LiveId" clId="{E297FC27-9774-4AAE-B428-959B432F1B03}" dt="2026-02-23T23:51:19.981" v="457"/>
          <ac:inkMkLst>
            <pc:docMk/>
            <pc:sldMk cId="1165062199" sldId="262"/>
            <ac:inkMk id="196" creationId="{63EF3D12-F218-413F-9DD9-BCD17F09072A}"/>
          </ac:inkMkLst>
        </pc:inkChg>
        <pc:inkChg chg="del mod">
          <ac:chgData name="Dursun Dashdamirov" userId="a8b9d0e1f239c75f" providerId="LiveId" clId="{E297FC27-9774-4AAE-B428-959B432F1B03}" dt="2026-02-23T23:51:19.981" v="458"/>
          <ac:inkMkLst>
            <pc:docMk/>
            <pc:sldMk cId="1165062199" sldId="262"/>
            <ac:inkMk id="197" creationId="{E34EFC6F-1401-414B-809C-7DBC13651B13}"/>
          </ac:inkMkLst>
        </pc:inkChg>
        <pc:inkChg chg="mod">
          <ac:chgData name="Dursun Dashdamirov" userId="a8b9d0e1f239c75f" providerId="LiveId" clId="{E297FC27-9774-4AAE-B428-959B432F1B03}" dt="2026-02-23T23:51:19.981" v="458"/>
          <ac:inkMkLst>
            <pc:docMk/>
            <pc:sldMk cId="1165062199" sldId="262"/>
            <ac:inkMk id="199" creationId="{26D4DF2E-3CB8-4358-A220-57BAB3983989}"/>
          </ac:inkMkLst>
        </pc:inkChg>
        <pc:inkChg chg="mod">
          <ac:chgData name="Dursun Dashdamirov" userId="a8b9d0e1f239c75f" providerId="LiveId" clId="{E297FC27-9774-4AAE-B428-959B432F1B03}" dt="2026-02-23T23:51:19.981" v="458"/>
          <ac:inkMkLst>
            <pc:docMk/>
            <pc:sldMk cId="1165062199" sldId="262"/>
            <ac:inkMk id="202" creationId="{77A07519-23EB-4B35-AF84-199765CF31AA}"/>
          </ac:inkMkLst>
        </pc:inkChg>
        <pc:inkChg chg="mod">
          <ac:chgData name="Dursun Dashdamirov" userId="a8b9d0e1f239c75f" providerId="LiveId" clId="{E297FC27-9774-4AAE-B428-959B432F1B03}" dt="2026-02-23T23:51:19.981" v="458"/>
          <ac:inkMkLst>
            <pc:docMk/>
            <pc:sldMk cId="1165062199" sldId="262"/>
            <ac:inkMk id="203" creationId="{761244D8-3BA1-4ABA-B49D-F58C7832DC4F}"/>
          </ac:inkMkLst>
        </pc:inkChg>
        <pc:inkChg chg="del mod">
          <ac:chgData name="Dursun Dashdamirov" userId="a8b9d0e1f239c75f" providerId="LiveId" clId="{E297FC27-9774-4AAE-B428-959B432F1B03}" dt="2026-02-23T23:51:19.981" v="469"/>
          <ac:inkMkLst>
            <pc:docMk/>
            <pc:sldMk cId="1165062199" sldId="262"/>
            <ac:inkMk id="204" creationId="{26FE63B0-528F-400D-AD1C-55A8F743AB32}"/>
          </ac:inkMkLst>
        </pc:inkChg>
        <pc:inkChg chg="del mod">
          <ac:chgData name="Dursun Dashdamirov" userId="a8b9d0e1f239c75f" providerId="LiveId" clId="{E297FC27-9774-4AAE-B428-959B432F1B03}" dt="2026-02-23T23:51:19.981" v="471"/>
          <ac:inkMkLst>
            <pc:docMk/>
            <pc:sldMk cId="1165062199" sldId="262"/>
            <ac:inkMk id="205" creationId="{7BD649C8-30C1-49CA-BA02-B57FCB6CC396}"/>
          </ac:inkMkLst>
        </pc:inkChg>
        <pc:inkChg chg="del mod">
          <ac:chgData name="Dursun Dashdamirov" userId="a8b9d0e1f239c75f" providerId="LiveId" clId="{E297FC27-9774-4AAE-B428-959B432F1B03}" dt="2026-02-23T23:51:19.981" v="475"/>
          <ac:inkMkLst>
            <pc:docMk/>
            <pc:sldMk cId="1165062199" sldId="262"/>
            <ac:inkMk id="207" creationId="{71584FB9-2998-4787-9F01-FE28E9EC9EC6}"/>
          </ac:inkMkLst>
        </pc:inkChg>
        <pc:inkChg chg="del mod">
          <ac:chgData name="Dursun Dashdamirov" userId="a8b9d0e1f239c75f" providerId="LiveId" clId="{E297FC27-9774-4AAE-B428-959B432F1B03}" dt="2026-02-23T23:51:19.981" v="477"/>
          <ac:inkMkLst>
            <pc:docMk/>
            <pc:sldMk cId="1165062199" sldId="262"/>
            <ac:inkMk id="208" creationId="{8046F6F1-1CA7-49F8-9D88-2A6DE2F94877}"/>
          </ac:inkMkLst>
        </pc:inkChg>
        <pc:inkChg chg="del mod">
          <ac:chgData name="Dursun Dashdamirov" userId="a8b9d0e1f239c75f" providerId="LiveId" clId="{E297FC27-9774-4AAE-B428-959B432F1B03}" dt="2026-02-23T23:51:19.981" v="479"/>
          <ac:inkMkLst>
            <pc:docMk/>
            <pc:sldMk cId="1165062199" sldId="262"/>
            <ac:inkMk id="209" creationId="{00447BFA-DA26-44B6-BC4C-02D558D61496}"/>
          </ac:inkMkLst>
        </pc:inkChg>
        <pc:inkChg chg="del mod">
          <ac:chgData name="Dursun Dashdamirov" userId="a8b9d0e1f239c75f" providerId="LiveId" clId="{E297FC27-9774-4AAE-B428-959B432F1B03}" dt="2026-02-23T23:51:19.981" v="481"/>
          <ac:inkMkLst>
            <pc:docMk/>
            <pc:sldMk cId="1165062199" sldId="262"/>
            <ac:inkMk id="210" creationId="{E11304B8-CE86-49B5-9ADB-D0EE01C6A4CE}"/>
          </ac:inkMkLst>
        </pc:inkChg>
        <pc:inkChg chg="del mod">
          <ac:chgData name="Dursun Dashdamirov" userId="a8b9d0e1f239c75f" providerId="LiveId" clId="{E297FC27-9774-4AAE-B428-959B432F1B03}" dt="2026-02-23T23:51:19.981" v="482"/>
          <ac:inkMkLst>
            <pc:docMk/>
            <pc:sldMk cId="1165062199" sldId="262"/>
            <ac:inkMk id="211" creationId="{4CA9ED91-CEC8-48FB-B9F7-6D1D548F6C70}"/>
          </ac:inkMkLst>
        </pc:inkChg>
        <pc:inkChg chg="del mod">
          <ac:chgData name="Dursun Dashdamirov" userId="a8b9d0e1f239c75f" providerId="LiveId" clId="{E297FC27-9774-4AAE-B428-959B432F1B03}" dt="2026-02-23T23:51:19.981" v="483"/>
          <ac:inkMkLst>
            <pc:docMk/>
            <pc:sldMk cId="1165062199" sldId="262"/>
            <ac:inkMk id="212" creationId="{EB66E2A2-DC09-4509-AE0F-11F07E1B0837}"/>
          </ac:inkMkLst>
        </pc:inkChg>
        <pc:inkChg chg="del mod">
          <ac:chgData name="Dursun Dashdamirov" userId="a8b9d0e1f239c75f" providerId="LiveId" clId="{E297FC27-9774-4AAE-B428-959B432F1B03}" dt="2026-02-23T23:51:19.981" v="485"/>
          <ac:inkMkLst>
            <pc:docMk/>
            <pc:sldMk cId="1165062199" sldId="262"/>
            <ac:inkMk id="213" creationId="{86116B41-55F9-4ABB-9B9E-08F714818EE8}"/>
          </ac:inkMkLst>
        </pc:inkChg>
        <pc:inkChg chg="del mod">
          <ac:chgData name="Dursun Dashdamirov" userId="a8b9d0e1f239c75f" providerId="LiveId" clId="{E297FC27-9774-4AAE-B428-959B432F1B03}" dt="2026-02-23T23:51:19.981" v="487"/>
          <ac:inkMkLst>
            <pc:docMk/>
            <pc:sldMk cId="1165062199" sldId="262"/>
            <ac:inkMk id="214" creationId="{8855CDAA-8135-4959-9775-8075B1D7E6F6}"/>
          </ac:inkMkLst>
        </pc:inkChg>
        <pc:inkChg chg="del mod">
          <ac:chgData name="Dursun Dashdamirov" userId="a8b9d0e1f239c75f" providerId="LiveId" clId="{E297FC27-9774-4AAE-B428-959B432F1B03}" dt="2026-02-23T23:51:19.981" v="490"/>
          <ac:inkMkLst>
            <pc:docMk/>
            <pc:sldMk cId="1165062199" sldId="262"/>
            <ac:inkMk id="216" creationId="{B81C30DB-11D0-4A83-9981-7B1ED78D9D52}"/>
          </ac:inkMkLst>
        </pc:inkChg>
        <pc:inkChg chg="del mod">
          <ac:chgData name="Dursun Dashdamirov" userId="a8b9d0e1f239c75f" providerId="LiveId" clId="{E297FC27-9774-4AAE-B428-959B432F1B03}" dt="2026-02-23T23:51:19.981" v="492"/>
          <ac:inkMkLst>
            <pc:docMk/>
            <pc:sldMk cId="1165062199" sldId="262"/>
            <ac:inkMk id="217" creationId="{D8CD7CEB-9DA6-49F9-A348-A025E3D97AE0}"/>
          </ac:inkMkLst>
        </pc:inkChg>
        <pc:inkChg chg="del">
          <ac:chgData name="Dursun Dashdamirov" userId="a8b9d0e1f239c75f" providerId="LiveId" clId="{E297FC27-9774-4AAE-B428-959B432F1B03}" dt="2026-02-23T23:51:19.981" v="493"/>
          <ac:inkMkLst>
            <pc:docMk/>
            <pc:sldMk cId="1165062199" sldId="262"/>
            <ac:inkMk id="219" creationId="{0DAF0BD9-3B21-46EA-B7E0-ED146982A2F6}"/>
          </ac:inkMkLst>
        </pc:inkChg>
        <pc:inkChg chg="del mod">
          <ac:chgData name="Dursun Dashdamirov" userId="a8b9d0e1f239c75f" providerId="LiveId" clId="{E297FC27-9774-4AAE-B428-959B432F1B03}" dt="2026-02-23T23:51:19.981" v="495"/>
          <ac:inkMkLst>
            <pc:docMk/>
            <pc:sldMk cId="1165062199" sldId="262"/>
            <ac:inkMk id="220" creationId="{F131A5CE-9F68-4D99-9C98-3F0BA2955131}"/>
          </ac:inkMkLst>
        </pc:inkChg>
        <pc:inkChg chg="del mod">
          <ac:chgData name="Dursun Dashdamirov" userId="a8b9d0e1f239c75f" providerId="LiveId" clId="{E297FC27-9774-4AAE-B428-959B432F1B03}" dt="2026-02-23T23:51:19.981" v="496"/>
          <ac:inkMkLst>
            <pc:docMk/>
            <pc:sldMk cId="1165062199" sldId="262"/>
            <ac:inkMk id="221" creationId="{E40CFC3F-2F68-479A-88EA-57919BCBBE00}"/>
          </ac:inkMkLst>
        </pc:inkChg>
        <pc:inkChg chg="del">
          <ac:chgData name="Dursun Dashdamirov" userId="a8b9d0e1f239c75f" providerId="LiveId" clId="{E297FC27-9774-4AAE-B428-959B432F1B03}" dt="2026-02-23T23:51:19.981" v="499"/>
          <ac:inkMkLst>
            <pc:docMk/>
            <pc:sldMk cId="1165062199" sldId="262"/>
            <ac:inkMk id="223" creationId="{D6C84F7E-F77F-4717-8C2C-1B791D719AAC}"/>
          </ac:inkMkLst>
        </pc:inkChg>
        <pc:inkChg chg="del mod">
          <ac:chgData name="Dursun Dashdamirov" userId="a8b9d0e1f239c75f" providerId="LiveId" clId="{E297FC27-9774-4AAE-B428-959B432F1B03}" dt="2026-02-23T23:51:19.981" v="501"/>
          <ac:inkMkLst>
            <pc:docMk/>
            <pc:sldMk cId="1165062199" sldId="262"/>
            <ac:inkMk id="224" creationId="{38154995-58D5-4C64-9F93-72DF11359E04}"/>
          </ac:inkMkLst>
        </pc:inkChg>
        <pc:inkChg chg="del mod">
          <ac:chgData name="Dursun Dashdamirov" userId="a8b9d0e1f239c75f" providerId="LiveId" clId="{E297FC27-9774-4AAE-B428-959B432F1B03}" dt="2026-02-23T23:51:19.981" v="503"/>
          <ac:inkMkLst>
            <pc:docMk/>
            <pc:sldMk cId="1165062199" sldId="262"/>
            <ac:inkMk id="226" creationId="{44BD67B7-EF26-4C9C-914A-3C9CC744135B}"/>
          </ac:inkMkLst>
        </pc:inkChg>
        <pc:inkChg chg="del mod">
          <ac:chgData name="Dursun Dashdamirov" userId="a8b9d0e1f239c75f" providerId="LiveId" clId="{E297FC27-9774-4AAE-B428-959B432F1B03}" dt="2026-02-23T23:51:19.981" v="505"/>
          <ac:inkMkLst>
            <pc:docMk/>
            <pc:sldMk cId="1165062199" sldId="262"/>
            <ac:inkMk id="227" creationId="{BBF65591-ECF4-4A6A-A643-A84680DB46D8}"/>
          </ac:inkMkLst>
        </pc:inkChg>
        <pc:inkChg chg="del mod">
          <ac:chgData name="Dursun Dashdamirov" userId="a8b9d0e1f239c75f" providerId="LiveId" clId="{E297FC27-9774-4AAE-B428-959B432F1B03}" dt="2026-02-23T23:51:19.981" v="507"/>
          <ac:inkMkLst>
            <pc:docMk/>
            <pc:sldMk cId="1165062199" sldId="262"/>
            <ac:inkMk id="228" creationId="{1BA466CD-71D3-4613-BD37-537D05B4EC05}"/>
          </ac:inkMkLst>
        </pc:inkChg>
        <pc:inkChg chg="del mod">
          <ac:chgData name="Dursun Dashdamirov" userId="a8b9d0e1f239c75f" providerId="LiveId" clId="{E297FC27-9774-4AAE-B428-959B432F1B03}" dt="2026-02-23T23:51:19.981" v="508"/>
          <ac:inkMkLst>
            <pc:docMk/>
            <pc:sldMk cId="1165062199" sldId="262"/>
            <ac:inkMk id="229" creationId="{E5739C8C-57CF-40C6-9F8A-D75AE5CFF12D}"/>
          </ac:inkMkLst>
        </pc:inkChg>
        <pc:inkChg chg="del">
          <ac:chgData name="Dursun Dashdamirov" userId="a8b9d0e1f239c75f" providerId="LiveId" clId="{E297FC27-9774-4AAE-B428-959B432F1B03}" dt="2026-02-23T23:51:19.981" v="511"/>
          <ac:inkMkLst>
            <pc:docMk/>
            <pc:sldMk cId="1165062199" sldId="262"/>
            <ac:inkMk id="232" creationId="{4EFD8969-4B9A-4F27-B950-9292BB3BE502}"/>
          </ac:inkMkLst>
        </pc:inkChg>
      </pc:sldChg>
      <pc:sldChg chg="delSp modSp">
        <pc:chgData name="Dursun Dashdamirov" userId="a8b9d0e1f239c75f" providerId="LiveId" clId="{E297FC27-9774-4AAE-B428-959B432F1B03}" dt="2026-02-23T23:50:36.427" v="412"/>
        <pc:sldMkLst>
          <pc:docMk/>
          <pc:sldMk cId="624314071" sldId="263"/>
        </pc:sldMkLst>
        <pc:grpChg chg="del mod">
          <ac:chgData name="Dursun Dashdamirov" userId="a8b9d0e1f239c75f" providerId="LiveId" clId="{E297FC27-9774-4AAE-B428-959B432F1B03}" dt="2026-02-23T23:50:36.427" v="402"/>
          <ac:grpSpMkLst>
            <pc:docMk/>
            <pc:sldMk cId="624314071" sldId="263"/>
            <ac:grpSpMk id="23" creationId="{0B2BD1E1-9317-4371-B10C-23244EA36F66}"/>
          </ac:grpSpMkLst>
        </pc:grpChg>
        <pc:inkChg chg="del">
          <ac:chgData name="Dursun Dashdamirov" userId="a8b9d0e1f239c75f" providerId="LiveId" clId="{E297FC27-9774-4AAE-B428-959B432F1B03}" dt="2026-02-23T23:50:36.427" v="403"/>
          <ac:inkMkLst>
            <pc:docMk/>
            <pc:sldMk cId="624314071" sldId="263"/>
            <ac:inkMk id="14" creationId="{A040093E-BCD2-4C53-B0D3-9023A1CF0191}"/>
          </ac:inkMkLst>
        </pc:inkChg>
        <pc:inkChg chg="del">
          <ac:chgData name="Dursun Dashdamirov" userId="a8b9d0e1f239c75f" providerId="LiveId" clId="{E297FC27-9774-4AAE-B428-959B432F1B03}" dt="2026-02-23T23:50:36.427" v="405"/>
          <ac:inkMkLst>
            <pc:docMk/>
            <pc:sldMk cId="624314071" sldId="263"/>
            <ac:inkMk id="15" creationId="{3008C1DC-4CDD-44FE-A155-10558F20CAA2}"/>
          </ac:inkMkLst>
        </pc:inkChg>
        <pc:inkChg chg="del">
          <ac:chgData name="Dursun Dashdamirov" userId="a8b9d0e1f239c75f" providerId="LiveId" clId="{E297FC27-9774-4AAE-B428-959B432F1B03}" dt="2026-02-23T23:50:36.427" v="406"/>
          <ac:inkMkLst>
            <pc:docMk/>
            <pc:sldMk cId="624314071" sldId="263"/>
            <ac:inkMk id="16" creationId="{E1EF82EA-2E17-4A2D-A067-2C6724D062A4}"/>
          </ac:inkMkLst>
        </pc:inkChg>
        <pc:inkChg chg="del">
          <ac:chgData name="Dursun Dashdamirov" userId="a8b9d0e1f239c75f" providerId="LiveId" clId="{E297FC27-9774-4AAE-B428-959B432F1B03}" dt="2026-02-23T23:50:36.427" v="408"/>
          <ac:inkMkLst>
            <pc:docMk/>
            <pc:sldMk cId="624314071" sldId="263"/>
            <ac:inkMk id="17" creationId="{87A0F35F-CD98-4CA3-8BE7-1B652B10F2A5}"/>
          </ac:inkMkLst>
        </pc:inkChg>
        <pc:inkChg chg="del">
          <ac:chgData name="Dursun Dashdamirov" userId="a8b9d0e1f239c75f" providerId="LiveId" clId="{E297FC27-9774-4AAE-B428-959B432F1B03}" dt="2026-02-23T23:50:36.427" v="410"/>
          <ac:inkMkLst>
            <pc:docMk/>
            <pc:sldMk cId="624314071" sldId="263"/>
            <ac:inkMk id="18" creationId="{84AEDF52-DD51-4466-87D7-E5F11A3A8E1D}"/>
          </ac:inkMkLst>
        </pc:inkChg>
        <pc:inkChg chg="del">
          <ac:chgData name="Dursun Dashdamirov" userId="a8b9d0e1f239c75f" providerId="LiveId" clId="{E297FC27-9774-4AAE-B428-959B432F1B03}" dt="2026-02-23T23:50:36.427" v="411"/>
          <ac:inkMkLst>
            <pc:docMk/>
            <pc:sldMk cId="624314071" sldId="263"/>
            <ac:inkMk id="19" creationId="{917C70F4-23FF-4F10-80AD-7707C1B3DEC3}"/>
          </ac:inkMkLst>
        </pc:inkChg>
        <pc:inkChg chg="del">
          <ac:chgData name="Dursun Dashdamirov" userId="a8b9d0e1f239c75f" providerId="LiveId" clId="{E297FC27-9774-4AAE-B428-959B432F1B03}" dt="2026-02-23T23:50:36.427" v="412"/>
          <ac:inkMkLst>
            <pc:docMk/>
            <pc:sldMk cId="624314071" sldId="263"/>
            <ac:inkMk id="20" creationId="{65FB76BC-818F-4C18-9EEC-34E417EB67A7}"/>
          </ac:inkMkLst>
        </pc:inkChg>
        <pc:inkChg chg="del">
          <ac:chgData name="Dursun Dashdamirov" userId="a8b9d0e1f239c75f" providerId="LiveId" clId="{E297FC27-9774-4AAE-B428-959B432F1B03}" dt="2026-02-23T23:50:36.427" v="402"/>
          <ac:inkMkLst>
            <pc:docMk/>
            <pc:sldMk cId="624314071" sldId="263"/>
            <ac:inkMk id="21" creationId="{9C7C90BE-1292-4F97-985D-25A21F77C417}"/>
          </ac:inkMkLst>
        </pc:inkChg>
        <pc:inkChg chg="del mod">
          <ac:chgData name="Dursun Dashdamirov" userId="a8b9d0e1f239c75f" providerId="LiveId" clId="{E297FC27-9774-4AAE-B428-959B432F1B03}" dt="2026-02-23T23:50:36.427" v="404"/>
          <ac:inkMkLst>
            <pc:docMk/>
            <pc:sldMk cId="624314071" sldId="263"/>
            <ac:inkMk id="22" creationId="{38447914-8B79-4D87-BA68-B272A9129E31}"/>
          </ac:inkMkLst>
        </pc:inkChg>
        <pc:inkChg chg="del">
          <ac:chgData name="Dursun Dashdamirov" userId="a8b9d0e1f239c75f" providerId="LiveId" clId="{E297FC27-9774-4AAE-B428-959B432F1B03}" dt="2026-02-23T23:50:36.427" v="407"/>
          <ac:inkMkLst>
            <pc:docMk/>
            <pc:sldMk cId="624314071" sldId="263"/>
            <ac:inkMk id="24" creationId="{2462FA0E-BC58-461C-8462-7EB6792B96D1}"/>
          </ac:inkMkLst>
        </pc:inkChg>
        <pc:inkChg chg="del">
          <ac:chgData name="Dursun Dashdamirov" userId="a8b9d0e1f239c75f" providerId="LiveId" clId="{E297FC27-9774-4AAE-B428-959B432F1B03}" dt="2026-02-23T23:50:36.427" v="409"/>
          <ac:inkMkLst>
            <pc:docMk/>
            <pc:sldMk cId="624314071" sldId="263"/>
            <ac:inkMk id="25" creationId="{9B08AE95-4414-4C4F-9BEC-DD5287C09E96}"/>
          </ac:inkMkLst>
        </pc:inkChg>
      </pc:sldChg>
      <pc:sldChg chg="addSp delSp modSp">
        <pc:chgData name="Dursun Dashdamirov" userId="a8b9d0e1f239c75f" providerId="LiveId" clId="{E297FC27-9774-4AAE-B428-959B432F1B03}" dt="2026-02-23T23:51:33.838" v="604"/>
        <pc:sldMkLst>
          <pc:docMk/>
          <pc:sldMk cId="2047753527" sldId="264"/>
        </pc:sldMkLst>
        <pc:grpChg chg="del mod">
          <ac:chgData name="Dursun Dashdamirov" userId="a8b9d0e1f239c75f" providerId="LiveId" clId="{E297FC27-9774-4AAE-B428-959B432F1B03}" dt="2026-02-23T23:51:33.838" v="604"/>
          <ac:grpSpMkLst>
            <pc:docMk/>
            <pc:sldMk cId="2047753527" sldId="264"/>
            <ac:grpSpMk id="2052" creationId="{091DFDEE-589C-4952-9C3E-80F475A6A807}"/>
          </ac:grpSpMkLst>
        </pc:grpChg>
        <pc:inkChg chg="mod">
          <ac:chgData name="Dursun Dashdamirov" userId="a8b9d0e1f239c75f" providerId="LiveId" clId="{E297FC27-9774-4AAE-B428-959B432F1B03}" dt="2026-02-23T23:51:33.838" v="604"/>
          <ac:inkMkLst>
            <pc:docMk/>
            <pc:sldMk cId="2047753527" sldId="264"/>
            <ac:inkMk id="2" creationId="{0512050A-6D55-0CCA-55BE-62C5C050C3AC}"/>
          </ac:inkMkLst>
        </pc:inkChg>
        <pc:inkChg chg="mod">
          <ac:chgData name="Dursun Dashdamirov" userId="a8b9d0e1f239c75f" providerId="LiveId" clId="{E297FC27-9774-4AAE-B428-959B432F1B03}" dt="2026-02-23T23:51:33.836" v="584"/>
          <ac:inkMkLst>
            <pc:docMk/>
            <pc:sldMk cId="2047753527" sldId="264"/>
            <ac:inkMk id="21" creationId="{BD43D061-6E32-4163-A9AE-55D50276C9B0}"/>
          </ac:inkMkLst>
        </pc:inkChg>
        <pc:inkChg chg="del mod">
          <ac:chgData name="Dursun Dashdamirov" userId="a8b9d0e1f239c75f" providerId="LiveId" clId="{E297FC27-9774-4AAE-B428-959B432F1B03}" dt="2026-02-23T23:51:33.836" v="586"/>
          <ac:inkMkLst>
            <pc:docMk/>
            <pc:sldMk cId="2047753527" sldId="264"/>
            <ac:inkMk id="23" creationId="{B866169F-D673-48DF-8C9F-FF501CFD73D2}"/>
          </ac:inkMkLst>
        </pc:inkChg>
        <pc:inkChg chg="del mod">
          <ac:chgData name="Dursun Dashdamirov" userId="a8b9d0e1f239c75f" providerId="LiveId" clId="{E297FC27-9774-4AAE-B428-959B432F1B03}" dt="2026-02-23T23:51:33.836" v="587"/>
          <ac:inkMkLst>
            <pc:docMk/>
            <pc:sldMk cId="2047753527" sldId="264"/>
            <ac:inkMk id="24" creationId="{B8B1E39A-F215-4471-9C45-A41AD12E34D8}"/>
          </ac:inkMkLst>
        </pc:inkChg>
        <pc:inkChg chg="mod">
          <ac:chgData name="Dursun Dashdamirov" userId="a8b9d0e1f239c75f" providerId="LiveId" clId="{E297FC27-9774-4AAE-B428-959B432F1B03}" dt="2026-02-23T23:51:33.836" v="584"/>
          <ac:inkMkLst>
            <pc:docMk/>
            <pc:sldMk cId="2047753527" sldId="264"/>
            <ac:inkMk id="26" creationId="{BCE50B95-D2FD-4025-8D61-4142D2BA36B2}"/>
          </ac:inkMkLst>
        </pc:inkChg>
        <pc:inkChg chg="del mod">
          <ac:chgData name="Dursun Dashdamirov" userId="a8b9d0e1f239c75f" providerId="LiveId" clId="{E297FC27-9774-4AAE-B428-959B432F1B03}" dt="2026-02-23T23:51:33.836" v="590"/>
          <ac:inkMkLst>
            <pc:docMk/>
            <pc:sldMk cId="2047753527" sldId="264"/>
            <ac:inkMk id="27" creationId="{88F624E9-38A2-4602-9574-DA37F1C66998}"/>
          </ac:inkMkLst>
        </pc:inkChg>
        <pc:inkChg chg="del mod">
          <ac:chgData name="Dursun Dashdamirov" userId="a8b9d0e1f239c75f" providerId="LiveId" clId="{E297FC27-9774-4AAE-B428-959B432F1B03}" dt="2026-02-23T23:51:33.836" v="592"/>
          <ac:inkMkLst>
            <pc:docMk/>
            <pc:sldMk cId="2047753527" sldId="264"/>
            <ac:inkMk id="29" creationId="{4F21C4E4-021D-4860-8DFA-07BD6525B7F7}"/>
          </ac:inkMkLst>
        </pc:inkChg>
        <pc:inkChg chg="del mod">
          <ac:chgData name="Dursun Dashdamirov" userId="a8b9d0e1f239c75f" providerId="LiveId" clId="{E297FC27-9774-4AAE-B428-959B432F1B03}" dt="2026-02-23T23:51:33.838" v="595"/>
          <ac:inkMkLst>
            <pc:docMk/>
            <pc:sldMk cId="2047753527" sldId="264"/>
            <ac:inkMk id="31" creationId="{02D3F21F-11CD-43CA-AC1B-E36CF55E0FC4}"/>
          </ac:inkMkLst>
        </pc:inkChg>
        <pc:inkChg chg="del mod">
          <ac:chgData name="Dursun Dashdamirov" userId="a8b9d0e1f239c75f" providerId="LiveId" clId="{E297FC27-9774-4AAE-B428-959B432F1B03}" dt="2026-02-23T23:51:33.838" v="596"/>
          <ac:inkMkLst>
            <pc:docMk/>
            <pc:sldMk cId="2047753527" sldId="264"/>
            <ac:inkMk id="32" creationId="{934790E6-9AC4-45BB-99CB-7F994E6D295F}"/>
          </ac:inkMkLst>
        </pc:inkChg>
        <pc:inkChg chg="del mod">
          <ac:chgData name="Dursun Dashdamirov" userId="a8b9d0e1f239c75f" providerId="LiveId" clId="{E297FC27-9774-4AAE-B428-959B432F1B03}" dt="2026-02-23T23:51:33.838" v="597"/>
          <ac:inkMkLst>
            <pc:docMk/>
            <pc:sldMk cId="2047753527" sldId="264"/>
            <ac:inkMk id="34" creationId="{DD95504E-7E54-4B60-9C66-F5C9CF698AD7}"/>
          </ac:inkMkLst>
        </pc:inkChg>
        <pc:inkChg chg="del mod">
          <ac:chgData name="Dursun Dashdamirov" userId="a8b9d0e1f239c75f" providerId="LiveId" clId="{E297FC27-9774-4AAE-B428-959B432F1B03}" dt="2026-02-23T23:51:33.838" v="598"/>
          <ac:inkMkLst>
            <pc:docMk/>
            <pc:sldMk cId="2047753527" sldId="264"/>
            <ac:inkMk id="35" creationId="{5277D803-58E1-45AC-8EFC-CFBDA41FAEB9}"/>
          </ac:inkMkLst>
        </pc:inkChg>
        <pc:inkChg chg="del mod">
          <ac:chgData name="Dursun Dashdamirov" userId="a8b9d0e1f239c75f" providerId="LiveId" clId="{E297FC27-9774-4AAE-B428-959B432F1B03}" dt="2026-02-23T23:51:33.838" v="599"/>
          <ac:inkMkLst>
            <pc:docMk/>
            <pc:sldMk cId="2047753527" sldId="264"/>
            <ac:inkMk id="36" creationId="{9A2BE43F-9227-4727-974F-3B8407202C01}"/>
          </ac:inkMkLst>
        </pc:inkChg>
        <pc:inkChg chg="del mod">
          <ac:chgData name="Dursun Dashdamirov" userId="a8b9d0e1f239c75f" providerId="LiveId" clId="{E297FC27-9774-4AAE-B428-959B432F1B03}" dt="2026-02-23T23:51:33.838" v="600"/>
          <ac:inkMkLst>
            <pc:docMk/>
            <pc:sldMk cId="2047753527" sldId="264"/>
            <ac:inkMk id="37" creationId="{044FA8DE-C923-4A5B-99A8-219F5925E443}"/>
          </ac:inkMkLst>
        </pc:inkChg>
        <pc:inkChg chg="del mod">
          <ac:chgData name="Dursun Dashdamirov" userId="a8b9d0e1f239c75f" providerId="LiveId" clId="{E297FC27-9774-4AAE-B428-959B432F1B03}" dt="2026-02-23T23:51:33.838" v="601"/>
          <ac:inkMkLst>
            <pc:docMk/>
            <pc:sldMk cId="2047753527" sldId="264"/>
            <ac:inkMk id="38" creationId="{ED074DCA-345E-4B23-808F-CBFB190C6EAF}"/>
          </ac:inkMkLst>
        </pc:inkChg>
        <pc:inkChg chg="del mod">
          <ac:chgData name="Dursun Dashdamirov" userId="a8b9d0e1f239c75f" providerId="LiveId" clId="{E297FC27-9774-4AAE-B428-959B432F1B03}" dt="2026-02-23T23:51:33.838" v="602"/>
          <ac:inkMkLst>
            <pc:docMk/>
            <pc:sldMk cId="2047753527" sldId="264"/>
            <ac:inkMk id="39" creationId="{5B90F237-34E3-48AB-B863-D36E696DE20D}"/>
          </ac:inkMkLst>
        </pc:inkChg>
        <pc:inkChg chg="del mod">
          <ac:chgData name="Dursun Dashdamirov" userId="a8b9d0e1f239c75f" providerId="LiveId" clId="{E297FC27-9774-4AAE-B428-959B432F1B03}" dt="2026-02-23T23:51:33.838" v="603"/>
          <ac:inkMkLst>
            <pc:docMk/>
            <pc:sldMk cId="2047753527" sldId="264"/>
            <ac:inkMk id="40" creationId="{DFC4B23A-F210-4CF0-9604-EAD0ED9DEF93}"/>
          </ac:inkMkLst>
        </pc:inkChg>
        <pc:inkChg chg="del mod">
          <ac:chgData name="Dursun Dashdamirov" userId="a8b9d0e1f239c75f" providerId="LiveId" clId="{E297FC27-9774-4AAE-B428-959B432F1B03}" dt="2026-02-23T23:51:33.838" v="604"/>
          <ac:inkMkLst>
            <pc:docMk/>
            <pc:sldMk cId="2047753527" sldId="264"/>
            <ac:inkMk id="41" creationId="{AB30D579-061F-446B-BEDE-555442BA4B97}"/>
          </ac:inkMkLst>
        </pc:inkChg>
        <pc:inkChg chg="del mod">
          <ac:chgData name="Dursun Dashdamirov" userId="a8b9d0e1f239c75f" providerId="LiveId" clId="{E297FC27-9774-4AAE-B428-959B432F1B03}" dt="2026-02-23T23:51:33.834" v="569"/>
          <ac:inkMkLst>
            <pc:docMk/>
            <pc:sldMk cId="2047753527" sldId="264"/>
            <ac:inkMk id="48" creationId="{54E5DD5A-6FFC-435F-B3B6-39A5A360BC2B}"/>
          </ac:inkMkLst>
        </pc:inkChg>
        <pc:inkChg chg="del">
          <ac:chgData name="Dursun Dashdamirov" userId="a8b9d0e1f239c75f" providerId="LiveId" clId="{E297FC27-9774-4AAE-B428-959B432F1B03}" dt="2026-02-23T23:51:33.836" v="577"/>
          <ac:inkMkLst>
            <pc:docMk/>
            <pc:sldMk cId="2047753527" sldId="264"/>
            <ac:inkMk id="58" creationId="{7C65DE23-586F-439E-809E-1B9E14F6C7CE}"/>
          </ac:inkMkLst>
        </pc:inkChg>
        <pc:inkChg chg="del mod">
          <ac:chgData name="Dursun Dashdamirov" userId="a8b9d0e1f239c75f" providerId="LiveId" clId="{E297FC27-9774-4AAE-B428-959B432F1B03}" dt="2026-02-23T23:51:33.836" v="578"/>
          <ac:inkMkLst>
            <pc:docMk/>
            <pc:sldMk cId="2047753527" sldId="264"/>
            <ac:inkMk id="59" creationId="{B5125D58-3433-4E05-B6A7-441B7170DB6E}"/>
          </ac:inkMkLst>
        </pc:inkChg>
        <pc:inkChg chg="del mod">
          <ac:chgData name="Dursun Dashdamirov" userId="a8b9d0e1f239c75f" providerId="LiveId" clId="{E297FC27-9774-4AAE-B428-959B432F1B03}" dt="2026-02-23T23:51:33.836" v="580"/>
          <ac:inkMkLst>
            <pc:docMk/>
            <pc:sldMk cId="2047753527" sldId="264"/>
            <ac:inkMk id="60" creationId="{B5E255D6-13EC-4D6C-96E8-75BE58E2E9D6}"/>
          </ac:inkMkLst>
        </pc:inkChg>
        <pc:inkChg chg="del mod">
          <ac:chgData name="Dursun Dashdamirov" userId="a8b9d0e1f239c75f" providerId="LiveId" clId="{E297FC27-9774-4AAE-B428-959B432F1B03}" dt="2026-02-23T23:51:33.836" v="582"/>
          <ac:inkMkLst>
            <pc:docMk/>
            <pc:sldMk cId="2047753527" sldId="264"/>
            <ac:inkMk id="62" creationId="{30065DDF-E425-41C7-A79F-3A68CC393821}"/>
          </ac:inkMkLst>
        </pc:inkChg>
        <pc:inkChg chg="del mod">
          <ac:chgData name="Dursun Dashdamirov" userId="a8b9d0e1f239c75f" providerId="LiveId" clId="{E297FC27-9774-4AAE-B428-959B432F1B03}" dt="2026-02-23T23:51:33.836" v="589"/>
          <ac:inkMkLst>
            <pc:docMk/>
            <pc:sldMk cId="2047753527" sldId="264"/>
            <ac:inkMk id="2048" creationId="{90520A17-1BB4-4A32-9BED-041336EE6C63}"/>
          </ac:inkMkLst>
        </pc:inkChg>
        <pc:inkChg chg="del mod">
          <ac:chgData name="Dursun Dashdamirov" userId="a8b9d0e1f239c75f" providerId="LiveId" clId="{E297FC27-9774-4AAE-B428-959B432F1B03}" dt="2026-02-23T23:51:33.836" v="591"/>
          <ac:inkMkLst>
            <pc:docMk/>
            <pc:sldMk cId="2047753527" sldId="264"/>
            <ac:inkMk id="2049" creationId="{C9149ACB-7A10-4360-BB85-E5C347F9AC39}"/>
          </ac:inkMkLst>
        </pc:inkChg>
        <pc:inkChg chg="del mod">
          <ac:chgData name="Dursun Dashdamirov" userId="a8b9d0e1f239c75f" providerId="LiveId" clId="{E297FC27-9774-4AAE-B428-959B432F1B03}" dt="2026-02-23T23:51:33.836" v="593"/>
          <ac:inkMkLst>
            <pc:docMk/>
            <pc:sldMk cId="2047753527" sldId="264"/>
            <ac:inkMk id="2051" creationId="{78EFE971-3B70-41CC-B9A7-AE32772653D6}"/>
          </ac:inkMkLst>
        </pc:inkChg>
      </pc:sldChg>
      <pc:sldChg chg="addSp delSp modSp">
        <pc:chgData name="Dursun Dashdamirov" userId="a8b9d0e1f239c75f" providerId="LiveId" clId="{E297FC27-9774-4AAE-B428-959B432F1B03}" dt="2026-02-23T23:51:49.727" v="676"/>
        <pc:sldMkLst>
          <pc:docMk/>
          <pc:sldMk cId="147416635" sldId="265"/>
        </pc:sldMkLst>
        <pc:grpChg chg="del mod">
          <ac:chgData name="Dursun Dashdamirov" userId="a8b9d0e1f239c75f" providerId="LiveId" clId="{E297FC27-9774-4AAE-B428-959B432F1B03}" dt="2026-02-23T23:51:49.727" v="611"/>
          <ac:grpSpMkLst>
            <pc:docMk/>
            <pc:sldMk cId="147416635" sldId="265"/>
            <ac:grpSpMk id="20" creationId="{07031811-F814-4618-935C-6CEE63082AD5}"/>
          </ac:grpSpMkLst>
        </pc:grpChg>
        <pc:grpChg chg="del mod">
          <ac:chgData name="Dursun Dashdamirov" userId="a8b9d0e1f239c75f" providerId="LiveId" clId="{E297FC27-9774-4AAE-B428-959B432F1B03}" dt="2026-02-23T23:51:49.727" v="607"/>
          <ac:grpSpMkLst>
            <pc:docMk/>
            <pc:sldMk cId="147416635" sldId="265"/>
            <ac:grpSpMk id="21" creationId="{27689EAC-6FB9-4C1D-85F8-2C93C13D21D9}"/>
          </ac:grpSpMkLst>
        </pc:grpChg>
        <pc:grpChg chg="del mod">
          <ac:chgData name="Dursun Dashdamirov" userId="a8b9d0e1f239c75f" providerId="LiveId" clId="{E297FC27-9774-4AAE-B428-959B432F1B03}" dt="2026-02-23T23:51:49.727" v="631"/>
          <ac:grpSpMkLst>
            <pc:docMk/>
            <pc:sldMk cId="147416635" sldId="265"/>
            <ac:grpSpMk id="31" creationId="{FDBCD674-4BC7-4155-B3D6-F90B29FA0DB9}"/>
          </ac:grpSpMkLst>
        </pc:grpChg>
        <pc:grpChg chg="del mod">
          <ac:chgData name="Dursun Dashdamirov" userId="a8b9d0e1f239c75f" providerId="LiveId" clId="{E297FC27-9774-4AAE-B428-959B432F1B03}" dt="2026-02-23T23:51:49.727" v="622"/>
          <ac:grpSpMkLst>
            <pc:docMk/>
            <pc:sldMk cId="147416635" sldId="265"/>
            <ac:grpSpMk id="32" creationId="{FF27592B-C6E4-4F74-809B-10BD7C2B8A90}"/>
          </ac:grpSpMkLst>
        </pc:grpChg>
        <pc:grpChg chg="del mod">
          <ac:chgData name="Dursun Dashdamirov" userId="a8b9d0e1f239c75f" providerId="LiveId" clId="{E297FC27-9774-4AAE-B428-959B432F1B03}" dt="2026-02-23T23:51:49.727" v="664"/>
          <ac:grpSpMkLst>
            <pc:docMk/>
            <pc:sldMk cId="147416635" sldId="265"/>
            <ac:grpSpMk id="58" creationId="{F5879AB9-9351-4F83-B183-2B3ED2754F78}"/>
          </ac:grpSpMkLst>
        </pc:grpChg>
        <pc:grpChg chg="del mod">
          <ac:chgData name="Dursun Dashdamirov" userId="a8b9d0e1f239c75f" providerId="LiveId" clId="{E297FC27-9774-4AAE-B428-959B432F1B03}" dt="2026-02-23T23:51:49.727" v="668"/>
          <ac:grpSpMkLst>
            <pc:docMk/>
            <pc:sldMk cId="147416635" sldId="265"/>
            <ac:grpSpMk id="61" creationId="{1A70DD5A-FE32-488B-BC51-6620E564ADBB}"/>
          </ac:grpSpMkLst>
        </pc:grpChg>
        <pc:grpChg chg="del mod">
          <ac:chgData name="Dursun Dashdamirov" userId="a8b9d0e1f239c75f" providerId="LiveId" clId="{E297FC27-9774-4AAE-B428-959B432F1B03}" dt="2026-02-23T23:51:49.727" v="671"/>
          <ac:grpSpMkLst>
            <pc:docMk/>
            <pc:sldMk cId="147416635" sldId="265"/>
            <ac:grpSpMk id="5120" creationId="{75452BDD-6378-4698-825C-E45124E3773D}"/>
          </ac:grpSpMkLst>
        </pc:grpChg>
        <pc:grpChg chg="del mod">
          <ac:chgData name="Dursun Dashdamirov" userId="a8b9d0e1f239c75f" providerId="LiveId" clId="{E297FC27-9774-4AAE-B428-959B432F1B03}" dt="2026-02-23T23:51:49.727" v="605"/>
          <ac:grpSpMkLst>
            <pc:docMk/>
            <pc:sldMk cId="147416635" sldId="265"/>
            <ac:grpSpMk id="5124" creationId="{EC64585C-8028-43C6-AD4F-A4EC56DD4CA1}"/>
          </ac:grpSpMkLst>
        </pc:grpChg>
        <pc:grpChg chg="del mod">
          <ac:chgData name="Dursun Dashdamirov" userId="a8b9d0e1f239c75f" providerId="LiveId" clId="{E297FC27-9774-4AAE-B428-959B432F1B03}" dt="2026-02-23T23:51:49.727" v="615"/>
          <ac:grpSpMkLst>
            <pc:docMk/>
            <pc:sldMk cId="147416635" sldId="265"/>
            <ac:grpSpMk id="5133" creationId="{684C1B2C-64A5-4A9D-9359-80788205B0B4}"/>
          </ac:grpSpMkLst>
        </pc:grpChg>
        <pc:grpChg chg="del mod">
          <ac:chgData name="Dursun Dashdamirov" userId="a8b9d0e1f239c75f" providerId="LiveId" clId="{E297FC27-9774-4AAE-B428-959B432F1B03}" dt="2026-02-23T23:51:49.727" v="658"/>
          <ac:grpSpMkLst>
            <pc:docMk/>
            <pc:sldMk cId="147416635" sldId="265"/>
            <ac:grpSpMk id="5168" creationId="{548A32B1-1585-42A5-AFF3-CE77FA740AD0}"/>
          </ac:grpSpMkLst>
        </pc:grpChg>
        <pc:grpChg chg="mod">
          <ac:chgData name="Dursun Dashdamirov" userId="a8b9d0e1f239c75f" providerId="LiveId" clId="{E297FC27-9774-4AAE-B428-959B432F1B03}" dt="2026-02-23T23:51:49.727" v="669"/>
          <ac:grpSpMkLst>
            <pc:docMk/>
            <pc:sldMk cId="147416635" sldId="265"/>
            <ac:grpSpMk id="5175" creationId="{1222DE73-9063-4860-9026-6F71050FC9EF}"/>
          </ac:grpSpMkLst>
        </pc:grpChg>
        <pc:grpChg chg="del mod">
          <ac:chgData name="Dursun Dashdamirov" userId="a8b9d0e1f239c75f" providerId="LiveId" clId="{E297FC27-9774-4AAE-B428-959B432F1B03}" dt="2026-02-23T23:51:49.727" v="654"/>
          <ac:grpSpMkLst>
            <pc:docMk/>
            <pc:sldMk cId="147416635" sldId="265"/>
            <ac:grpSpMk id="5178" creationId="{957E60FA-ACCE-4466-A352-EBF7B34BCC1A}"/>
          </ac:grpSpMkLst>
        </pc:grpChg>
        <pc:grpChg chg="del mod">
          <ac:chgData name="Dursun Dashdamirov" userId="a8b9d0e1f239c75f" providerId="LiveId" clId="{E297FC27-9774-4AAE-B428-959B432F1B03}" dt="2026-02-23T23:51:49.727" v="674"/>
          <ac:grpSpMkLst>
            <pc:docMk/>
            <pc:sldMk cId="147416635" sldId="265"/>
            <ac:grpSpMk id="5180" creationId="{8F4DCAAB-4886-48DE-90A2-B8C82EBD173B}"/>
          </ac:grpSpMkLst>
        </pc:grpChg>
        <pc:grpChg chg="del mod">
          <ac:chgData name="Dursun Dashdamirov" userId="a8b9d0e1f239c75f" providerId="LiveId" clId="{E297FC27-9774-4AAE-B428-959B432F1B03}" dt="2026-02-23T23:51:49.727" v="675"/>
          <ac:grpSpMkLst>
            <pc:docMk/>
            <pc:sldMk cId="147416635" sldId="265"/>
            <ac:grpSpMk id="5183" creationId="{CE9ECFC0-617A-4E44-9B06-9FE0010AE17D}"/>
          </ac:grpSpMkLst>
        </pc:grpChg>
        <pc:inkChg chg="add">
          <ac:chgData name="Dursun Dashdamirov" userId="a8b9d0e1f239c75f" providerId="LiveId" clId="{E297FC27-9774-4AAE-B428-959B432F1B03}" dt="2026-02-23T23:51:49.727" v="635"/>
          <ac:inkMkLst>
            <pc:docMk/>
            <pc:sldMk cId="147416635" sldId="265"/>
            <ac:inkMk id="2" creationId="{56FBFAFA-E593-0E69-D94E-6E7C142BC642}"/>
          </ac:inkMkLst>
        </pc:inkChg>
        <pc:inkChg chg="add mod">
          <ac:chgData name="Dursun Dashdamirov" userId="a8b9d0e1f239c75f" providerId="LiveId" clId="{E297FC27-9774-4AAE-B428-959B432F1B03}" dt="2026-02-23T23:51:49.727" v="674"/>
          <ac:inkMkLst>
            <pc:docMk/>
            <pc:sldMk cId="147416635" sldId="265"/>
            <ac:inkMk id="3" creationId="{C8FB2616-A7E2-08EE-3258-95921CBBDD09}"/>
          </ac:inkMkLst>
        </pc:inkChg>
        <pc:inkChg chg="add">
          <ac:chgData name="Dursun Dashdamirov" userId="a8b9d0e1f239c75f" providerId="LiveId" clId="{E297FC27-9774-4AAE-B428-959B432F1B03}" dt="2026-02-23T23:51:49.727" v="650"/>
          <ac:inkMkLst>
            <pc:docMk/>
            <pc:sldMk cId="147416635" sldId="265"/>
            <ac:inkMk id="4" creationId="{2510C264-F953-73CB-885D-4CF78CB08A4A}"/>
          </ac:inkMkLst>
        </pc:inkChg>
        <pc:inkChg chg="add">
          <ac:chgData name="Dursun Dashdamirov" userId="a8b9d0e1f239c75f" providerId="LiveId" clId="{E297FC27-9774-4AAE-B428-959B432F1B03}" dt="2026-02-23T23:51:49.727" v="651"/>
          <ac:inkMkLst>
            <pc:docMk/>
            <pc:sldMk cId="147416635" sldId="265"/>
            <ac:inkMk id="5" creationId="{579BD9B5-37C5-D619-4981-6A60C064D035}"/>
          </ac:inkMkLst>
        </pc:inkChg>
        <pc:inkChg chg="add mod">
          <ac:chgData name="Dursun Dashdamirov" userId="a8b9d0e1f239c75f" providerId="LiveId" clId="{E297FC27-9774-4AAE-B428-959B432F1B03}" dt="2026-02-23T23:51:49.727" v="669"/>
          <ac:inkMkLst>
            <pc:docMk/>
            <pc:sldMk cId="147416635" sldId="265"/>
            <ac:inkMk id="10" creationId="{29EC98C0-35C0-5FBC-13B5-CC5646F03B2D}"/>
          </ac:inkMkLst>
        </pc:inkChg>
        <pc:inkChg chg="del">
          <ac:chgData name="Dursun Dashdamirov" userId="a8b9d0e1f239c75f" providerId="LiveId" clId="{E297FC27-9774-4AAE-B428-959B432F1B03}" dt="2026-02-23T23:51:49.727" v="607"/>
          <ac:inkMkLst>
            <pc:docMk/>
            <pc:sldMk cId="147416635" sldId="265"/>
            <ac:inkMk id="12" creationId="{78846571-DE76-4617-9EF9-9985D94AA640}"/>
          </ac:inkMkLst>
        </pc:inkChg>
        <pc:inkChg chg="del mod">
          <ac:chgData name="Dursun Dashdamirov" userId="a8b9d0e1f239c75f" providerId="LiveId" clId="{E297FC27-9774-4AAE-B428-959B432F1B03}" dt="2026-02-23T23:51:49.727" v="610"/>
          <ac:inkMkLst>
            <pc:docMk/>
            <pc:sldMk cId="147416635" sldId="265"/>
            <ac:inkMk id="14" creationId="{A27C3132-EE4E-433A-A960-6E2FBB8539E1}"/>
          </ac:inkMkLst>
        </pc:inkChg>
        <pc:inkChg chg="del">
          <ac:chgData name="Dursun Dashdamirov" userId="a8b9d0e1f239c75f" providerId="LiveId" clId="{E297FC27-9774-4AAE-B428-959B432F1B03}" dt="2026-02-23T23:51:49.727" v="611"/>
          <ac:inkMkLst>
            <pc:docMk/>
            <pc:sldMk cId="147416635" sldId="265"/>
            <ac:inkMk id="15" creationId="{3D4F3CD4-65D4-4412-9A58-CBE90EF9DBBC}"/>
          </ac:inkMkLst>
        </pc:inkChg>
        <pc:inkChg chg="del mod">
          <ac:chgData name="Dursun Dashdamirov" userId="a8b9d0e1f239c75f" providerId="LiveId" clId="{E297FC27-9774-4AAE-B428-959B432F1B03}" dt="2026-02-23T23:51:49.727" v="612"/>
          <ac:inkMkLst>
            <pc:docMk/>
            <pc:sldMk cId="147416635" sldId="265"/>
            <ac:inkMk id="16" creationId="{1FBBAF2F-9ED8-4B08-9828-25EC5418F08F}"/>
          </ac:inkMkLst>
        </pc:inkChg>
        <pc:inkChg chg="del">
          <ac:chgData name="Dursun Dashdamirov" userId="a8b9d0e1f239c75f" providerId="LiveId" clId="{E297FC27-9774-4AAE-B428-959B432F1B03}" dt="2026-02-23T23:51:49.727" v="613"/>
          <ac:inkMkLst>
            <pc:docMk/>
            <pc:sldMk cId="147416635" sldId="265"/>
            <ac:inkMk id="17" creationId="{B0DEA1E7-BA1E-4BA1-9284-233588959251}"/>
          </ac:inkMkLst>
        </pc:inkChg>
        <pc:inkChg chg="del mod">
          <ac:chgData name="Dursun Dashdamirov" userId="a8b9d0e1f239c75f" providerId="LiveId" clId="{E297FC27-9774-4AAE-B428-959B432F1B03}" dt="2026-02-23T23:51:49.727" v="614"/>
          <ac:inkMkLst>
            <pc:docMk/>
            <pc:sldMk cId="147416635" sldId="265"/>
            <ac:inkMk id="18" creationId="{3237E0E7-8102-4AEC-A5AB-32DA8666758A}"/>
          </ac:inkMkLst>
        </pc:inkChg>
        <pc:inkChg chg="del mod">
          <ac:chgData name="Dursun Dashdamirov" userId="a8b9d0e1f239c75f" providerId="LiveId" clId="{E297FC27-9774-4AAE-B428-959B432F1B03}" dt="2026-02-23T23:51:49.727" v="618"/>
          <ac:inkMkLst>
            <pc:docMk/>
            <pc:sldMk cId="147416635" sldId="265"/>
            <ac:inkMk id="22" creationId="{827A863F-3AB1-4963-A7EF-D8834E71B776}"/>
          </ac:inkMkLst>
        </pc:inkChg>
        <pc:inkChg chg="del mod">
          <ac:chgData name="Dursun Dashdamirov" userId="a8b9d0e1f239c75f" providerId="LiveId" clId="{E297FC27-9774-4AAE-B428-959B432F1B03}" dt="2026-02-23T23:51:49.727" v="620"/>
          <ac:inkMkLst>
            <pc:docMk/>
            <pc:sldMk cId="147416635" sldId="265"/>
            <ac:inkMk id="23" creationId="{00EED9B4-2481-4A6F-959B-D70727FF7CFF}"/>
          </ac:inkMkLst>
        </pc:inkChg>
        <pc:inkChg chg="del mod">
          <ac:chgData name="Dursun Dashdamirov" userId="a8b9d0e1f239c75f" providerId="LiveId" clId="{E297FC27-9774-4AAE-B428-959B432F1B03}" dt="2026-02-23T23:51:49.727" v="622"/>
          <ac:inkMkLst>
            <pc:docMk/>
            <pc:sldMk cId="147416635" sldId="265"/>
            <ac:inkMk id="24" creationId="{BB0D12BB-8C63-4B2C-BAEC-71902942AF02}"/>
          </ac:inkMkLst>
        </pc:inkChg>
        <pc:inkChg chg="del mod">
          <ac:chgData name="Dursun Dashdamirov" userId="a8b9d0e1f239c75f" providerId="LiveId" clId="{E297FC27-9774-4AAE-B428-959B432F1B03}" dt="2026-02-23T23:51:49.727" v="624"/>
          <ac:inkMkLst>
            <pc:docMk/>
            <pc:sldMk cId="147416635" sldId="265"/>
            <ac:inkMk id="25" creationId="{F841033C-3F2C-4D4A-9B78-0E2B4D01867D}"/>
          </ac:inkMkLst>
        </pc:inkChg>
        <pc:inkChg chg="del">
          <ac:chgData name="Dursun Dashdamirov" userId="a8b9d0e1f239c75f" providerId="LiveId" clId="{E297FC27-9774-4AAE-B428-959B432F1B03}" dt="2026-02-23T23:51:49.727" v="626"/>
          <ac:inkMkLst>
            <pc:docMk/>
            <pc:sldMk cId="147416635" sldId="265"/>
            <ac:inkMk id="26" creationId="{EEED78ED-D90D-4440-BECA-771D68AB3819}"/>
          </ac:inkMkLst>
        </pc:inkChg>
        <pc:inkChg chg="del mod">
          <ac:chgData name="Dursun Dashdamirov" userId="a8b9d0e1f239c75f" providerId="LiveId" clId="{E297FC27-9774-4AAE-B428-959B432F1B03}" dt="2026-02-23T23:51:49.727" v="628"/>
          <ac:inkMkLst>
            <pc:docMk/>
            <pc:sldMk cId="147416635" sldId="265"/>
            <ac:inkMk id="27" creationId="{43BCF072-DF6F-424F-A566-3BEC6852A98F}"/>
          </ac:inkMkLst>
        </pc:inkChg>
        <pc:inkChg chg="del mod">
          <ac:chgData name="Dursun Dashdamirov" userId="a8b9d0e1f239c75f" providerId="LiveId" clId="{E297FC27-9774-4AAE-B428-959B432F1B03}" dt="2026-02-23T23:51:49.727" v="629"/>
          <ac:inkMkLst>
            <pc:docMk/>
            <pc:sldMk cId="147416635" sldId="265"/>
            <ac:inkMk id="28" creationId="{E1903994-CCC8-45F7-906B-E22C142BBB48}"/>
          </ac:inkMkLst>
        </pc:inkChg>
        <pc:inkChg chg="del mod">
          <ac:chgData name="Dursun Dashdamirov" userId="a8b9d0e1f239c75f" providerId="LiveId" clId="{E297FC27-9774-4AAE-B428-959B432F1B03}" dt="2026-02-23T23:51:49.727" v="631"/>
          <ac:inkMkLst>
            <pc:docMk/>
            <pc:sldMk cId="147416635" sldId="265"/>
            <ac:inkMk id="29" creationId="{E2293BC3-A5EE-48FC-8776-059C9DB167B9}"/>
          </ac:inkMkLst>
        </pc:inkChg>
        <pc:inkChg chg="del mod">
          <ac:chgData name="Dursun Dashdamirov" userId="a8b9d0e1f239c75f" providerId="LiveId" clId="{E297FC27-9774-4AAE-B428-959B432F1B03}" dt="2026-02-23T23:51:49.727" v="633"/>
          <ac:inkMkLst>
            <pc:docMk/>
            <pc:sldMk cId="147416635" sldId="265"/>
            <ac:inkMk id="30" creationId="{D828BCEF-F08F-4754-B37F-D5727A6F7CAE}"/>
          </ac:inkMkLst>
        </pc:inkChg>
        <pc:inkChg chg="del">
          <ac:chgData name="Dursun Dashdamirov" userId="a8b9d0e1f239c75f" providerId="LiveId" clId="{E297FC27-9774-4AAE-B428-959B432F1B03}" dt="2026-02-23T23:51:49.727" v="637"/>
          <ac:inkMkLst>
            <pc:docMk/>
            <pc:sldMk cId="147416635" sldId="265"/>
            <ac:inkMk id="33" creationId="{CA36B0C5-8CEF-49A6-8EB9-0F4F72A2C7FE}"/>
          </ac:inkMkLst>
        </pc:inkChg>
        <pc:inkChg chg="del">
          <ac:chgData name="Dursun Dashdamirov" userId="a8b9d0e1f239c75f" providerId="LiveId" clId="{E297FC27-9774-4AAE-B428-959B432F1B03}" dt="2026-02-23T23:51:49.727" v="639"/>
          <ac:inkMkLst>
            <pc:docMk/>
            <pc:sldMk cId="147416635" sldId="265"/>
            <ac:inkMk id="34" creationId="{75C439ED-62CB-4798-9D57-96483B00EF15}"/>
          </ac:inkMkLst>
        </pc:inkChg>
        <pc:inkChg chg="del">
          <ac:chgData name="Dursun Dashdamirov" userId="a8b9d0e1f239c75f" providerId="LiveId" clId="{E297FC27-9774-4AAE-B428-959B432F1B03}" dt="2026-02-23T23:51:49.727" v="640"/>
          <ac:inkMkLst>
            <pc:docMk/>
            <pc:sldMk cId="147416635" sldId="265"/>
            <ac:inkMk id="35" creationId="{16769325-5623-4373-AF06-6ADC73BD51E7}"/>
          </ac:inkMkLst>
        </pc:inkChg>
        <pc:inkChg chg="del">
          <ac:chgData name="Dursun Dashdamirov" userId="a8b9d0e1f239c75f" providerId="LiveId" clId="{E297FC27-9774-4AAE-B428-959B432F1B03}" dt="2026-02-23T23:51:49.727" v="642"/>
          <ac:inkMkLst>
            <pc:docMk/>
            <pc:sldMk cId="147416635" sldId="265"/>
            <ac:inkMk id="37" creationId="{B6285030-03C8-4AE9-9793-63DF9CDFC93F}"/>
          </ac:inkMkLst>
        </pc:inkChg>
        <pc:inkChg chg="del">
          <ac:chgData name="Dursun Dashdamirov" userId="a8b9d0e1f239c75f" providerId="LiveId" clId="{E297FC27-9774-4AAE-B428-959B432F1B03}" dt="2026-02-23T23:51:49.727" v="644"/>
          <ac:inkMkLst>
            <pc:docMk/>
            <pc:sldMk cId="147416635" sldId="265"/>
            <ac:inkMk id="38" creationId="{A96188E9-4148-4562-98FC-7022AC4B6647}"/>
          </ac:inkMkLst>
        </pc:inkChg>
        <pc:inkChg chg="del">
          <ac:chgData name="Dursun Dashdamirov" userId="a8b9d0e1f239c75f" providerId="LiveId" clId="{E297FC27-9774-4AAE-B428-959B432F1B03}" dt="2026-02-23T23:51:49.727" v="647"/>
          <ac:inkMkLst>
            <pc:docMk/>
            <pc:sldMk cId="147416635" sldId="265"/>
            <ac:inkMk id="40" creationId="{6CA96BFE-7028-4748-B6FD-654557F81710}"/>
          </ac:inkMkLst>
        </pc:inkChg>
        <pc:inkChg chg="del">
          <ac:chgData name="Dursun Dashdamirov" userId="a8b9d0e1f239c75f" providerId="LiveId" clId="{E297FC27-9774-4AAE-B428-959B432F1B03}" dt="2026-02-23T23:51:49.727" v="648"/>
          <ac:inkMkLst>
            <pc:docMk/>
            <pc:sldMk cId="147416635" sldId="265"/>
            <ac:inkMk id="41" creationId="{DC4DA680-80D2-4E30-9682-F50597CA6E22}"/>
          </ac:inkMkLst>
        </pc:inkChg>
        <pc:inkChg chg="del">
          <ac:chgData name="Dursun Dashdamirov" userId="a8b9d0e1f239c75f" providerId="LiveId" clId="{E297FC27-9774-4AAE-B428-959B432F1B03}" dt="2026-02-23T23:51:49.727" v="649"/>
          <ac:inkMkLst>
            <pc:docMk/>
            <pc:sldMk cId="147416635" sldId="265"/>
            <ac:inkMk id="42" creationId="{D3238664-2BE5-48D9-ACFE-C0CA8C6B44E2}"/>
          </ac:inkMkLst>
        </pc:inkChg>
        <pc:inkChg chg="del">
          <ac:chgData name="Dursun Dashdamirov" userId="a8b9d0e1f239c75f" providerId="LiveId" clId="{E297FC27-9774-4AAE-B428-959B432F1B03}" dt="2026-02-23T23:51:49.727" v="651"/>
          <ac:inkMkLst>
            <pc:docMk/>
            <pc:sldMk cId="147416635" sldId="265"/>
            <ac:inkMk id="44" creationId="{065FFCE0-3027-4BB0-A0B4-1A1E84ABC3B6}"/>
          </ac:inkMkLst>
        </pc:inkChg>
        <pc:inkChg chg="del">
          <ac:chgData name="Dursun Dashdamirov" userId="a8b9d0e1f239c75f" providerId="LiveId" clId="{E297FC27-9774-4AAE-B428-959B432F1B03}" dt="2026-02-23T23:51:49.727" v="653"/>
          <ac:inkMkLst>
            <pc:docMk/>
            <pc:sldMk cId="147416635" sldId="265"/>
            <ac:inkMk id="46" creationId="{D3C37038-121F-46DF-85C0-8F3241249985}"/>
          </ac:inkMkLst>
        </pc:inkChg>
        <pc:inkChg chg="del">
          <ac:chgData name="Dursun Dashdamirov" userId="a8b9d0e1f239c75f" providerId="LiveId" clId="{E297FC27-9774-4AAE-B428-959B432F1B03}" dt="2026-02-23T23:51:49.727" v="655"/>
          <ac:inkMkLst>
            <pc:docMk/>
            <pc:sldMk cId="147416635" sldId="265"/>
            <ac:inkMk id="48" creationId="{7E08550C-831D-4D8D-B9F4-32BF629F08F6}"/>
          </ac:inkMkLst>
        </pc:inkChg>
        <pc:inkChg chg="del">
          <ac:chgData name="Dursun Dashdamirov" userId="a8b9d0e1f239c75f" providerId="LiveId" clId="{E297FC27-9774-4AAE-B428-959B432F1B03}" dt="2026-02-23T23:51:49.727" v="656"/>
          <ac:inkMkLst>
            <pc:docMk/>
            <pc:sldMk cId="147416635" sldId="265"/>
            <ac:inkMk id="49" creationId="{23F27454-7EF2-4E98-8123-7800C229865C}"/>
          </ac:inkMkLst>
        </pc:inkChg>
        <pc:inkChg chg="del">
          <ac:chgData name="Dursun Dashdamirov" userId="a8b9d0e1f239c75f" providerId="LiveId" clId="{E297FC27-9774-4AAE-B428-959B432F1B03}" dt="2026-02-23T23:51:49.727" v="657"/>
          <ac:inkMkLst>
            <pc:docMk/>
            <pc:sldMk cId="147416635" sldId="265"/>
            <ac:inkMk id="50" creationId="{68D9BC5C-A5B0-4C95-AB23-9E161E9E0D74}"/>
          </ac:inkMkLst>
        </pc:inkChg>
        <pc:inkChg chg="del">
          <ac:chgData name="Dursun Dashdamirov" userId="a8b9d0e1f239c75f" providerId="LiveId" clId="{E297FC27-9774-4AAE-B428-959B432F1B03}" dt="2026-02-23T23:51:49.727" v="660"/>
          <ac:inkMkLst>
            <pc:docMk/>
            <pc:sldMk cId="147416635" sldId="265"/>
            <ac:inkMk id="52" creationId="{F3C26F16-4621-411F-B8E3-7BBF496EEC83}"/>
          </ac:inkMkLst>
        </pc:inkChg>
        <pc:inkChg chg="del">
          <ac:chgData name="Dursun Dashdamirov" userId="a8b9d0e1f239c75f" providerId="LiveId" clId="{E297FC27-9774-4AAE-B428-959B432F1B03}" dt="2026-02-23T23:51:49.727" v="663"/>
          <ac:inkMkLst>
            <pc:docMk/>
            <pc:sldMk cId="147416635" sldId="265"/>
            <ac:inkMk id="54" creationId="{DBE747CC-FFA8-40C6-A7C9-C246B65BA6D7}"/>
          </ac:inkMkLst>
        </pc:inkChg>
        <pc:inkChg chg="del">
          <ac:chgData name="Dursun Dashdamirov" userId="a8b9d0e1f239c75f" providerId="LiveId" clId="{E297FC27-9774-4AAE-B428-959B432F1B03}" dt="2026-02-23T23:51:49.727" v="664"/>
          <ac:inkMkLst>
            <pc:docMk/>
            <pc:sldMk cId="147416635" sldId="265"/>
            <ac:inkMk id="56" creationId="{0BA6A80B-1705-4413-B9EF-172C4DC21305}"/>
          </ac:inkMkLst>
        </pc:inkChg>
        <pc:inkChg chg="del mod">
          <ac:chgData name="Dursun Dashdamirov" userId="a8b9d0e1f239c75f" providerId="LiveId" clId="{E297FC27-9774-4AAE-B428-959B432F1B03}" dt="2026-02-23T23:51:49.727" v="666"/>
          <ac:inkMkLst>
            <pc:docMk/>
            <pc:sldMk cId="147416635" sldId="265"/>
            <ac:inkMk id="57" creationId="{4BA4823E-ECBB-454F-AC63-AB82FDAEC9F4}"/>
          </ac:inkMkLst>
        </pc:inkChg>
        <pc:inkChg chg="del">
          <ac:chgData name="Dursun Dashdamirov" userId="a8b9d0e1f239c75f" providerId="LiveId" clId="{E297FC27-9774-4AAE-B428-959B432F1B03}" dt="2026-02-23T23:51:49.727" v="668"/>
          <ac:inkMkLst>
            <pc:docMk/>
            <pc:sldMk cId="147416635" sldId="265"/>
            <ac:inkMk id="59" creationId="{F77ECD56-2CA1-4C37-A54B-B3E4C3F8FEAB}"/>
          </ac:inkMkLst>
        </pc:inkChg>
        <pc:inkChg chg="del mod">
          <ac:chgData name="Dursun Dashdamirov" userId="a8b9d0e1f239c75f" providerId="LiveId" clId="{E297FC27-9774-4AAE-B428-959B432F1B03}" dt="2026-02-23T23:51:49.727" v="670"/>
          <ac:inkMkLst>
            <pc:docMk/>
            <pc:sldMk cId="147416635" sldId="265"/>
            <ac:inkMk id="60" creationId="{8874724B-1197-4F3E-B5CF-ABF56D9C6B32}"/>
          </ac:inkMkLst>
        </pc:inkChg>
        <pc:inkChg chg="del">
          <ac:chgData name="Dursun Dashdamirov" userId="a8b9d0e1f239c75f" providerId="LiveId" clId="{E297FC27-9774-4AAE-B428-959B432F1B03}" dt="2026-02-23T23:51:49.727" v="671"/>
          <ac:inkMkLst>
            <pc:docMk/>
            <pc:sldMk cId="147416635" sldId="265"/>
            <ac:inkMk id="62" creationId="{365A785D-CB22-42E0-BE91-B678CC846356}"/>
          </ac:inkMkLst>
        </pc:inkChg>
        <pc:inkChg chg="del mod">
          <ac:chgData name="Dursun Dashdamirov" userId="a8b9d0e1f239c75f" providerId="LiveId" clId="{E297FC27-9774-4AAE-B428-959B432F1B03}" dt="2026-02-23T23:51:49.727" v="672"/>
          <ac:inkMkLst>
            <pc:docMk/>
            <pc:sldMk cId="147416635" sldId="265"/>
            <ac:inkMk id="63" creationId="{B490D091-1382-4057-B96A-7616AE356BC1}"/>
          </ac:inkMkLst>
        </pc:inkChg>
        <pc:inkChg chg="del">
          <ac:chgData name="Dursun Dashdamirov" userId="a8b9d0e1f239c75f" providerId="LiveId" clId="{E297FC27-9774-4AAE-B428-959B432F1B03}" dt="2026-02-23T23:51:49.727" v="605"/>
          <ac:inkMkLst>
            <pc:docMk/>
            <pc:sldMk cId="147416635" sldId="265"/>
            <ac:inkMk id="5121" creationId="{D8C90D5B-23FB-476B-8E65-4E85DB8100F3}"/>
          </ac:inkMkLst>
        </pc:inkChg>
        <pc:inkChg chg="del mod">
          <ac:chgData name="Dursun Dashdamirov" userId="a8b9d0e1f239c75f" providerId="LiveId" clId="{E297FC27-9774-4AAE-B428-959B432F1B03}" dt="2026-02-23T23:51:49.727" v="606"/>
          <ac:inkMkLst>
            <pc:docMk/>
            <pc:sldMk cId="147416635" sldId="265"/>
            <ac:inkMk id="5123" creationId="{E7BB9293-0985-408C-8535-F6DCED150A08}"/>
          </ac:inkMkLst>
        </pc:inkChg>
        <pc:inkChg chg="del">
          <ac:chgData name="Dursun Dashdamirov" userId="a8b9d0e1f239c75f" providerId="LiveId" clId="{E297FC27-9774-4AAE-B428-959B432F1B03}" dt="2026-02-23T23:51:49.727" v="608"/>
          <ac:inkMkLst>
            <pc:docMk/>
            <pc:sldMk cId="147416635" sldId="265"/>
            <ac:inkMk id="5125" creationId="{0847AF18-468A-436A-AD1B-DFC9A18FA400}"/>
          </ac:inkMkLst>
        </pc:inkChg>
        <pc:inkChg chg="del">
          <ac:chgData name="Dursun Dashdamirov" userId="a8b9d0e1f239c75f" providerId="LiveId" clId="{E297FC27-9774-4AAE-B428-959B432F1B03}" dt="2026-02-23T23:51:49.727" v="609"/>
          <ac:inkMkLst>
            <pc:docMk/>
            <pc:sldMk cId="147416635" sldId="265"/>
            <ac:inkMk id="5126" creationId="{AEFCA912-7FCF-498B-AF33-ABC7F884E89A}"/>
          </ac:inkMkLst>
        </pc:inkChg>
        <pc:inkChg chg="del">
          <ac:chgData name="Dursun Dashdamirov" userId="a8b9d0e1f239c75f" providerId="LiveId" clId="{E297FC27-9774-4AAE-B428-959B432F1B03}" dt="2026-02-23T23:51:49.727" v="615"/>
          <ac:inkMkLst>
            <pc:docMk/>
            <pc:sldMk cId="147416635" sldId="265"/>
            <ac:inkMk id="5131" creationId="{79837F77-F61F-4B47-8440-674DD90CC806}"/>
          </ac:inkMkLst>
        </pc:inkChg>
        <pc:inkChg chg="del mod">
          <ac:chgData name="Dursun Dashdamirov" userId="a8b9d0e1f239c75f" providerId="LiveId" clId="{E297FC27-9774-4AAE-B428-959B432F1B03}" dt="2026-02-23T23:51:49.727" v="616"/>
          <ac:inkMkLst>
            <pc:docMk/>
            <pc:sldMk cId="147416635" sldId="265"/>
            <ac:inkMk id="5132" creationId="{900FF974-5AF0-4FB9-B59F-43887E8BD97F}"/>
          </ac:inkMkLst>
        </pc:inkChg>
        <pc:inkChg chg="del">
          <ac:chgData name="Dursun Dashdamirov" userId="a8b9d0e1f239c75f" providerId="LiveId" clId="{E297FC27-9774-4AAE-B428-959B432F1B03}" dt="2026-02-23T23:51:49.727" v="617"/>
          <ac:inkMkLst>
            <pc:docMk/>
            <pc:sldMk cId="147416635" sldId="265"/>
            <ac:inkMk id="5134" creationId="{6021AD62-9E52-4578-9D28-77839C8360C2}"/>
          </ac:inkMkLst>
        </pc:inkChg>
        <pc:inkChg chg="del">
          <ac:chgData name="Dursun Dashdamirov" userId="a8b9d0e1f239c75f" providerId="LiveId" clId="{E297FC27-9774-4AAE-B428-959B432F1B03}" dt="2026-02-23T23:51:49.727" v="619"/>
          <ac:inkMkLst>
            <pc:docMk/>
            <pc:sldMk cId="147416635" sldId="265"/>
            <ac:inkMk id="5135" creationId="{86710A3E-CD2C-495B-86AE-2CE95D4BC33E}"/>
          </ac:inkMkLst>
        </pc:inkChg>
        <pc:inkChg chg="del">
          <ac:chgData name="Dursun Dashdamirov" userId="a8b9d0e1f239c75f" providerId="LiveId" clId="{E297FC27-9774-4AAE-B428-959B432F1B03}" dt="2026-02-23T23:51:49.727" v="621"/>
          <ac:inkMkLst>
            <pc:docMk/>
            <pc:sldMk cId="147416635" sldId="265"/>
            <ac:inkMk id="5136" creationId="{4674A042-1CEA-4889-9FDA-30610724912D}"/>
          </ac:inkMkLst>
        </pc:inkChg>
        <pc:inkChg chg="del">
          <ac:chgData name="Dursun Dashdamirov" userId="a8b9d0e1f239c75f" providerId="LiveId" clId="{E297FC27-9774-4AAE-B428-959B432F1B03}" dt="2026-02-23T23:51:49.727" v="623"/>
          <ac:inkMkLst>
            <pc:docMk/>
            <pc:sldMk cId="147416635" sldId="265"/>
            <ac:inkMk id="5137" creationId="{7F219BC7-1C8E-43CF-B62C-3F4EBA4AA40C}"/>
          </ac:inkMkLst>
        </pc:inkChg>
        <pc:inkChg chg="del">
          <ac:chgData name="Dursun Dashdamirov" userId="a8b9d0e1f239c75f" providerId="LiveId" clId="{E297FC27-9774-4AAE-B428-959B432F1B03}" dt="2026-02-23T23:51:49.727" v="625"/>
          <ac:inkMkLst>
            <pc:docMk/>
            <pc:sldMk cId="147416635" sldId="265"/>
            <ac:inkMk id="5138" creationId="{3B353BD2-2FD8-4F21-B9F0-B0109417D1BA}"/>
          </ac:inkMkLst>
        </pc:inkChg>
        <pc:inkChg chg="del">
          <ac:chgData name="Dursun Dashdamirov" userId="a8b9d0e1f239c75f" providerId="LiveId" clId="{E297FC27-9774-4AAE-B428-959B432F1B03}" dt="2026-02-23T23:51:49.727" v="627"/>
          <ac:inkMkLst>
            <pc:docMk/>
            <pc:sldMk cId="147416635" sldId="265"/>
            <ac:inkMk id="5139" creationId="{7CBE1ACC-B753-42B3-866B-363F7DEF59F3}"/>
          </ac:inkMkLst>
        </pc:inkChg>
        <pc:inkChg chg="del">
          <ac:chgData name="Dursun Dashdamirov" userId="a8b9d0e1f239c75f" providerId="LiveId" clId="{E297FC27-9774-4AAE-B428-959B432F1B03}" dt="2026-02-23T23:51:49.727" v="630"/>
          <ac:inkMkLst>
            <pc:docMk/>
            <pc:sldMk cId="147416635" sldId="265"/>
            <ac:inkMk id="5141" creationId="{F164550B-978A-4784-ACEF-F6DFCC4EFAB8}"/>
          </ac:inkMkLst>
        </pc:inkChg>
        <pc:inkChg chg="del">
          <ac:chgData name="Dursun Dashdamirov" userId="a8b9d0e1f239c75f" providerId="LiveId" clId="{E297FC27-9774-4AAE-B428-959B432F1B03}" dt="2026-02-23T23:51:49.727" v="632"/>
          <ac:inkMkLst>
            <pc:docMk/>
            <pc:sldMk cId="147416635" sldId="265"/>
            <ac:inkMk id="5142" creationId="{7FEE8F45-8467-4E65-9F4A-DE332DA61DF2}"/>
          </ac:inkMkLst>
        </pc:inkChg>
        <pc:inkChg chg="del">
          <ac:chgData name="Dursun Dashdamirov" userId="a8b9d0e1f239c75f" providerId="LiveId" clId="{E297FC27-9774-4AAE-B428-959B432F1B03}" dt="2026-02-23T23:51:49.727" v="634"/>
          <ac:inkMkLst>
            <pc:docMk/>
            <pc:sldMk cId="147416635" sldId="265"/>
            <ac:inkMk id="5143" creationId="{041AC77D-5072-4CDC-BC69-259FA3DAFBB4}"/>
          </ac:inkMkLst>
        </pc:inkChg>
        <pc:inkChg chg="del">
          <ac:chgData name="Dursun Dashdamirov" userId="a8b9d0e1f239c75f" providerId="LiveId" clId="{E297FC27-9774-4AAE-B428-959B432F1B03}" dt="2026-02-23T23:51:49.727" v="635"/>
          <ac:inkMkLst>
            <pc:docMk/>
            <pc:sldMk cId="147416635" sldId="265"/>
            <ac:inkMk id="5144" creationId="{05A14500-82F2-4400-9566-FA2EB42E9BA3}"/>
          </ac:inkMkLst>
        </pc:inkChg>
        <pc:inkChg chg="del">
          <ac:chgData name="Dursun Dashdamirov" userId="a8b9d0e1f239c75f" providerId="LiveId" clId="{E297FC27-9774-4AAE-B428-959B432F1B03}" dt="2026-02-23T23:51:49.727" v="636"/>
          <ac:inkMkLst>
            <pc:docMk/>
            <pc:sldMk cId="147416635" sldId="265"/>
            <ac:inkMk id="5145" creationId="{F51E0B8B-8856-4BE1-9FB0-F0565B8430C7}"/>
          </ac:inkMkLst>
        </pc:inkChg>
        <pc:inkChg chg="del mod">
          <ac:chgData name="Dursun Dashdamirov" userId="a8b9d0e1f239c75f" providerId="LiveId" clId="{E297FC27-9774-4AAE-B428-959B432F1B03}" dt="2026-02-23T23:51:49.727" v="638"/>
          <ac:inkMkLst>
            <pc:docMk/>
            <pc:sldMk cId="147416635" sldId="265"/>
            <ac:inkMk id="5146" creationId="{BCAEAD2B-1971-4B8C-B265-21FCEDC764FC}"/>
          </ac:inkMkLst>
        </pc:inkChg>
        <pc:inkChg chg="del mod">
          <ac:chgData name="Dursun Dashdamirov" userId="a8b9d0e1f239c75f" providerId="LiveId" clId="{E297FC27-9774-4AAE-B428-959B432F1B03}" dt="2026-02-23T23:51:49.727" v="641"/>
          <ac:inkMkLst>
            <pc:docMk/>
            <pc:sldMk cId="147416635" sldId="265"/>
            <ac:inkMk id="5149" creationId="{B3D6FD02-1121-4291-87B9-3053E88FDB2B}"/>
          </ac:inkMkLst>
        </pc:inkChg>
        <pc:inkChg chg="del mod">
          <ac:chgData name="Dursun Dashdamirov" userId="a8b9d0e1f239c75f" providerId="LiveId" clId="{E297FC27-9774-4AAE-B428-959B432F1B03}" dt="2026-02-23T23:51:49.727" v="643"/>
          <ac:inkMkLst>
            <pc:docMk/>
            <pc:sldMk cId="147416635" sldId="265"/>
            <ac:inkMk id="5150" creationId="{7CABD83C-BEF3-4E88-8F1D-8420947064F2}"/>
          </ac:inkMkLst>
        </pc:inkChg>
        <pc:inkChg chg="del mod">
          <ac:chgData name="Dursun Dashdamirov" userId="a8b9d0e1f239c75f" providerId="LiveId" clId="{E297FC27-9774-4AAE-B428-959B432F1B03}" dt="2026-02-23T23:51:49.727" v="645"/>
          <ac:inkMkLst>
            <pc:docMk/>
            <pc:sldMk cId="147416635" sldId="265"/>
            <ac:inkMk id="5151" creationId="{B080C945-1EB9-4B14-9658-38B4A3D863BB}"/>
          </ac:inkMkLst>
        </pc:inkChg>
        <pc:inkChg chg="del mod">
          <ac:chgData name="Dursun Dashdamirov" userId="a8b9d0e1f239c75f" providerId="LiveId" clId="{E297FC27-9774-4AAE-B428-959B432F1B03}" dt="2026-02-23T23:51:49.727" v="646"/>
          <ac:inkMkLst>
            <pc:docMk/>
            <pc:sldMk cId="147416635" sldId="265"/>
            <ac:inkMk id="5152" creationId="{E87984B6-EEFB-4BC8-944B-48B2F733044C}"/>
          </ac:inkMkLst>
        </pc:inkChg>
        <pc:inkChg chg="del">
          <ac:chgData name="Dursun Dashdamirov" userId="a8b9d0e1f239c75f" providerId="LiveId" clId="{E297FC27-9774-4AAE-B428-959B432F1B03}" dt="2026-02-23T23:51:49.727" v="650"/>
          <ac:inkMkLst>
            <pc:docMk/>
            <pc:sldMk cId="147416635" sldId="265"/>
            <ac:inkMk id="5155" creationId="{1FEC9133-638E-49E0-A16F-B121940B7E0F}"/>
          </ac:inkMkLst>
        </pc:inkChg>
        <pc:inkChg chg="del">
          <ac:chgData name="Dursun Dashdamirov" userId="a8b9d0e1f239c75f" providerId="LiveId" clId="{E297FC27-9774-4AAE-B428-959B432F1B03}" dt="2026-02-23T23:51:49.727" v="652"/>
          <ac:inkMkLst>
            <pc:docMk/>
            <pc:sldMk cId="147416635" sldId="265"/>
            <ac:inkMk id="5157" creationId="{1A03535D-2465-4377-9711-5623FDE5E0BD}"/>
          </ac:inkMkLst>
        </pc:inkChg>
        <pc:inkChg chg="del mod">
          <ac:chgData name="Dursun Dashdamirov" userId="a8b9d0e1f239c75f" providerId="LiveId" clId="{E297FC27-9774-4AAE-B428-959B432F1B03}" dt="2026-02-23T23:51:49.727" v="654"/>
          <ac:inkMkLst>
            <pc:docMk/>
            <pc:sldMk cId="147416635" sldId="265"/>
            <ac:inkMk id="5158" creationId="{367CD3D8-B8EE-40F6-A856-803F00F306D5}"/>
          </ac:inkMkLst>
        </pc:inkChg>
        <pc:inkChg chg="mod">
          <ac:chgData name="Dursun Dashdamirov" userId="a8b9d0e1f239c75f" providerId="LiveId" clId="{E297FC27-9774-4AAE-B428-959B432F1B03}" dt="2026-02-23T23:51:49.727" v="669"/>
          <ac:inkMkLst>
            <pc:docMk/>
            <pc:sldMk cId="147416635" sldId="265"/>
            <ac:inkMk id="5159" creationId="{C13575D0-E2D1-40A6-9F4A-CFECEAE55593}"/>
          </ac:inkMkLst>
        </pc:inkChg>
        <pc:inkChg chg="mod">
          <ac:chgData name="Dursun Dashdamirov" userId="a8b9d0e1f239c75f" providerId="LiveId" clId="{E297FC27-9774-4AAE-B428-959B432F1B03}" dt="2026-02-23T23:51:49.727" v="669"/>
          <ac:inkMkLst>
            <pc:docMk/>
            <pc:sldMk cId="147416635" sldId="265"/>
            <ac:inkMk id="5160" creationId="{E0F0D983-B8F8-4247-AE5A-DDC8E0BB8FB7}"/>
          </ac:inkMkLst>
        </pc:inkChg>
        <pc:inkChg chg="del">
          <ac:chgData name="Dursun Dashdamirov" userId="a8b9d0e1f239c75f" providerId="LiveId" clId="{E297FC27-9774-4AAE-B428-959B432F1B03}" dt="2026-02-23T23:51:49.727" v="658"/>
          <ac:inkMkLst>
            <pc:docMk/>
            <pc:sldMk cId="147416635" sldId="265"/>
            <ac:inkMk id="5163" creationId="{76D25B34-A74A-487B-AEFC-F521556FDFAB}"/>
          </ac:inkMkLst>
        </pc:inkChg>
        <pc:inkChg chg="del mod">
          <ac:chgData name="Dursun Dashdamirov" userId="a8b9d0e1f239c75f" providerId="LiveId" clId="{E297FC27-9774-4AAE-B428-959B432F1B03}" dt="2026-02-23T23:51:49.727" v="659"/>
          <ac:inkMkLst>
            <pc:docMk/>
            <pc:sldMk cId="147416635" sldId="265"/>
            <ac:inkMk id="5164" creationId="{F3477278-DE5D-4809-B11C-51D7B04F6F3D}"/>
          </ac:inkMkLst>
        </pc:inkChg>
        <pc:inkChg chg="del mod">
          <ac:chgData name="Dursun Dashdamirov" userId="a8b9d0e1f239c75f" providerId="LiveId" clId="{E297FC27-9774-4AAE-B428-959B432F1B03}" dt="2026-02-23T23:51:49.727" v="661"/>
          <ac:inkMkLst>
            <pc:docMk/>
            <pc:sldMk cId="147416635" sldId="265"/>
            <ac:inkMk id="5165" creationId="{738EC1BF-2F36-49B5-88AA-2C9A3476197D}"/>
          </ac:inkMkLst>
        </pc:inkChg>
        <pc:inkChg chg="del mod">
          <ac:chgData name="Dursun Dashdamirov" userId="a8b9d0e1f239c75f" providerId="LiveId" clId="{E297FC27-9774-4AAE-B428-959B432F1B03}" dt="2026-02-23T23:51:49.727" v="662"/>
          <ac:inkMkLst>
            <pc:docMk/>
            <pc:sldMk cId="147416635" sldId="265"/>
            <ac:inkMk id="5166" creationId="{E722B159-DD70-482A-A763-FCA3FB5ACC32}"/>
          </ac:inkMkLst>
        </pc:inkChg>
        <pc:inkChg chg="del">
          <ac:chgData name="Dursun Dashdamirov" userId="a8b9d0e1f239c75f" providerId="LiveId" clId="{E297FC27-9774-4AAE-B428-959B432F1B03}" dt="2026-02-23T23:51:49.727" v="665"/>
          <ac:inkMkLst>
            <pc:docMk/>
            <pc:sldMk cId="147416635" sldId="265"/>
            <ac:inkMk id="5169" creationId="{FF2989B4-8C4A-49F6-ABDB-717A59F867F5}"/>
          </ac:inkMkLst>
        </pc:inkChg>
        <pc:inkChg chg="del mod">
          <ac:chgData name="Dursun Dashdamirov" userId="a8b9d0e1f239c75f" providerId="LiveId" clId="{E297FC27-9774-4AAE-B428-959B432F1B03}" dt="2026-02-23T23:51:49.727" v="667"/>
          <ac:inkMkLst>
            <pc:docMk/>
            <pc:sldMk cId="147416635" sldId="265"/>
            <ac:inkMk id="5170" creationId="{4D92DC4F-02DE-4931-A7CB-679B6259A785}"/>
          </ac:inkMkLst>
        </pc:inkChg>
        <pc:inkChg chg="del mod">
          <ac:chgData name="Dursun Dashdamirov" userId="a8b9d0e1f239c75f" providerId="LiveId" clId="{E297FC27-9774-4AAE-B428-959B432F1B03}" dt="2026-02-23T23:51:49.727" v="669"/>
          <ac:inkMkLst>
            <pc:docMk/>
            <pc:sldMk cId="147416635" sldId="265"/>
            <ac:inkMk id="5172" creationId="{7032AFC6-34E4-4665-A2F0-84EE57177665}"/>
          </ac:inkMkLst>
        </pc:inkChg>
        <pc:inkChg chg="mod">
          <ac:chgData name="Dursun Dashdamirov" userId="a8b9d0e1f239c75f" providerId="LiveId" clId="{E297FC27-9774-4AAE-B428-959B432F1B03}" dt="2026-02-23T23:51:49.727" v="669"/>
          <ac:inkMkLst>
            <pc:docMk/>
            <pc:sldMk cId="147416635" sldId="265"/>
            <ac:inkMk id="5173" creationId="{4CADFB81-AC8A-4281-A603-65CE16477B93}"/>
          </ac:inkMkLst>
        </pc:inkChg>
        <pc:inkChg chg="mod">
          <ac:chgData name="Dursun Dashdamirov" userId="a8b9d0e1f239c75f" providerId="LiveId" clId="{E297FC27-9774-4AAE-B428-959B432F1B03}" dt="2026-02-23T23:51:49.727" v="669"/>
          <ac:inkMkLst>
            <pc:docMk/>
            <pc:sldMk cId="147416635" sldId="265"/>
            <ac:inkMk id="5174" creationId="{B55DCAF9-5E59-40D3-A969-A0ED9F1599F1}"/>
          </ac:inkMkLst>
        </pc:inkChg>
        <pc:inkChg chg="del mod">
          <ac:chgData name="Dursun Dashdamirov" userId="a8b9d0e1f239c75f" providerId="LiveId" clId="{E297FC27-9774-4AAE-B428-959B432F1B03}" dt="2026-02-23T23:51:49.727" v="673"/>
          <ac:inkMkLst>
            <pc:docMk/>
            <pc:sldMk cId="147416635" sldId="265"/>
            <ac:inkMk id="5177" creationId="{ECFF9874-65DF-4A35-902C-C09F3907B743}"/>
          </ac:inkMkLst>
        </pc:inkChg>
        <pc:inkChg chg="del mod">
          <ac:chgData name="Dursun Dashdamirov" userId="a8b9d0e1f239c75f" providerId="LiveId" clId="{E297FC27-9774-4AAE-B428-959B432F1B03}" dt="2026-02-23T23:51:49.727" v="674"/>
          <ac:inkMkLst>
            <pc:docMk/>
            <pc:sldMk cId="147416635" sldId="265"/>
            <ac:inkMk id="5179" creationId="{57445293-80EC-4124-9C42-FFF19FEDC88F}"/>
          </ac:inkMkLst>
        </pc:inkChg>
        <pc:inkChg chg="del">
          <ac:chgData name="Dursun Dashdamirov" userId="a8b9d0e1f239c75f" providerId="LiveId" clId="{E297FC27-9774-4AAE-B428-959B432F1B03}" dt="2026-02-23T23:51:49.727" v="675"/>
          <ac:inkMkLst>
            <pc:docMk/>
            <pc:sldMk cId="147416635" sldId="265"/>
            <ac:inkMk id="5181" creationId="{C2009FAF-B8B2-4B32-823F-292D142E7791}"/>
          </ac:inkMkLst>
        </pc:inkChg>
        <pc:inkChg chg="del mod">
          <ac:chgData name="Dursun Dashdamirov" userId="a8b9d0e1f239c75f" providerId="LiveId" clId="{E297FC27-9774-4AAE-B428-959B432F1B03}" dt="2026-02-23T23:51:49.727" v="676"/>
          <ac:inkMkLst>
            <pc:docMk/>
            <pc:sldMk cId="147416635" sldId="265"/>
            <ac:inkMk id="5182" creationId="{46FB1A8E-A0B3-48E5-8B9E-47206C6FA128}"/>
          </ac:inkMkLst>
        </pc:inkChg>
      </pc:sldChg>
      <pc:sldChg chg="addSp delSp modSp">
        <pc:chgData name="Dursun Dashdamirov" userId="a8b9d0e1f239c75f" providerId="LiveId" clId="{E297FC27-9774-4AAE-B428-959B432F1B03}" dt="2026-02-23T23:52:19.559" v="752"/>
        <pc:sldMkLst>
          <pc:docMk/>
          <pc:sldMk cId="166527097" sldId="266"/>
        </pc:sldMkLst>
        <pc:grpChg chg="del mod">
          <ac:chgData name="Dursun Dashdamirov" userId="a8b9d0e1f239c75f" providerId="LiveId" clId="{E297FC27-9774-4AAE-B428-959B432F1B03}" dt="2026-02-23T23:52:19.559" v="739"/>
          <ac:grpSpMkLst>
            <pc:docMk/>
            <pc:sldMk cId="166527097" sldId="266"/>
            <ac:grpSpMk id="38" creationId="{E2D0A7AB-6577-4D04-ACC8-F62F755B79F3}"/>
          </ac:grpSpMkLst>
        </pc:grpChg>
        <pc:grpChg chg="del mod">
          <ac:chgData name="Dursun Dashdamirov" userId="a8b9d0e1f239c75f" providerId="LiveId" clId="{E297FC27-9774-4AAE-B428-959B432F1B03}" dt="2026-02-23T23:52:19.559" v="746"/>
          <ac:grpSpMkLst>
            <pc:docMk/>
            <pc:sldMk cId="166527097" sldId="266"/>
            <ac:grpSpMk id="40" creationId="{E5C370FE-0993-4E17-9CD0-3256F6BD4325}"/>
          </ac:grpSpMkLst>
        </pc:grpChg>
        <pc:grpChg chg="del mod">
          <ac:chgData name="Dursun Dashdamirov" userId="a8b9d0e1f239c75f" providerId="LiveId" clId="{E297FC27-9774-4AAE-B428-959B432F1B03}" dt="2026-02-23T23:52:12.397" v="704"/>
          <ac:grpSpMkLst>
            <pc:docMk/>
            <pc:sldMk cId="166527097" sldId="266"/>
            <ac:grpSpMk id="46" creationId="{848E3571-BCAD-4A5B-AA83-DEFE43F4014D}"/>
          </ac:grpSpMkLst>
        </pc:grpChg>
        <pc:grpChg chg="del mod">
          <ac:chgData name="Dursun Dashdamirov" userId="a8b9d0e1f239c75f" providerId="LiveId" clId="{E297FC27-9774-4AAE-B428-959B432F1B03}" dt="2026-02-23T23:52:12.397" v="701"/>
          <ac:grpSpMkLst>
            <pc:docMk/>
            <pc:sldMk cId="166527097" sldId="266"/>
            <ac:grpSpMk id="47" creationId="{5B2D7B4A-1B1E-464E-B211-8F433B5DAD6D}"/>
          </ac:grpSpMkLst>
        </pc:grpChg>
        <pc:grpChg chg="del mod">
          <ac:chgData name="Dursun Dashdamirov" userId="a8b9d0e1f239c75f" providerId="LiveId" clId="{E297FC27-9774-4AAE-B428-959B432F1B03}" dt="2026-02-23T23:52:12.397" v="723"/>
          <ac:grpSpMkLst>
            <pc:docMk/>
            <pc:sldMk cId="166527097" sldId="266"/>
            <ac:grpSpMk id="59" creationId="{750BDABD-0D12-4F3C-BFE1-9EC1CF056AAC}"/>
          </ac:grpSpMkLst>
        </pc:grpChg>
        <pc:grpChg chg="del mod">
          <ac:chgData name="Dursun Dashdamirov" userId="a8b9d0e1f239c75f" providerId="LiveId" clId="{E297FC27-9774-4AAE-B428-959B432F1B03}" dt="2026-02-23T23:52:12.397" v="730"/>
          <ac:grpSpMkLst>
            <pc:docMk/>
            <pc:sldMk cId="166527097" sldId="266"/>
            <ac:grpSpMk id="5121" creationId="{FE4EE7E9-0C40-4896-91F3-0A4D5CDDFD9F}"/>
          </ac:grpSpMkLst>
        </pc:grpChg>
        <pc:grpChg chg="del mod">
          <ac:chgData name="Dursun Dashdamirov" userId="a8b9d0e1f239c75f" providerId="LiveId" clId="{E297FC27-9774-4AAE-B428-959B432F1B03}" dt="2026-02-23T23:52:12.397" v="687"/>
          <ac:grpSpMkLst>
            <pc:docMk/>
            <pc:sldMk cId="166527097" sldId="266"/>
            <ac:grpSpMk id="5134" creationId="{BEB852B5-9A3E-4F8F-916A-F0C1D2CFCEF7}"/>
          </ac:grpSpMkLst>
        </pc:grpChg>
        <pc:grpChg chg="del mod">
          <ac:chgData name="Dursun Dashdamirov" userId="a8b9d0e1f239c75f" providerId="LiveId" clId="{E297FC27-9774-4AAE-B428-959B432F1B03}" dt="2026-02-23T23:52:12.397" v="692"/>
          <ac:grpSpMkLst>
            <pc:docMk/>
            <pc:sldMk cId="166527097" sldId="266"/>
            <ac:grpSpMk id="5146" creationId="{571F9E76-B3AF-46EB-BA8F-3F9B3DBD2D6F}"/>
          </ac:grpSpMkLst>
        </pc:grpChg>
        <pc:grpChg chg="del mod">
          <ac:chgData name="Dursun Dashdamirov" userId="a8b9d0e1f239c75f" providerId="LiveId" clId="{E297FC27-9774-4AAE-B428-959B432F1B03}" dt="2026-02-23T23:52:19.559" v="749"/>
          <ac:grpSpMkLst>
            <pc:docMk/>
            <pc:sldMk cId="166527097" sldId="266"/>
            <ac:grpSpMk id="5189" creationId="{BA6CF996-7B02-4331-8A2C-B173285ECD5B}"/>
          </ac:grpSpMkLst>
        </pc:grpChg>
        <pc:inkChg chg="add del">
          <ac:chgData name="Dursun Dashdamirov" userId="a8b9d0e1f239c75f" providerId="LiveId" clId="{E297FC27-9774-4AAE-B428-959B432F1B03}" dt="2026-02-23T23:52:19.559" v="750"/>
          <ac:inkMkLst>
            <pc:docMk/>
            <pc:sldMk cId="166527097" sldId="266"/>
            <ac:inkMk id="2" creationId="{AABE08D0-B8F3-46F2-696C-E3368F32AFFC}"/>
          </ac:inkMkLst>
        </pc:inkChg>
        <pc:inkChg chg="del">
          <ac:chgData name="Dursun Dashdamirov" userId="a8b9d0e1f239c75f" providerId="LiveId" clId="{E297FC27-9774-4AAE-B428-959B432F1B03}" dt="2026-02-23T23:52:12.397" v="688"/>
          <ac:inkMkLst>
            <pc:docMk/>
            <pc:sldMk cId="166527097" sldId="266"/>
            <ac:inkMk id="20" creationId="{1660E13B-7305-4319-8CAC-52B5962CC3A9}"/>
          </ac:inkMkLst>
        </pc:inkChg>
        <pc:inkChg chg="del">
          <ac:chgData name="Dursun Dashdamirov" userId="a8b9d0e1f239c75f" providerId="LiveId" clId="{E297FC27-9774-4AAE-B428-959B432F1B03}" dt="2026-02-23T23:52:12.397" v="691"/>
          <ac:inkMkLst>
            <pc:docMk/>
            <pc:sldMk cId="166527097" sldId="266"/>
            <ac:inkMk id="23" creationId="{79A7D175-DE74-4687-8642-7D4712970229}"/>
          </ac:inkMkLst>
        </pc:inkChg>
        <pc:inkChg chg="del">
          <ac:chgData name="Dursun Dashdamirov" userId="a8b9d0e1f239c75f" providerId="LiveId" clId="{E297FC27-9774-4AAE-B428-959B432F1B03}" dt="2026-02-23T23:52:12.397" v="693"/>
          <ac:inkMkLst>
            <pc:docMk/>
            <pc:sldMk cId="166527097" sldId="266"/>
            <ac:inkMk id="24" creationId="{2A1553DD-F404-428D-9222-B97F9CD19D48}"/>
          </ac:inkMkLst>
        </pc:inkChg>
        <pc:inkChg chg="del">
          <ac:chgData name="Dursun Dashdamirov" userId="a8b9d0e1f239c75f" providerId="LiveId" clId="{E297FC27-9774-4AAE-B428-959B432F1B03}" dt="2026-02-23T23:52:19.559" v="742"/>
          <ac:inkMkLst>
            <pc:docMk/>
            <pc:sldMk cId="166527097" sldId="266"/>
            <ac:inkMk id="27" creationId="{5315D260-2161-484D-99C7-FE095FACD8AA}"/>
          </ac:inkMkLst>
        </pc:inkChg>
        <pc:inkChg chg="del">
          <ac:chgData name="Dursun Dashdamirov" userId="a8b9d0e1f239c75f" providerId="LiveId" clId="{E297FC27-9774-4AAE-B428-959B432F1B03}" dt="2026-02-23T23:52:19.559" v="747"/>
          <ac:inkMkLst>
            <pc:docMk/>
            <pc:sldMk cId="166527097" sldId="266"/>
            <ac:inkMk id="28" creationId="{EF3C1FDE-2D58-4F68-9F46-8BCEEBC42A4F}"/>
          </ac:inkMkLst>
        </pc:inkChg>
        <pc:inkChg chg="del mod">
          <ac:chgData name="Dursun Dashdamirov" userId="a8b9d0e1f239c75f" providerId="LiveId" clId="{E297FC27-9774-4AAE-B428-959B432F1B03}" dt="2026-02-23T23:52:19.559" v="745"/>
          <ac:inkMkLst>
            <pc:docMk/>
            <pc:sldMk cId="166527097" sldId="266"/>
            <ac:inkMk id="29" creationId="{B2E13E22-8F3E-47AE-B6E0-14265035CCFE}"/>
          </ac:inkMkLst>
        </pc:inkChg>
        <pc:inkChg chg="del">
          <ac:chgData name="Dursun Dashdamirov" userId="a8b9d0e1f239c75f" providerId="LiveId" clId="{E297FC27-9774-4AAE-B428-959B432F1B03}" dt="2026-02-23T23:52:19.559" v="739"/>
          <ac:inkMkLst>
            <pc:docMk/>
            <pc:sldMk cId="166527097" sldId="266"/>
            <ac:inkMk id="30" creationId="{9368E180-55CE-4141-A12B-A4AE2D3152DC}"/>
          </ac:inkMkLst>
        </pc:inkChg>
        <pc:inkChg chg="del mod">
          <ac:chgData name="Dursun Dashdamirov" userId="a8b9d0e1f239c75f" providerId="LiveId" clId="{E297FC27-9774-4AAE-B428-959B432F1B03}" dt="2026-02-23T23:52:19.559" v="741"/>
          <ac:inkMkLst>
            <pc:docMk/>
            <pc:sldMk cId="166527097" sldId="266"/>
            <ac:inkMk id="31" creationId="{C5096561-DB3F-4BB2-A2C2-9B2C3C500D68}"/>
          </ac:inkMkLst>
        </pc:inkChg>
        <pc:inkChg chg="del">
          <ac:chgData name="Dursun Dashdamirov" userId="a8b9d0e1f239c75f" providerId="LiveId" clId="{E297FC27-9774-4AAE-B428-959B432F1B03}" dt="2026-02-23T23:52:19.559" v="751"/>
          <ac:inkMkLst>
            <pc:docMk/>
            <pc:sldMk cId="166527097" sldId="266"/>
            <ac:inkMk id="32" creationId="{29C444D3-0834-4706-9614-6849FD2622A6}"/>
          </ac:inkMkLst>
        </pc:inkChg>
        <pc:inkChg chg="del mod">
          <ac:chgData name="Dursun Dashdamirov" userId="a8b9d0e1f239c75f" providerId="LiveId" clId="{E297FC27-9774-4AAE-B428-959B432F1B03}" dt="2026-02-23T23:52:19.559" v="743"/>
          <ac:inkMkLst>
            <pc:docMk/>
            <pc:sldMk cId="166527097" sldId="266"/>
            <ac:inkMk id="33" creationId="{B9AFCF8E-03E3-413D-9F04-707F92DC0A8C}"/>
          </ac:inkMkLst>
        </pc:inkChg>
        <pc:inkChg chg="del">
          <ac:chgData name="Dursun Dashdamirov" userId="a8b9d0e1f239c75f" providerId="LiveId" clId="{E297FC27-9774-4AAE-B428-959B432F1B03}" dt="2026-02-23T23:52:19.559" v="740"/>
          <ac:inkMkLst>
            <pc:docMk/>
            <pc:sldMk cId="166527097" sldId="266"/>
            <ac:inkMk id="34" creationId="{FEE59A0A-8D54-4B13-B220-81641E08EA81}"/>
          </ac:inkMkLst>
        </pc:inkChg>
        <pc:inkChg chg="del mod">
          <ac:chgData name="Dursun Dashdamirov" userId="a8b9d0e1f239c75f" providerId="LiveId" clId="{E297FC27-9774-4AAE-B428-959B432F1B03}" dt="2026-02-23T23:52:19.559" v="746"/>
          <ac:inkMkLst>
            <pc:docMk/>
            <pc:sldMk cId="166527097" sldId="266"/>
            <ac:inkMk id="35" creationId="{EF376721-FD22-42FE-86F2-224CCE53F125}"/>
          </ac:inkMkLst>
        </pc:inkChg>
        <pc:inkChg chg="del mod">
          <ac:chgData name="Dursun Dashdamirov" userId="a8b9d0e1f239c75f" providerId="LiveId" clId="{E297FC27-9774-4AAE-B428-959B432F1B03}" dt="2026-02-23T23:52:19.559" v="748"/>
          <ac:inkMkLst>
            <pc:docMk/>
            <pc:sldMk cId="166527097" sldId="266"/>
            <ac:inkMk id="36" creationId="{8F77B184-44B3-4904-9B2E-39DAC19C80F0}"/>
          </ac:inkMkLst>
        </pc:inkChg>
        <pc:inkChg chg="del mod">
          <ac:chgData name="Dursun Dashdamirov" userId="a8b9d0e1f239c75f" providerId="LiveId" clId="{E297FC27-9774-4AAE-B428-959B432F1B03}" dt="2026-02-23T23:52:19.559" v="744"/>
          <ac:inkMkLst>
            <pc:docMk/>
            <pc:sldMk cId="166527097" sldId="266"/>
            <ac:inkMk id="39" creationId="{D4EA8732-8C77-4193-8317-87B7EC4F6B46}"/>
          </ac:inkMkLst>
        </pc:inkChg>
        <pc:inkChg chg="del">
          <ac:chgData name="Dursun Dashdamirov" userId="a8b9d0e1f239c75f" providerId="LiveId" clId="{E297FC27-9774-4AAE-B428-959B432F1B03}" dt="2026-02-23T23:52:12.397" v="701"/>
          <ac:inkMkLst>
            <pc:docMk/>
            <pc:sldMk cId="166527097" sldId="266"/>
            <ac:inkMk id="41" creationId="{0B1BB728-BFC4-49BA-9A03-376237AEC345}"/>
          </ac:inkMkLst>
        </pc:inkChg>
        <pc:inkChg chg="del mod">
          <ac:chgData name="Dursun Dashdamirov" userId="a8b9d0e1f239c75f" providerId="LiveId" clId="{E297FC27-9774-4AAE-B428-959B432F1B03}" dt="2026-02-23T23:52:12.397" v="702"/>
          <ac:inkMkLst>
            <pc:docMk/>
            <pc:sldMk cId="166527097" sldId="266"/>
            <ac:inkMk id="42" creationId="{CC6E3652-AA04-4F81-9CF1-3EC43B023759}"/>
          </ac:inkMkLst>
        </pc:inkChg>
        <pc:inkChg chg="del">
          <ac:chgData name="Dursun Dashdamirov" userId="a8b9d0e1f239c75f" providerId="LiveId" clId="{E297FC27-9774-4AAE-B428-959B432F1B03}" dt="2026-02-23T23:52:12.397" v="703"/>
          <ac:inkMkLst>
            <pc:docMk/>
            <pc:sldMk cId="166527097" sldId="266"/>
            <ac:inkMk id="43" creationId="{74E017C4-0CE4-412B-9225-04A5C5537ADB}"/>
          </ac:inkMkLst>
        </pc:inkChg>
        <pc:inkChg chg="del mod">
          <ac:chgData name="Dursun Dashdamirov" userId="a8b9d0e1f239c75f" providerId="LiveId" clId="{E297FC27-9774-4AAE-B428-959B432F1B03}" dt="2026-02-23T23:52:12.397" v="704"/>
          <ac:inkMkLst>
            <pc:docMk/>
            <pc:sldMk cId="166527097" sldId="266"/>
            <ac:inkMk id="44" creationId="{45832D90-E3B5-4BB7-9CE1-C715105426E9}"/>
          </ac:inkMkLst>
        </pc:inkChg>
        <pc:inkChg chg="del mod">
          <ac:chgData name="Dursun Dashdamirov" userId="a8b9d0e1f239c75f" providerId="LiveId" clId="{E297FC27-9774-4AAE-B428-959B432F1B03}" dt="2026-02-23T23:52:12.397" v="706"/>
          <ac:inkMkLst>
            <pc:docMk/>
            <pc:sldMk cId="166527097" sldId="266"/>
            <ac:inkMk id="45" creationId="{13E73D05-C7D2-4F31-A4C1-C7C5844B48C3}"/>
          </ac:inkMkLst>
        </pc:inkChg>
        <pc:inkChg chg="del">
          <ac:chgData name="Dursun Dashdamirov" userId="a8b9d0e1f239c75f" providerId="LiveId" clId="{E297FC27-9774-4AAE-B428-959B432F1B03}" dt="2026-02-23T23:52:12.397" v="709"/>
          <ac:inkMkLst>
            <pc:docMk/>
            <pc:sldMk cId="166527097" sldId="266"/>
            <ac:inkMk id="48" creationId="{16114F55-3ACC-4DB5-BDD0-ADF0FD01D72B}"/>
          </ac:inkMkLst>
        </pc:inkChg>
        <pc:inkChg chg="del mod">
          <ac:chgData name="Dursun Dashdamirov" userId="a8b9d0e1f239c75f" providerId="LiveId" clId="{E297FC27-9774-4AAE-B428-959B432F1B03}" dt="2026-02-23T23:52:12.397" v="711"/>
          <ac:inkMkLst>
            <pc:docMk/>
            <pc:sldMk cId="166527097" sldId="266"/>
            <ac:inkMk id="49" creationId="{9240526E-0824-4227-A801-BCEE7F9E4C3C}"/>
          </ac:inkMkLst>
        </pc:inkChg>
        <pc:inkChg chg="del mod">
          <ac:chgData name="Dursun Dashdamirov" userId="a8b9d0e1f239c75f" providerId="LiveId" clId="{E297FC27-9774-4AAE-B428-959B432F1B03}" dt="2026-02-23T23:52:12.397" v="712"/>
          <ac:inkMkLst>
            <pc:docMk/>
            <pc:sldMk cId="166527097" sldId="266"/>
            <ac:inkMk id="50" creationId="{83D6B497-3287-46B8-85FC-36AA49EB049B}"/>
          </ac:inkMkLst>
        </pc:inkChg>
        <pc:inkChg chg="del mod">
          <ac:chgData name="Dursun Dashdamirov" userId="a8b9d0e1f239c75f" providerId="LiveId" clId="{E297FC27-9774-4AAE-B428-959B432F1B03}" dt="2026-02-23T23:52:12.397" v="715"/>
          <ac:inkMkLst>
            <pc:docMk/>
            <pc:sldMk cId="166527097" sldId="266"/>
            <ac:inkMk id="52" creationId="{D75AB607-673E-4975-80CA-DAFDC24AF150}"/>
          </ac:inkMkLst>
        </pc:inkChg>
        <pc:inkChg chg="del mod">
          <ac:chgData name="Dursun Dashdamirov" userId="a8b9d0e1f239c75f" providerId="LiveId" clId="{E297FC27-9774-4AAE-B428-959B432F1B03}" dt="2026-02-23T23:52:12.397" v="716"/>
          <ac:inkMkLst>
            <pc:docMk/>
            <pc:sldMk cId="166527097" sldId="266"/>
            <ac:inkMk id="53" creationId="{3603AA38-7265-4F2B-8203-65F220AE6D7E}"/>
          </ac:inkMkLst>
        </pc:inkChg>
        <pc:inkChg chg="del mod">
          <ac:chgData name="Dursun Dashdamirov" userId="a8b9d0e1f239c75f" providerId="LiveId" clId="{E297FC27-9774-4AAE-B428-959B432F1B03}" dt="2026-02-23T23:52:12.397" v="718"/>
          <ac:inkMkLst>
            <pc:docMk/>
            <pc:sldMk cId="166527097" sldId="266"/>
            <ac:inkMk id="54" creationId="{D1EF01C2-A591-4657-81D2-C044E591558B}"/>
          </ac:inkMkLst>
        </pc:inkChg>
        <pc:inkChg chg="del mod">
          <ac:chgData name="Dursun Dashdamirov" userId="a8b9d0e1f239c75f" providerId="LiveId" clId="{E297FC27-9774-4AAE-B428-959B432F1B03}" dt="2026-02-23T23:52:12.397" v="719"/>
          <ac:inkMkLst>
            <pc:docMk/>
            <pc:sldMk cId="166527097" sldId="266"/>
            <ac:inkMk id="55" creationId="{0EB76A3E-FA2E-4D24-83D2-6ABC92FF2DC1}"/>
          </ac:inkMkLst>
        </pc:inkChg>
        <pc:inkChg chg="del mod">
          <ac:chgData name="Dursun Dashdamirov" userId="a8b9d0e1f239c75f" providerId="LiveId" clId="{E297FC27-9774-4AAE-B428-959B432F1B03}" dt="2026-02-23T23:52:12.397" v="721"/>
          <ac:inkMkLst>
            <pc:docMk/>
            <pc:sldMk cId="166527097" sldId="266"/>
            <ac:inkMk id="56" creationId="{914B72C4-810F-46D2-AA7A-BE281515C8CF}"/>
          </ac:inkMkLst>
        </pc:inkChg>
        <pc:inkChg chg="del mod">
          <ac:chgData name="Dursun Dashdamirov" userId="a8b9d0e1f239c75f" providerId="LiveId" clId="{E297FC27-9774-4AAE-B428-959B432F1B03}" dt="2026-02-23T23:52:12.397" v="723"/>
          <ac:inkMkLst>
            <pc:docMk/>
            <pc:sldMk cId="166527097" sldId="266"/>
            <ac:inkMk id="57" creationId="{F6527556-ABB9-4D43-B6FC-718116569BD1}"/>
          </ac:inkMkLst>
        </pc:inkChg>
        <pc:inkChg chg="del mod">
          <ac:chgData name="Dursun Dashdamirov" userId="a8b9d0e1f239c75f" providerId="LiveId" clId="{E297FC27-9774-4AAE-B428-959B432F1B03}" dt="2026-02-23T23:52:12.397" v="725"/>
          <ac:inkMkLst>
            <pc:docMk/>
            <pc:sldMk cId="166527097" sldId="266"/>
            <ac:inkMk id="58" creationId="{9B612E43-9B55-41FA-81B3-292F882C2554}"/>
          </ac:inkMkLst>
        </pc:inkChg>
        <pc:inkChg chg="del mod">
          <ac:chgData name="Dursun Dashdamirov" userId="a8b9d0e1f239c75f" providerId="LiveId" clId="{E297FC27-9774-4AAE-B428-959B432F1B03}" dt="2026-02-23T23:52:12.397" v="727"/>
          <ac:inkMkLst>
            <pc:docMk/>
            <pc:sldMk cId="166527097" sldId="266"/>
            <ac:inkMk id="60" creationId="{616446B4-87B7-4B19-A057-5B167DDC6036}"/>
          </ac:inkMkLst>
        </pc:inkChg>
        <pc:inkChg chg="del mod">
          <ac:chgData name="Dursun Dashdamirov" userId="a8b9d0e1f239c75f" providerId="LiveId" clId="{E297FC27-9774-4AAE-B428-959B432F1B03}" dt="2026-02-23T23:52:12.397" v="729"/>
          <ac:inkMkLst>
            <pc:docMk/>
            <pc:sldMk cId="166527097" sldId="266"/>
            <ac:inkMk id="61" creationId="{DA869D88-CF1F-49C3-8A1B-8FA78917D61D}"/>
          </ac:inkMkLst>
        </pc:inkChg>
        <pc:inkChg chg="del mod">
          <ac:chgData name="Dursun Dashdamirov" userId="a8b9d0e1f239c75f" providerId="LiveId" clId="{E297FC27-9774-4AAE-B428-959B432F1B03}" dt="2026-02-23T23:52:12.397" v="730"/>
          <ac:inkMkLst>
            <pc:docMk/>
            <pc:sldMk cId="166527097" sldId="266"/>
            <ac:inkMk id="62" creationId="{D52AE4B5-F86B-4879-BEB3-043F131C47C1}"/>
          </ac:inkMkLst>
        </pc:inkChg>
        <pc:inkChg chg="del mod">
          <ac:chgData name="Dursun Dashdamirov" userId="a8b9d0e1f239c75f" providerId="LiveId" clId="{E297FC27-9774-4AAE-B428-959B432F1B03}" dt="2026-02-23T23:52:12.397" v="732"/>
          <ac:inkMkLst>
            <pc:docMk/>
            <pc:sldMk cId="166527097" sldId="266"/>
            <ac:inkMk id="63" creationId="{8497B8AE-8BC4-48C6-95D8-FD21609E700C}"/>
          </ac:inkMkLst>
        </pc:inkChg>
        <pc:inkChg chg="del">
          <ac:chgData name="Dursun Dashdamirov" userId="a8b9d0e1f239c75f" providerId="LiveId" clId="{E297FC27-9774-4AAE-B428-959B432F1B03}" dt="2026-02-23T23:52:12.397" v="682"/>
          <ac:inkMkLst>
            <pc:docMk/>
            <pc:sldMk cId="166527097" sldId="266"/>
            <ac:inkMk id="5120" creationId="{0F1E86EA-4289-4361-A0D4-99D7F95311A9}"/>
          </ac:inkMkLst>
        </pc:inkChg>
        <pc:inkChg chg="del">
          <ac:chgData name="Dursun Dashdamirov" userId="a8b9d0e1f239c75f" providerId="LiveId" clId="{E297FC27-9774-4AAE-B428-959B432F1B03}" dt="2026-02-23T23:52:12.397" v="683"/>
          <ac:inkMkLst>
            <pc:docMk/>
            <pc:sldMk cId="166527097" sldId="266"/>
            <ac:inkMk id="5126" creationId="{582775D5-10F5-4888-82B1-34A70B817041}"/>
          </ac:inkMkLst>
        </pc:inkChg>
        <pc:inkChg chg="del mod">
          <ac:chgData name="Dursun Dashdamirov" userId="a8b9d0e1f239c75f" providerId="LiveId" clId="{E297FC27-9774-4AAE-B428-959B432F1B03}" dt="2026-02-23T23:52:12.397" v="684"/>
          <ac:inkMkLst>
            <pc:docMk/>
            <pc:sldMk cId="166527097" sldId="266"/>
            <ac:inkMk id="5127" creationId="{539A84EE-83F4-4F1D-81D1-9CD8B71503B9}"/>
          </ac:inkMkLst>
        </pc:inkChg>
        <pc:inkChg chg="del mod">
          <ac:chgData name="Dursun Dashdamirov" userId="a8b9d0e1f239c75f" providerId="LiveId" clId="{E297FC27-9774-4AAE-B428-959B432F1B03}" dt="2026-02-23T23:52:12.397" v="685"/>
          <ac:inkMkLst>
            <pc:docMk/>
            <pc:sldMk cId="166527097" sldId="266"/>
            <ac:inkMk id="5128" creationId="{030A13CC-9E80-45B7-A8DC-B5912C4CE48F}"/>
          </ac:inkMkLst>
        </pc:inkChg>
        <pc:inkChg chg="del">
          <ac:chgData name="Dursun Dashdamirov" userId="a8b9d0e1f239c75f" providerId="LiveId" clId="{E297FC27-9774-4AAE-B428-959B432F1B03}" dt="2026-02-23T23:52:12.397" v="686"/>
          <ac:inkMkLst>
            <pc:docMk/>
            <pc:sldMk cId="166527097" sldId="266"/>
            <ac:inkMk id="5129" creationId="{D90DD17A-E0CF-418F-A3A3-320F8F5651D3}"/>
          </ac:inkMkLst>
        </pc:inkChg>
        <pc:inkChg chg="del mod">
          <ac:chgData name="Dursun Dashdamirov" userId="a8b9d0e1f239c75f" providerId="LiveId" clId="{E297FC27-9774-4AAE-B428-959B432F1B03}" dt="2026-02-23T23:52:12.397" v="687"/>
          <ac:inkMkLst>
            <pc:docMk/>
            <pc:sldMk cId="166527097" sldId="266"/>
            <ac:inkMk id="5130" creationId="{650507A2-EA4D-409C-B6A3-3D9658E91061}"/>
          </ac:inkMkLst>
        </pc:inkChg>
        <pc:inkChg chg="del mod">
          <ac:chgData name="Dursun Dashdamirov" userId="a8b9d0e1f239c75f" providerId="LiveId" clId="{E297FC27-9774-4AAE-B428-959B432F1B03}" dt="2026-02-23T23:52:12.397" v="689"/>
          <ac:inkMkLst>
            <pc:docMk/>
            <pc:sldMk cId="166527097" sldId="266"/>
            <ac:inkMk id="5133" creationId="{AC005306-4DE9-4764-B8DD-1533FF80DFA0}"/>
          </ac:inkMkLst>
        </pc:inkChg>
        <pc:inkChg chg="del mod">
          <ac:chgData name="Dursun Dashdamirov" userId="a8b9d0e1f239c75f" providerId="LiveId" clId="{E297FC27-9774-4AAE-B428-959B432F1B03}" dt="2026-02-23T23:52:12.397" v="690"/>
          <ac:inkMkLst>
            <pc:docMk/>
            <pc:sldMk cId="166527097" sldId="266"/>
            <ac:inkMk id="5135" creationId="{54F462D0-3303-4B53-B30D-4EEDDC14AE8E}"/>
          </ac:inkMkLst>
        </pc:inkChg>
        <pc:inkChg chg="del mod">
          <ac:chgData name="Dursun Dashdamirov" userId="a8b9d0e1f239c75f" providerId="LiveId" clId="{E297FC27-9774-4AAE-B428-959B432F1B03}" dt="2026-02-23T23:52:12.397" v="692"/>
          <ac:inkMkLst>
            <pc:docMk/>
            <pc:sldMk cId="166527097" sldId="266"/>
            <ac:inkMk id="5136" creationId="{A6393DC8-40F6-4FB3-A796-77C6389B6668}"/>
          </ac:inkMkLst>
        </pc:inkChg>
        <pc:inkChg chg="del">
          <ac:chgData name="Dursun Dashdamirov" userId="a8b9d0e1f239c75f" providerId="LiveId" clId="{E297FC27-9774-4AAE-B428-959B432F1B03}" dt="2026-02-23T23:52:12.397" v="694"/>
          <ac:inkMkLst>
            <pc:docMk/>
            <pc:sldMk cId="166527097" sldId="266"/>
            <ac:inkMk id="5138" creationId="{498A61D9-0C06-474D-B0F7-48AA98ACA5E9}"/>
          </ac:inkMkLst>
        </pc:inkChg>
        <pc:inkChg chg="del mod">
          <ac:chgData name="Dursun Dashdamirov" userId="a8b9d0e1f239c75f" providerId="LiveId" clId="{E297FC27-9774-4AAE-B428-959B432F1B03}" dt="2026-02-23T23:52:12.397" v="695"/>
          <ac:inkMkLst>
            <pc:docMk/>
            <pc:sldMk cId="166527097" sldId="266"/>
            <ac:inkMk id="5145" creationId="{27731372-0501-4DAE-8897-2FE18FF47547}"/>
          </ac:inkMkLst>
        </pc:inkChg>
        <pc:inkChg chg="del mod">
          <ac:chgData name="Dursun Dashdamirov" userId="a8b9d0e1f239c75f" providerId="LiveId" clId="{E297FC27-9774-4AAE-B428-959B432F1B03}" dt="2026-02-23T23:52:12.397" v="696"/>
          <ac:inkMkLst>
            <pc:docMk/>
            <pc:sldMk cId="166527097" sldId="266"/>
            <ac:inkMk id="5147" creationId="{55B676C3-6AB5-422F-813B-681B1E0C3C2D}"/>
          </ac:inkMkLst>
        </pc:inkChg>
        <pc:inkChg chg="del mod">
          <ac:chgData name="Dursun Dashdamirov" userId="a8b9d0e1f239c75f" providerId="LiveId" clId="{E297FC27-9774-4AAE-B428-959B432F1B03}" dt="2026-02-23T23:52:12.397" v="697"/>
          <ac:inkMkLst>
            <pc:docMk/>
            <pc:sldMk cId="166527097" sldId="266"/>
            <ac:inkMk id="5148" creationId="{BE0664FD-D2E7-4A1E-9CD8-62E9E9097818}"/>
          </ac:inkMkLst>
        </pc:inkChg>
        <pc:inkChg chg="del">
          <ac:chgData name="Dursun Dashdamirov" userId="a8b9d0e1f239c75f" providerId="LiveId" clId="{E297FC27-9774-4AAE-B428-959B432F1B03}" dt="2026-02-23T23:52:12.397" v="698"/>
          <ac:inkMkLst>
            <pc:docMk/>
            <pc:sldMk cId="166527097" sldId="266"/>
            <ac:inkMk id="5149" creationId="{88ADF010-AF5B-4DEC-BFFC-67ECA540A032}"/>
          </ac:inkMkLst>
        </pc:inkChg>
        <pc:inkChg chg="del">
          <ac:chgData name="Dursun Dashdamirov" userId="a8b9d0e1f239c75f" providerId="LiveId" clId="{E297FC27-9774-4AAE-B428-959B432F1B03}" dt="2026-02-23T23:52:12.397" v="699"/>
          <ac:inkMkLst>
            <pc:docMk/>
            <pc:sldMk cId="166527097" sldId="266"/>
            <ac:inkMk id="5151" creationId="{789CC739-9490-4CC2-958E-75E7DDA9B5C2}"/>
          </ac:inkMkLst>
        </pc:inkChg>
        <pc:inkChg chg="del">
          <ac:chgData name="Dursun Dashdamirov" userId="a8b9d0e1f239c75f" providerId="LiveId" clId="{E297FC27-9774-4AAE-B428-959B432F1B03}" dt="2026-02-23T23:52:12.397" v="700"/>
          <ac:inkMkLst>
            <pc:docMk/>
            <pc:sldMk cId="166527097" sldId="266"/>
            <ac:inkMk id="5152" creationId="{B83758F9-FBBB-4ED5-B68A-3474A5254A8B}"/>
          </ac:inkMkLst>
        </pc:inkChg>
        <pc:inkChg chg="del mod">
          <ac:chgData name="Dursun Dashdamirov" userId="a8b9d0e1f239c75f" providerId="LiveId" clId="{E297FC27-9774-4AAE-B428-959B432F1B03}" dt="2026-02-23T23:52:19.557" v="738"/>
          <ac:inkMkLst>
            <pc:docMk/>
            <pc:sldMk cId="166527097" sldId="266"/>
            <ac:inkMk id="5153" creationId="{60D27D5C-8D95-4777-A648-4E13E2916E73}"/>
          </ac:inkMkLst>
        </pc:inkChg>
        <pc:inkChg chg="del mod">
          <ac:chgData name="Dursun Dashdamirov" userId="a8b9d0e1f239c75f" providerId="LiveId" clId="{E297FC27-9774-4AAE-B428-959B432F1B03}" dt="2026-02-23T23:52:19.559" v="752"/>
          <ac:inkMkLst>
            <pc:docMk/>
            <pc:sldMk cId="166527097" sldId="266"/>
            <ac:inkMk id="5154" creationId="{9EFEE4F8-82B4-4454-8945-F23C5EFA71F5}"/>
          </ac:inkMkLst>
        </pc:inkChg>
        <pc:inkChg chg="del mod">
          <ac:chgData name="Dursun Dashdamirov" userId="a8b9d0e1f239c75f" providerId="LiveId" clId="{E297FC27-9774-4AAE-B428-959B432F1B03}" dt="2026-02-23T23:52:19.559" v="749"/>
          <ac:inkMkLst>
            <pc:docMk/>
            <pc:sldMk cId="166527097" sldId="266"/>
            <ac:inkMk id="5155" creationId="{6730BA8F-9C22-41D6-B33C-33C3E382A19F}"/>
          </ac:inkMkLst>
        </pc:inkChg>
        <pc:inkChg chg="del mod">
          <ac:chgData name="Dursun Dashdamirov" userId="a8b9d0e1f239c75f" providerId="LiveId" clId="{E297FC27-9774-4AAE-B428-959B432F1B03}" dt="2026-02-23T23:52:12.397" v="708"/>
          <ac:inkMkLst>
            <pc:docMk/>
            <pc:sldMk cId="166527097" sldId="266"/>
            <ac:inkMk id="5160" creationId="{9322DE6D-0F75-490A-A4B6-27177634E8DE}"/>
          </ac:inkMkLst>
        </pc:inkChg>
        <pc:inkChg chg="del">
          <ac:chgData name="Dursun Dashdamirov" userId="a8b9d0e1f239c75f" providerId="LiveId" clId="{E297FC27-9774-4AAE-B428-959B432F1B03}" dt="2026-02-23T23:52:12.397" v="710"/>
          <ac:inkMkLst>
            <pc:docMk/>
            <pc:sldMk cId="166527097" sldId="266"/>
            <ac:inkMk id="5161" creationId="{1FEA5762-4950-463E-9CB4-352C6671CC84}"/>
          </ac:inkMkLst>
        </pc:inkChg>
        <pc:inkChg chg="del mod">
          <ac:chgData name="Dursun Dashdamirov" userId="a8b9d0e1f239c75f" providerId="LiveId" clId="{E297FC27-9774-4AAE-B428-959B432F1B03}" dt="2026-02-23T23:52:12.397" v="714"/>
          <ac:inkMkLst>
            <pc:docMk/>
            <pc:sldMk cId="166527097" sldId="266"/>
            <ac:inkMk id="5164" creationId="{53E40C09-F383-4F7A-AD57-B2CC91632730}"/>
          </ac:inkMkLst>
        </pc:inkChg>
        <pc:inkChg chg="del">
          <ac:chgData name="Dursun Dashdamirov" userId="a8b9d0e1f239c75f" providerId="LiveId" clId="{E297FC27-9774-4AAE-B428-959B432F1B03}" dt="2026-02-23T23:52:12.397" v="717"/>
          <ac:inkMkLst>
            <pc:docMk/>
            <pc:sldMk cId="166527097" sldId="266"/>
            <ac:inkMk id="5166" creationId="{D7704C9F-7529-48AF-BB45-A15A4AAE47DF}"/>
          </ac:inkMkLst>
        </pc:inkChg>
        <pc:inkChg chg="del mod">
          <ac:chgData name="Dursun Dashdamirov" userId="a8b9d0e1f239c75f" providerId="LiveId" clId="{E297FC27-9774-4AAE-B428-959B432F1B03}" dt="2026-02-23T23:52:12.397" v="720"/>
          <ac:inkMkLst>
            <pc:docMk/>
            <pc:sldMk cId="166527097" sldId="266"/>
            <ac:inkMk id="5168" creationId="{CE927D4F-30D3-4074-A355-0C7CEC02FCB0}"/>
          </ac:inkMkLst>
        </pc:inkChg>
        <pc:inkChg chg="del mod">
          <ac:chgData name="Dursun Dashdamirov" userId="a8b9d0e1f239c75f" providerId="LiveId" clId="{E297FC27-9774-4AAE-B428-959B432F1B03}" dt="2026-02-23T23:52:12.397" v="722"/>
          <ac:inkMkLst>
            <pc:docMk/>
            <pc:sldMk cId="166527097" sldId="266"/>
            <ac:inkMk id="5169" creationId="{20A8A18B-BEBB-4268-AE92-F059776F392E}"/>
          </ac:inkMkLst>
        </pc:inkChg>
        <pc:inkChg chg="del mod">
          <ac:chgData name="Dursun Dashdamirov" userId="a8b9d0e1f239c75f" providerId="LiveId" clId="{E297FC27-9774-4AAE-B428-959B432F1B03}" dt="2026-02-23T23:52:12.397" v="724"/>
          <ac:inkMkLst>
            <pc:docMk/>
            <pc:sldMk cId="166527097" sldId="266"/>
            <ac:inkMk id="5170" creationId="{ED482EE8-3601-4B65-B65F-F5F40DB4EDAB}"/>
          </ac:inkMkLst>
        </pc:inkChg>
        <pc:inkChg chg="del mod">
          <ac:chgData name="Dursun Dashdamirov" userId="a8b9d0e1f239c75f" providerId="LiveId" clId="{E297FC27-9774-4AAE-B428-959B432F1B03}" dt="2026-02-23T23:52:12.397" v="726"/>
          <ac:inkMkLst>
            <pc:docMk/>
            <pc:sldMk cId="166527097" sldId="266"/>
            <ac:inkMk id="5171" creationId="{323AFD29-0A37-471D-9303-9F75A5E33560}"/>
          </ac:inkMkLst>
        </pc:inkChg>
        <pc:inkChg chg="del">
          <ac:chgData name="Dursun Dashdamirov" userId="a8b9d0e1f239c75f" providerId="LiveId" clId="{E297FC27-9774-4AAE-B428-959B432F1B03}" dt="2026-02-23T23:52:12.397" v="728"/>
          <ac:inkMkLst>
            <pc:docMk/>
            <pc:sldMk cId="166527097" sldId="266"/>
            <ac:inkMk id="5173" creationId="{C1C0D5EB-57A4-442C-B50F-033E703A7610}"/>
          </ac:inkMkLst>
        </pc:inkChg>
        <pc:inkChg chg="del">
          <ac:chgData name="Dursun Dashdamirov" userId="a8b9d0e1f239c75f" providerId="LiveId" clId="{E297FC27-9774-4AAE-B428-959B432F1B03}" dt="2026-02-23T23:52:12.397" v="731"/>
          <ac:inkMkLst>
            <pc:docMk/>
            <pc:sldMk cId="166527097" sldId="266"/>
            <ac:inkMk id="5175" creationId="{1C923046-3461-4218-B49D-827308AFBAA7}"/>
          </ac:inkMkLst>
        </pc:inkChg>
        <pc:inkChg chg="del mod">
          <ac:chgData name="Dursun Dashdamirov" userId="a8b9d0e1f239c75f" providerId="LiveId" clId="{E297FC27-9774-4AAE-B428-959B432F1B03}" dt="2026-02-23T23:52:12.397" v="733"/>
          <ac:inkMkLst>
            <pc:docMk/>
            <pc:sldMk cId="166527097" sldId="266"/>
            <ac:inkMk id="5177" creationId="{C7F430BB-8876-4D12-80AF-4C80374C15D0}"/>
          </ac:inkMkLst>
        </pc:inkChg>
        <pc:inkChg chg="del mod">
          <ac:chgData name="Dursun Dashdamirov" userId="a8b9d0e1f239c75f" providerId="LiveId" clId="{E297FC27-9774-4AAE-B428-959B432F1B03}" dt="2026-02-23T23:52:12.397" v="734"/>
          <ac:inkMkLst>
            <pc:docMk/>
            <pc:sldMk cId="166527097" sldId="266"/>
            <ac:inkMk id="5178" creationId="{0D850D9F-49BE-407C-ABD5-BA18110CC76D}"/>
          </ac:inkMkLst>
        </pc:inkChg>
        <pc:inkChg chg="del mod">
          <ac:chgData name="Dursun Dashdamirov" userId="a8b9d0e1f239c75f" providerId="LiveId" clId="{E297FC27-9774-4AAE-B428-959B432F1B03}" dt="2026-02-23T23:52:12.397" v="735"/>
          <ac:inkMkLst>
            <pc:docMk/>
            <pc:sldMk cId="166527097" sldId="266"/>
            <ac:inkMk id="5180" creationId="{D5508C99-99FF-4000-87B7-2AD95EB8E138}"/>
          </ac:inkMkLst>
        </pc:inkChg>
        <pc:inkChg chg="del mod">
          <ac:chgData name="Dursun Dashdamirov" userId="a8b9d0e1f239c75f" providerId="LiveId" clId="{E297FC27-9774-4AAE-B428-959B432F1B03}" dt="2026-02-23T23:52:12.397" v="736"/>
          <ac:inkMkLst>
            <pc:docMk/>
            <pc:sldMk cId="166527097" sldId="266"/>
            <ac:inkMk id="5181" creationId="{5FE7DEC3-B456-4C75-9785-11574FB23862}"/>
          </ac:inkMkLst>
        </pc:inkChg>
        <pc:inkChg chg="del mod">
          <ac:chgData name="Dursun Dashdamirov" userId="a8b9d0e1f239c75f" providerId="LiveId" clId="{E297FC27-9774-4AAE-B428-959B432F1B03}" dt="2026-02-23T23:52:12.397" v="737"/>
          <ac:inkMkLst>
            <pc:docMk/>
            <pc:sldMk cId="166527097" sldId="266"/>
            <ac:inkMk id="5182" creationId="{F1FC1161-EF4C-4D6A-A362-52F9DE8A93AE}"/>
          </ac:inkMkLst>
        </pc:inkChg>
      </pc:sldChg>
      <pc:sldChg chg="delSp modSp">
        <pc:chgData name="Dursun Dashdamirov" userId="a8b9d0e1f239c75f" providerId="LiveId" clId="{E297FC27-9774-4AAE-B428-959B432F1B03}" dt="2026-02-23T23:52:43.589" v="827"/>
        <pc:sldMkLst>
          <pc:docMk/>
          <pc:sldMk cId="998657533" sldId="267"/>
        </pc:sldMkLst>
        <pc:grpChg chg="del mod">
          <ac:chgData name="Dursun Dashdamirov" userId="a8b9d0e1f239c75f" providerId="LiveId" clId="{E297FC27-9774-4AAE-B428-959B432F1B03}" dt="2026-02-23T23:52:43.573" v="794"/>
          <ac:grpSpMkLst>
            <pc:docMk/>
            <pc:sldMk cId="998657533" sldId="267"/>
            <ac:grpSpMk id="91" creationId="{3078B58B-2D70-4B0E-BD8D-0F1D7B37DDC7}"/>
          </ac:grpSpMkLst>
        </pc:grpChg>
        <pc:grpChg chg="del mod">
          <ac:chgData name="Dursun Dashdamirov" userId="a8b9d0e1f239c75f" providerId="LiveId" clId="{E297FC27-9774-4AAE-B428-959B432F1B03}" dt="2026-02-23T23:52:43.589" v="816"/>
          <ac:grpSpMkLst>
            <pc:docMk/>
            <pc:sldMk cId="998657533" sldId="267"/>
            <ac:grpSpMk id="119" creationId="{92A51446-B9D8-478C-9476-C9634EAEF3C1}"/>
          </ac:grpSpMkLst>
        </pc:grpChg>
        <pc:grpChg chg="del mod">
          <ac:chgData name="Dursun Dashdamirov" userId="a8b9d0e1f239c75f" providerId="LiveId" clId="{E297FC27-9774-4AAE-B428-959B432F1B03}" dt="2026-02-23T23:52:43.589" v="813"/>
          <ac:grpSpMkLst>
            <pc:docMk/>
            <pc:sldMk cId="998657533" sldId="267"/>
            <ac:grpSpMk id="125" creationId="{91595FEC-AB48-4B05-814B-F1A1A36D6013}"/>
          </ac:grpSpMkLst>
        </pc:grpChg>
        <pc:grpChg chg="del mod">
          <ac:chgData name="Dursun Dashdamirov" userId="a8b9d0e1f239c75f" providerId="LiveId" clId="{E297FC27-9774-4AAE-B428-959B432F1B03}" dt="2026-02-23T23:52:43.589" v="827"/>
          <ac:grpSpMkLst>
            <pc:docMk/>
            <pc:sldMk cId="998657533" sldId="267"/>
            <ac:grpSpMk id="140" creationId="{C114B4C5-C334-48C4-A11E-6AFABF3E4670}"/>
          </ac:grpSpMkLst>
        </pc:grpChg>
        <pc:grpChg chg="del mod">
          <ac:chgData name="Dursun Dashdamirov" userId="a8b9d0e1f239c75f" providerId="LiveId" clId="{E297FC27-9774-4AAE-B428-959B432F1B03}" dt="2026-02-23T23:52:43.589" v="803"/>
          <ac:grpSpMkLst>
            <pc:docMk/>
            <pc:sldMk cId="998657533" sldId="267"/>
            <ac:grpSpMk id="145" creationId="{0968F410-C157-449B-8CF9-0B319AE95342}"/>
          </ac:grpSpMkLst>
        </pc:grpChg>
        <pc:grpChg chg="del mod">
          <ac:chgData name="Dursun Dashdamirov" userId="a8b9d0e1f239c75f" providerId="LiveId" clId="{E297FC27-9774-4AAE-B428-959B432F1B03}" dt="2026-02-23T23:52:43.573" v="799"/>
          <ac:grpSpMkLst>
            <pc:docMk/>
            <pc:sldMk cId="998657533" sldId="267"/>
            <ac:grpSpMk id="159" creationId="{5346AB49-38E6-4751-84A7-C7E541E31FBD}"/>
          </ac:grpSpMkLst>
        </pc:grpChg>
        <pc:grpChg chg="del mod">
          <ac:chgData name="Dursun Dashdamirov" userId="a8b9d0e1f239c75f" providerId="LiveId" clId="{E297FC27-9774-4AAE-B428-959B432F1B03}" dt="2026-02-23T23:52:43.589" v="818"/>
          <ac:grpSpMkLst>
            <pc:docMk/>
            <pc:sldMk cId="998657533" sldId="267"/>
            <ac:grpSpMk id="168" creationId="{96A0C216-421F-4351-BAC0-A57355B4D0EF}"/>
          </ac:grpSpMkLst>
        </pc:grpChg>
        <pc:inkChg chg="del">
          <ac:chgData name="Dursun Dashdamirov" userId="a8b9d0e1f239c75f" providerId="LiveId" clId="{E297FC27-9774-4AAE-B428-959B432F1B03}" dt="2026-02-23T23:52:43.573" v="773"/>
          <ac:inkMkLst>
            <pc:docMk/>
            <pc:sldMk cId="998657533" sldId="267"/>
            <ac:inkMk id="46" creationId="{398EC801-5DC0-4196-99FE-853DC781552E}"/>
          </ac:inkMkLst>
        </pc:inkChg>
        <pc:inkChg chg="del mod">
          <ac:chgData name="Dursun Dashdamirov" userId="a8b9d0e1f239c75f" providerId="LiveId" clId="{E297FC27-9774-4AAE-B428-959B432F1B03}" dt="2026-02-23T23:52:43.573" v="787"/>
          <ac:inkMkLst>
            <pc:docMk/>
            <pc:sldMk cId="998657533" sldId="267"/>
            <ac:inkMk id="47" creationId="{818633D3-0635-46B4-AB24-69CA1EA69071}"/>
          </ac:inkMkLst>
        </pc:inkChg>
        <pc:inkChg chg="del">
          <ac:chgData name="Dursun Dashdamirov" userId="a8b9d0e1f239c75f" providerId="LiveId" clId="{E297FC27-9774-4AAE-B428-959B432F1B03}" dt="2026-02-23T23:52:43.589" v="817"/>
          <ac:inkMkLst>
            <pc:docMk/>
            <pc:sldMk cId="998657533" sldId="267"/>
            <ac:inkMk id="83" creationId="{FA5518AF-792A-460D-98AE-A305DC7BA0AA}"/>
          </ac:inkMkLst>
        </pc:inkChg>
        <pc:inkChg chg="del">
          <ac:chgData name="Dursun Dashdamirov" userId="a8b9d0e1f239c75f" providerId="LiveId" clId="{E297FC27-9774-4AAE-B428-959B432F1B03}" dt="2026-02-23T23:52:43.573" v="775"/>
          <ac:inkMkLst>
            <pc:docMk/>
            <pc:sldMk cId="998657533" sldId="267"/>
            <ac:inkMk id="84" creationId="{22186782-B74D-4F15-9D86-D58F8348F342}"/>
          </ac:inkMkLst>
        </pc:inkChg>
        <pc:inkChg chg="del mod">
          <ac:chgData name="Dursun Dashdamirov" userId="a8b9d0e1f239c75f" providerId="LiveId" clId="{E297FC27-9774-4AAE-B428-959B432F1B03}" dt="2026-02-23T23:52:43.573" v="794"/>
          <ac:inkMkLst>
            <pc:docMk/>
            <pc:sldMk cId="998657533" sldId="267"/>
            <ac:inkMk id="86" creationId="{8CB4CE71-2DAB-4D6F-BBEA-8CCFCABC0C4D}"/>
          </ac:inkMkLst>
        </pc:inkChg>
        <pc:inkChg chg="del mod">
          <ac:chgData name="Dursun Dashdamirov" userId="a8b9d0e1f239c75f" providerId="LiveId" clId="{E297FC27-9774-4AAE-B428-959B432F1B03}" dt="2026-02-23T23:52:43.589" v="815"/>
          <ac:inkMkLst>
            <pc:docMk/>
            <pc:sldMk cId="998657533" sldId="267"/>
            <ac:inkMk id="87" creationId="{74E67C21-9E35-467A-ADCA-2978C7039310}"/>
          </ac:inkMkLst>
        </pc:inkChg>
        <pc:inkChg chg="del mod">
          <ac:chgData name="Dursun Dashdamirov" userId="a8b9d0e1f239c75f" providerId="LiveId" clId="{E297FC27-9774-4AAE-B428-959B432F1B03}" dt="2026-02-23T23:52:43.573" v="781"/>
          <ac:inkMkLst>
            <pc:docMk/>
            <pc:sldMk cId="998657533" sldId="267"/>
            <ac:inkMk id="89" creationId="{26A0FE43-FFDC-4053-8A46-DAA465CF01C3}"/>
          </ac:inkMkLst>
        </pc:inkChg>
        <pc:inkChg chg="del mod">
          <ac:chgData name="Dursun Dashdamirov" userId="a8b9d0e1f239c75f" providerId="LiveId" clId="{E297FC27-9774-4AAE-B428-959B432F1B03}" dt="2026-02-23T23:52:43.573" v="790"/>
          <ac:inkMkLst>
            <pc:docMk/>
            <pc:sldMk cId="998657533" sldId="267"/>
            <ac:inkMk id="90" creationId="{5EA5248D-2270-47D8-8AAA-D0770418AD8A}"/>
          </ac:inkMkLst>
        </pc:inkChg>
        <pc:inkChg chg="del">
          <ac:chgData name="Dursun Dashdamirov" userId="a8b9d0e1f239c75f" providerId="LiveId" clId="{E297FC27-9774-4AAE-B428-959B432F1B03}" dt="2026-02-23T23:52:43.573" v="783"/>
          <ac:inkMkLst>
            <pc:docMk/>
            <pc:sldMk cId="998657533" sldId="267"/>
            <ac:inkMk id="92" creationId="{0855D8DD-A408-49F0-8112-8304FDE5E178}"/>
          </ac:inkMkLst>
        </pc:inkChg>
        <pc:inkChg chg="del">
          <ac:chgData name="Dursun Dashdamirov" userId="a8b9d0e1f239c75f" providerId="LiveId" clId="{E297FC27-9774-4AAE-B428-959B432F1B03}" dt="2026-02-23T23:52:43.573" v="793"/>
          <ac:inkMkLst>
            <pc:docMk/>
            <pc:sldMk cId="998657533" sldId="267"/>
            <ac:inkMk id="93" creationId="{2FC9F6DA-BEA0-44E9-8102-F77FB396691F}"/>
          </ac:inkMkLst>
        </pc:inkChg>
        <pc:inkChg chg="del">
          <ac:chgData name="Dursun Dashdamirov" userId="a8b9d0e1f239c75f" providerId="LiveId" clId="{E297FC27-9774-4AAE-B428-959B432F1B03}" dt="2026-02-23T23:52:43.589" v="812"/>
          <ac:inkMkLst>
            <pc:docMk/>
            <pc:sldMk cId="998657533" sldId="267"/>
            <ac:inkMk id="94" creationId="{07C3C8E8-0F8C-45FD-BEF2-8034A9DCEEE2}"/>
          </ac:inkMkLst>
        </pc:inkChg>
        <pc:inkChg chg="del">
          <ac:chgData name="Dursun Dashdamirov" userId="a8b9d0e1f239c75f" providerId="LiveId" clId="{E297FC27-9774-4AAE-B428-959B432F1B03}" dt="2026-02-23T23:52:43.589" v="804"/>
          <ac:inkMkLst>
            <pc:docMk/>
            <pc:sldMk cId="998657533" sldId="267"/>
            <ac:inkMk id="95" creationId="{F2BACD0A-9817-401B-B5AF-0C07FCE27A37}"/>
          </ac:inkMkLst>
        </pc:inkChg>
        <pc:inkChg chg="del">
          <ac:chgData name="Dursun Dashdamirov" userId="a8b9d0e1f239c75f" providerId="LiveId" clId="{E297FC27-9774-4AAE-B428-959B432F1B03}" dt="2026-02-23T23:52:43.589" v="820"/>
          <ac:inkMkLst>
            <pc:docMk/>
            <pc:sldMk cId="998657533" sldId="267"/>
            <ac:inkMk id="96" creationId="{B50CDD1F-2683-4CFE-ABF3-C2609585EA84}"/>
          </ac:inkMkLst>
        </pc:inkChg>
        <pc:inkChg chg="del">
          <ac:chgData name="Dursun Dashdamirov" userId="a8b9d0e1f239c75f" providerId="LiveId" clId="{E297FC27-9774-4AAE-B428-959B432F1B03}" dt="2026-02-23T23:52:43.573" v="788"/>
          <ac:inkMkLst>
            <pc:docMk/>
            <pc:sldMk cId="998657533" sldId="267"/>
            <ac:inkMk id="97" creationId="{4A9B9D83-976D-48E7-9CD2-755024C99485}"/>
          </ac:inkMkLst>
        </pc:inkChg>
        <pc:inkChg chg="del">
          <ac:chgData name="Dursun Dashdamirov" userId="a8b9d0e1f239c75f" providerId="LiveId" clId="{E297FC27-9774-4AAE-B428-959B432F1B03}" dt="2026-02-23T23:52:43.589" v="805"/>
          <ac:inkMkLst>
            <pc:docMk/>
            <pc:sldMk cId="998657533" sldId="267"/>
            <ac:inkMk id="100" creationId="{AD6215EE-D551-4264-8B5F-5DBE671FAE62}"/>
          </ac:inkMkLst>
        </pc:inkChg>
        <pc:inkChg chg="del">
          <ac:chgData name="Dursun Dashdamirov" userId="a8b9d0e1f239c75f" providerId="LiveId" clId="{E297FC27-9774-4AAE-B428-959B432F1B03}" dt="2026-02-23T23:52:43.573" v="777"/>
          <ac:inkMkLst>
            <pc:docMk/>
            <pc:sldMk cId="998657533" sldId="267"/>
            <ac:inkMk id="101" creationId="{059FCB38-9218-4499-86F8-863DC6678176}"/>
          </ac:inkMkLst>
        </pc:inkChg>
        <pc:inkChg chg="del mod">
          <ac:chgData name="Dursun Dashdamirov" userId="a8b9d0e1f239c75f" providerId="LiveId" clId="{E297FC27-9774-4AAE-B428-959B432F1B03}" dt="2026-02-23T23:52:43.589" v="816"/>
          <ac:inkMkLst>
            <pc:docMk/>
            <pc:sldMk cId="998657533" sldId="267"/>
            <ac:inkMk id="113" creationId="{9B9060A9-DA19-484C-9069-CCABDA7B7E97}"/>
          </ac:inkMkLst>
        </pc:inkChg>
        <pc:inkChg chg="del mod">
          <ac:chgData name="Dursun Dashdamirov" userId="a8b9d0e1f239c75f" providerId="LiveId" clId="{E297FC27-9774-4AAE-B428-959B432F1B03}" dt="2026-02-23T23:52:43.573" v="774"/>
          <ac:inkMkLst>
            <pc:docMk/>
            <pc:sldMk cId="998657533" sldId="267"/>
            <ac:inkMk id="114" creationId="{42777810-5751-4943-B0CA-29C941972540}"/>
          </ac:inkMkLst>
        </pc:inkChg>
        <pc:inkChg chg="del mod">
          <ac:chgData name="Dursun Dashdamirov" userId="a8b9d0e1f239c75f" providerId="LiveId" clId="{E297FC27-9774-4AAE-B428-959B432F1B03}" dt="2026-02-23T23:52:43.589" v="811"/>
          <ac:inkMkLst>
            <pc:docMk/>
            <pc:sldMk cId="998657533" sldId="267"/>
            <ac:inkMk id="115" creationId="{A770E63A-83BB-43D4-A58A-5A11B4ED41C6}"/>
          </ac:inkMkLst>
        </pc:inkChg>
        <pc:inkChg chg="del">
          <ac:chgData name="Dursun Dashdamirov" userId="a8b9d0e1f239c75f" providerId="LiveId" clId="{E297FC27-9774-4AAE-B428-959B432F1B03}" dt="2026-02-23T23:52:43.573" v="770"/>
          <ac:inkMkLst>
            <pc:docMk/>
            <pc:sldMk cId="998657533" sldId="267"/>
            <ac:inkMk id="116" creationId="{4935A695-461B-4816-8F3F-99BE4A28CC7B}"/>
          </ac:inkMkLst>
        </pc:inkChg>
        <pc:inkChg chg="mod">
          <ac:chgData name="Dursun Dashdamirov" userId="a8b9d0e1f239c75f" providerId="LiveId" clId="{E297FC27-9774-4AAE-B428-959B432F1B03}" dt="2026-02-23T23:52:43.589" v="816"/>
          <ac:inkMkLst>
            <pc:docMk/>
            <pc:sldMk cId="998657533" sldId="267"/>
            <ac:inkMk id="117" creationId="{42A42548-AE28-4E59-8F36-34AE44D0DBBE}"/>
          </ac:inkMkLst>
        </pc:inkChg>
        <pc:inkChg chg="del mod">
          <ac:chgData name="Dursun Dashdamirov" userId="a8b9d0e1f239c75f" providerId="LiveId" clId="{E297FC27-9774-4AAE-B428-959B432F1B03}" dt="2026-02-23T23:52:43.573" v="795"/>
          <ac:inkMkLst>
            <pc:docMk/>
            <pc:sldMk cId="998657533" sldId="267"/>
            <ac:inkMk id="118" creationId="{61ECEF90-F4C2-48E2-AD8F-A930C35F7C35}"/>
          </ac:inkMkLst>
        </pc:inkChg>
        <pc:inkChg chg="del">
          <ac:chgData name="Dursun Dashdamirov" userId="a8b9d0e1f239c75f" providerId="LiveId" clId="{E297FC27-9774-4AAE-B428-959B432F1B03}" dt="2026-02-23T23:52:43.589" v="826"/>
          <ac:inkMkLst>
            <pc:docMk/>
            <pc:sldMk cId="998657533" sldId="267"/>
            <ac:inkMk id="120" creationId="{3DAC717A-EE55-4521-AF23-A1D6205885AD}"/>
          </ac:inkMkLst>
        </pc:inkChg>
        <pc:inkChg chg="del">
          <ac:chgData name="Dursun Dashdamirov" userId="a8b9d0e1f239c75f" providerId="LiveId" clId="{E297FC27-9774-4AAE-B428-959B432F1B03}" dt="2026-02-23T23:52:43.573" v="779"/>
          <ac:inkMkLst>
            <pc:docMk/>
            <pc:sldMk cId="998657533" sldId="267"/>
            <ac:inkMk id="121" creationId="{69AEF432-1E0E-4194-B8CA-1EB491B24F74}"/>
          </ac:inkMkLst>
        </pc:inkChg>
        <pc:inkChg chg="del">
          <ac:chgData name="Dursun Dashdamirov" userId="a8b9d0e1f239c75f" providerId="LiveId" clId="{E297FC27-9774-4AAE-B428-959B432F1B03}" dt="2026-02-23T23:52:43.573" v="778"/>
          <ac:inkMkLst>
            <pc:docMk/>
            <pc:sldMk cId="998657533" sldId="267"/>
            <ac:inkMk id="122" creationId="{A618D9E5-F703-42BD-8CF2-61418DFD2842}"/>
          </ac:inkMkLst>
        </pc:inkChg>
        <pc:inkChg chg="del mod">
          <ac:chgData name="Dursun Dashdamirov" userId="a8b9d0e1f239c75f" providerId="LiveId" clId="{E297FC27-9774-4AAE-B428-959B432F1B03}" dt="2026-02-23T23:52:43.589" v="814"/>
          <ac:inkMkLst>
            <pc:docMk/>
            <pc:sldMk cId="998657533" sldId="267"/>
            <ac:inkMk id="123" creationId="{CE0C0576-5D65-4D3E-A4B5-9CB57EAC0821}"/>
          </ac:inkMkLst>
        </pc:inkChg>
        <pc:inkChg chg="del">
          <ac:chgData name="Dursun Dashdamirov" userId="a8b9d0e1f239c75f" providerId="LiveId" clId="{E297FC27-9774-4AAE-B428-959B432F1B03}" dt="2026-02-23T23:52:43.589" v="813"/>
          <ac:inkMkLst>
            <pc:docMk/>
            <pc:sldMk cId="998657533" sldId="267"/>
            <ac:inkMk id="124" creationId="{CDE1A218-F886-4D92-A847-F383C75144F3}"/>
          </ac:inkMkLst>
        </pc:inkChg>
        <pc:inkChg chg="del mod">
          <ac:chgData name="Dursun Dashdamirov" userId="a8b9d0e1f239c75f" providerId="LiveId" clId="{E297FC27-9774-4AAE-B428-959B432F1B03}" dt="2026-02-23T23:52:43.589" v="824"/>
          <ac:inkMkLst>
            <pc:docMk/>
            <pc:sldMk cId="998657533" sldId="267"/>
            <ac:inkMk id="126" creationId="{E28F9D5D-072A-4BB4-ABA6-3DDC8BD7F5DC}"/>
          </ac:inkMkLst>
        </pc:inkChg>
        <pc:inkChg chg="del mod">
          <ac:chgData name="Dursun Dashdamirov" userId="a8b9d0e1f239c75f" providerId="LiveId" clId="{E297FC27-9774-4AAE-B428-959B432F1B03}" dt="2026-02-23T23:52:43.589" v="810"/>
          <ac:inkMkLst>
            <pc:docMk/>
            <pc:sldMk cId="998657533" sldId="267"/>
            <ac:inkMk id="127" creationId="{B03E528C-8E28-43ED-9089-F1E9CD3BE272}"/>
          </ac:inkMkLst>
        </pc:inkChg>
        <pc:inkChg chg="del mod">
          <ac:chgData name="Dursun Dashdamirov" userId="a8b9d0e1f239c75f" providerId="LiveId" clId="{E297FC27-9774-4AAE-B428-959B432F1B03}" dt="2026-02-23T23:52:43.573" v="796"/>
          <ac:inkMkLst>
            <pc:docMk/>
            <pc:sldMk cId="998657533" sldId="267"/>
            <ac:inkMk id="128" creationId="{2674B278-B80F-466E-B54B-035A3897D4EB}"/>
          </ac:inkMkLst>
        </pc:inkChg>
        <pc:inkChg chg="mod">
          <ac:chgData name="Dursun Dashdamirov" userId="a8b9d0e1f239c75f" providerId="LiveId" clId="{E297FC27-9774-4AAE-B428-959B432F1B03}" dt="2026-02-23T23:52:43.589" v="827"/>
          <ac:inkMkLst>
            <pc:docMk/>
            <pc:sldMk cId="998657533" sldId="267"/>
            <ac:inkMk id="129" creationId="{082BCE8C-8CF0-4874-904D-162ADD6E8613}"/>
          </ac:inkMkLst>
        </pc:inkChg>
        <pc:inkChg chg="del mod">
          <ac:chgData name="Dursun Dashdamirov" userId="a8b9d0e1f239c75f" providerId="LiveId" clId="{E297FC27-9774-4AAE-B428-959B432F1B03}" dt="2026-02-23T23:52:43.589" v="823"/>
          <ac:inkMkLst>
            <pc:docMk/>
            <pc:sldMk cId="998657533" sldId="267"/>
            <ac:inkMk id="131" creationId="{EAA849E8-88EB-405B-A7D1-EE50A2D1F474}"/>
          </ac:inkMkLst>
        </pc:inkChg>
        <pc:inkChg chg="del">
          <ac:chgData name="Dursun Dashdamirov" userId="a8b9d0e1f239c75f" providerId="LiveId" clId="{E297FC27-9774-4AAE-B428-959B432F1B03}" dt="2026-02-23T23:52:43.573" v="771"/>
          <ac:inkMkLst>
            <pc:docMk/>
            <pc:sldMk cId="998657533" sldId="267"/>
            <ac:inkMk id="132" creationId="{8C25C117-2D6E-4AFA-9EFC-B60F04FC60CD}"/>
          </ac:inkMkLst>
        </pc:inkChg>
        <pc:inkChg chg="del mod">
          <ac:chgData name="Dursun Dashdamirov" userId="a8b9d0e1f239c75f" providerId="LiveId" clId="{E297FC27-9774-4AAE-B428-959B432F1B03}" dt="2026-02-23T23:52:43.589" v="807"/>
          <ac:inkMkLst>
            <pc:docMk/>
            <pc:sldMk cId="998657533" sldId="267"/>
            <ac:inkMk id="134" creationId="{33928E8A-2039-49C1-988A-091F591CF757}"/>
          </ac:inkMkLst>
        </pc:inkChg>
        <pc:inkChg chg="del mod">
          <ac:chgData name="Dursun Dashdamirov" userId="a8b9d0e1f239c75f" providerId="LiveId" clId="{E297FC27-9774-4AAE-B428-959B432F1B03}" dt="2026-02-23T23:52:43.589" v="819"/>
          <ac:inkMkLst>
            <pc:docMk/>
            <pc:sldMk cId="998657533" sldId="267"/>
            <ac:inkMk id="136" creationId="{1A0B6156-7EA2-44CB-9652-9736F7E4B341}"/>
          </ac:inkMkLst>
        </pc:inkChg>
        <pc:inkChg chg="del mod">
          <ac:chgData name="Dursun Dashdamirov" userId="a8b9d0e1f239c75f" providerId="LiveId" clId="{E297FC27-9774-4AAE-B428-959B432F1B03}" dt="2026-02-23T23:52:43.589" v="827"/>
          <ac:inkMkLst>
            <pc:docMk/>
            <pc:sldMk cId="998657533" sldId="267"/>
            <ac:inkMk id="137" creationId="{A043DAD3-18C9-4D09-8853-80CB77E6792F}"/>
          </ac:inkMkLst>
        </pc:inkChg>
        <pc:inkChg chg="del mod">
          <ac:chgData name="Dursun Dashdamirov" userId="a8b9d0e1f239c75f" providerId="LiveId" clId="{E297FC27-9774-4AAE-B428-959B432F1B03}" dt="2026-02-23T23:52:43.589" v="825"/>
          <ac:inkMkLst>
            <pc:docMk/>
            <pc:sldMk cId="998657533" sldId="267"/>
            <ac:inkMk id="139" creationId="{2EAA3CDE-74FF-4D55-BA0B-6612C46203BE}"/>
          </ac:inkMkLst>
        </pc:inkChg>
        <pc:inkChg chg="del mod">
          <ac:chgData name="Dursun Dashdamirov" userId="a8b9d0e1f239c75f" providerId="LiveId" clId="{E297FC27-9774-4AAE-B428-959B432F1B03}" dt="2026-02-23T23:52:43.573" v="792"/>
          <ac:inkMkLst>
            <pc:docMk/>
            <pc:sldMk cId="998657533" sldId="267"/>
            <ac:inkMk id="141" creationId="{2F3D2474-87A9-4BBA-B7B3-1A292F16C4E3}"/>
          </ac:inkMkLst>
        </pc:inkChg>
        <pc:inkChg chg="del mod">
          <ac:chgData name="Dursun Dashdamirov" userId="a8b9d0e1f239c75f" providerId="LiveId" clId="{E297FC27-9774-4AAE-B428-959B432F1B03}" dt="2026-02-23T23:52:43.589" v="803"/>
          <ac:inkMkLst>
            <pc:docMk/>
            <pc:sldMk cId="998657533" sldId="267"/>
            <ac:inkMk id="142" creationId="{7741667A-03D0-4EE4-9059-4394EB11A7E8}"/>
          </ac:inkMkLst>
        </pc:inkChg>
        <pc:inkChg chg="del mod">
          <ac:chgData name="Dursun Dashdamirov" userId="a8b9d0e1f239c75f" providerId="LiveId" clId="{E297FC27-9774-4AAE-B428-959B432F1B03}" dt="2026-02-23T23:52:43.589" v="809"/>
          <ac:inkMkLst>
            <pc:docMk/>
            <pc:sldMk cId="998657533" sldId="267"/>
            <ac:inkMk id="143" creationId="{DB499310-CD46-4D5A-9473-ECD2EDC6BF69}"/>
          </ac:inkMkLst>
        </pc:inkChg>
        <pc:inkChg chg="del">
          <ac:chgData name="Dursun Dashdamirov" userId="a8b9d0e1f239c75f" providerId="LiveId" clId="{E297FC27-9774-4AAE-B428-959B432F1B03}" dt="2026-02-23T23:52:43.573" v="772"/>
          <ac:inkMkLst>
            <pc:docMk/>
            <pc:sldMk cId="998657533" sldId="267"/>
            <ac:inkMk id="144" creationId="{A7286A89-DFBD-45DF-9304-6DB7DAC62E77}"/>
          </ac:inkMkLst>
        </pc:inkChg>
        <pc:inkChg chg="del">
          <ac:chgData name="Dursun Dashdamirov" userId="a8b9d0e1f239c75f" providerId="LiveId" clId="{E297FC27-9774-4AAE-B428-959B432F1B03}" dt="2026-02-23T23:52:43.573" v="785"/>
          <ac:inkMkLst>
            <pc:docMk/>
            <pc:sldMk cId="998657533" sldId="267"/>
            <ac:inkMk id="146" creationId="{30198357-AD70-46A5-8E7D-213C6D6A5933}"/>
          </ac:inkMkLst>
        </pc:inkChg>
        <pc:inkChg chg="del">
          <ac:chgData name="Dursun Dashdamirov" userId="a8b9d0e1f239c75f" providerId="LiveId" clId="{E297FC27-9774-4AAE-B428-959B432F1B03}" dt="2026-02-23T23:52:43.573" v="800"/>
          <ac:inkMkLst>
            <pc:docMk/>
            <pc:sldMk cId="998657533" sldId="267"/>
            <ac:inkMk id="147" creationId="{0F397D42-B758-4216-B11D-A8E3BAE7FBBA}"/>
          </ac:inkMkLst>
        </pc:inkChg>
        <pc:inkChg chg="del">
          <ac:chgData name="Dursun Dashdamirov" userId="a8b9d0e1f239c75f" providerId="LiveId" clId="{E297FC27-9774-4AAE-B428-959B432F1B03}" dt="2026-02-23T23:52:43.589" v="821"/>
          <ac:inkMkLst>
            <pc:docMk/>
            <pc:sldMk cId="998657533" sldId="267"/>
            <ac:inkMk id="149" creationId="{F95E6223-5434-46E2-BB3D-969771887B59}"/>
          </ac:inkMkLst>
        </pc:inkChg>
        <pc:inkChg chg="del">
          <ac:chgData name="Dursun Dashdamirov" userId="a8b9d0e1f239c75f" providerId="LiveId" clId="{E297FC27-9774-4AAE-B428-959B432F1B03}" dt="2026-02-23T23:52:43.589" v="802"/>
          <ac:inkMkLst>
            <pc:docMk/>
            <pc:sldMk cId="998657533" sldId="267"/>
            <ac:inkMk id="150" creationId="{3B8FD03C-D650-42D6-ABDC-11D408A1F58E}"/>
          </ac:inkMkLst>
        </pc:inkChg>
        <pc:inkChg chg="del">
          <ac:chgData name="Dursun Dashdamirov" userId="a8b9d0e1f239c75f" providerId="LiveId" clId="{E297FC27-9774-4AAE-B428-959B432F1B03}" dt="2026-02-23T23:52:43.573" v="776"/>
          <ac:inkMkLst>
            <pc:docMk/>
            <pc:sldMk cId="998657533" sldId="267"/>
            <ac:inkMk id="151" creationId="{A72D8787-A7CF-4DB1-8130-911A9924C389}"/>
          </ac:inkMkLst>
        </pc:inkChg>
        <pc:inkChg chg="del">
          <ac:chgData name="Dursun Dashdamirov" userId="a8b9d0e1f239c75f" providerId="LiveId" clId="{E297FC27-9774-4AAE-B428-959B432F1B03}" dt="2026-02-23T23:52:43.573" v="798"/>
          <ac:inkMkLst>
            <pc:docMk/>
            <pc:sldMk cId="998657533" sldId="267"/>
            <ac:inkMk id="152" creationId="{E1AE5C66-9919-46BB-A720-DDEC7D56A291}"/>
          </ac:inkMkLst>
        </pc:inkChg>
        <pc:inkChg chg="del mod">
          <ac:chgData name="Dursun Dashdamirov" userId="a8b9d0e1f239c75f" providerId="LiveId" clId="{E297FC27-9774-4AAE-B428-959B432F1B03}" dt="2026-02-23T23:52:43.589" v="808"/>
          <ac:inkMkLst>
            <pc:docMk/>
            <pc:sldMk cId="998657533" sldId="267"/>
            <ac:inkMk id="153" creationId="{14FCEF79-8B17-4FA4-8491-D03167F8E07D}"/>
          </ac:inkMkLst>
        </pc:inkChg>
        <pc:inkChg chg="del mod">
          <ac:chgData name="Dursun Dashdamirov" userId="a8b9d0e1f239c75f" providerId="LiveId" clId="{E297FC27-9774-4AAE-B428-959B432F1B03}" dt="2026-02-23T23:52:43.589" v="818"/>
          <ac:inkMkLst>
            <pc:docMk/>
            <pc:sldMk cId="998657533" sldId="267"/>
            <ac:inkMk id="154" creationId="{F0E044E5-5699-44B9-BFB7-94422B9DEF9C}"/>
          </ac:inkMkLst>
        </pc:inkChg>
        <pc:inkChg chg="del mod">
          <ac:chgData name="Dursun Dashdamirov" userId="a8b9d0e1f239c75f" providerId="LiveId" clId="{E297FC27-9774-4AAE-B428-959B432F1B03}" dt="2026-02-23T23:52:43.573" v="784"/>
          <ac:inkMkLst>
            <pc:docMk/>
            <pc:sldMk cId="998657533" sldId="267"/>
            <ac:inkMk id="155" creationId="{CCB29BE2-A07B-4D17-8D37-C03017A514DE}"/>
          </ac:inkMkLst>
        </pc:inkChg>
        <pc:inkChg chg="del">
          <ac:chgData name="Dursun Dashdamirov" userId="a8b9d0e1f239c75f" providerId="LiveId" clId="{E297FC27-9774-4AAE-B428-959B432F1B03}" dt="2026-02-23T23:52:43.573" v="799"/>
          <ac:inkMkLst>
            <pc:docMk/>
            <pc:sldMk cId="998657533" sldId="267"/>
            <ac:inkMk id="157" creationId="{7586A73E-CC12-4D82-B2F8-3AF88F19866E}"/>
          </ac:inkMkLst>
        </pc:inkChg>
        <pc:inkChg chg="del mod">
          <ac:chgData name="Dursun Dashdamirov" userId="a8b9d0e1f239c75f" providerId="LiveId" clId="{E297FC27-9774-4AAE-B428-959B432F1B03}" dt="2026-02-23T23:52:43.589" v="806"/>
          <ac:inkMkLst>
            <pc:docMk/>
            <pc:sldMk cId="998657533" sldId="267"/>
            <ac:inkMk id="158" creationId="{9100A454-3172-460E-B418-591143EA6EFC}"/>
          </ac:inkMkLst>
        </pc:inkChg>
        <pc:inkChg chg="del mod">
          <ac:chgData name="Dursun Dashdamirov" userId="a8b9d0e1f239c75f" providerId="LiveId" clId="{E297FC27-9774-4AAE-B428-959B432F1B03}" dt="2026-02-23T23:52:43.573" v="789"/>
          <ac:inkMkLst>
            <pc:docMk/>
            <pc:sldMk cId="998657533" sldId="267"/>
            <ac:inkMk id="160" creationId="{75CDD803-4895-4B6C-BC25-40783086361E}"/>
          </ac:inkMkLst>
        </pc:inkChg>
        <pc:inkChg chg="del mod">
          <ac:chgData name="Dursun Dashdamirov" userId="a8b9d0e1f239c75f" providerId="LiveId" clId="{E297FC27-9774-4AAE-B428-959B432F1B03}" dt="2026-02-23T23:52:43.573" v="782"/>
          <ac:inkMkLst>
            <pc:docMk/>
            <pc:sldMk cId="998657533" sldId="267"/>
            <ac:inkMk id="161" creationId="{A0ABE4A4-A663-4948-9F94-66F5A8069F91}"/>
          </ac:inkMkLst>
        </pc:inkChg>
        <pc:inkChg chg="del mod">
          <ac:chgData name="Dursun Dashdamirov" userId="a8b9d0e1f239c75f" providerId="LiveId" clId="{E297FC27-9774-4AAE-B428-959B432F1B03}" dt="2026-02-23T23:52:43.589" v="822"/>
          <ac:inkMkLst>
            <pc:docMk/>
            <pc:sldMk cId="998657533" sldId="267"/>
            <ac:inkMk id="162" creationId="{F7DEABA5-DAB7-4AB4-9BF3-C25002FEAA44}"/>
          </ac:inkMkLst>
        </pc:inkChg>
        <pc:inkChg chg="del mod">
          <ac:chgData name="Dursun Dashdamirov" userId="a8b9d0e1f239c75f" providerId="LiveId" clId="{E297FC27-9774-4AAE-B428-959B432F1B03}" dt="2026-02-23T23:52:43.573" v="786"/>
          <ac:inkMkLst>
            <pc:docMk/>
            <pc:sldMk cId="998657533" sldId="267"/>
            <ac:inkMk id="163" creationId="{F2B246AE-AC81-452C-B455-2CC1195C8507}"/>
          </ac:inkMkLst>
        </pc:inkChg>
        <pc:inkChg chg="del mod">
          <ac:chgData name="Dursun Dashdamirov" userId="a8b9d0e1f239c75f" providerId="LiveId" clId="{E297FC27-9774-4AAE-B428-959B432F1B03}" dt="2026-02-23T23:52:43.573" v="797"/>
          <ac:inkMkLst>
            <pc:docMk/>
            <pc:sldMk cId="998657533" sldId="267"/>
            <ac:inkMk id="164" creationId="{F442935E-91B4-42F4-B2DC-8A53979E2CD3}"/>
          </ac:inkMkLst>
        </pc:inkChg>
        <pc:inkChg chg="del">
          <ac:chgData name="Dursun Dashdamirov" userId="a8b9d0e1f239c75f" providerId="LiveId" clId="{E297FC27-9774-4AAE-B428-959B432F1B03}" dt="2026-02-23T23:52:43.573" v="780"/>
          <ac:inkMkLst>
            <pc:docMk/>
            <pc:sldMk cId="998657533" sldId="267"/>
            <ac:inkMk id="165" creationId="{21162AA7-459D-4979-9C52-00914CB9910F}"/>
          </ac:inkMkLst>
        </pc:inkChg>
        <pc:inkChg chg="del mod">
          <ac:chgData name="Dursun Dashdamirov" userId="a8b9d0e1f239c75f" providerId="LiveId" clId="{E297FC27-9774-4AAE-B428-959B432F1B03}" dt="2026-02-23T23:52:43.589" v="801"/>
          <ac:inkMkLst>
            <pc:docMk/>
            <pc:sldMk cId="998657533" sldId="267"/>
            <ac:inkMk id="167" creationId="{5591DABE-FEA1-4B2D-9AE3-BFCDAA360CF8}"/>
          </ac:inkMkLst>
        </pc:inkChg>
      </pc:sldChg>
      <pc:sldChg chg="delSp modSp">
        <pc:chgData name="Dursun Dashdamirov" userId="a8b9d0e1f239c75f" providerId="LiveId" clId="{E297FC27-9774-4AAE-B428-959B432F1B03}" dt="2026-02-23T23:52:28.262" v="769"/>
        <pc:sldMkLst>
          <pc:docMk/>
          <pc:sldMk cId="3541787753" sldId="268"/>
        </pc:sldMkLst>
        <pc:grpChg chg="del mod">
          <ac:chgData name="Dursun Dashdamirov" userId="a8b9d0e1f239c75f" providerId="LiveId" clId="{E297FC27-9774-4AAE-B428-959B432F1B03}" dt="2026-02-23T23:52:27.268" v="764"/>
          <ac:grpSpMkLst>
            <pc:docMk/>
            <pc:sldMk cId="3541787753" sldId="268"/>
            <ac:grpSpMk id="19" creationId="{C9986F91-D09D-4939-839E-086240F82FC0}"/>
          </ac:grpSpMkLst>
        </pc:grpChg>
        <pc:grpChg chg="del mod">
          <ac:chgData name="Dursun Dashdamirov" userId="a8b9d0e1f239c75f" providerId="LiveId" clId="{E297FC27-9774-4AAE-B428-959B432F1B03}" dt="2026-02-23T23:52:28.262" v="769"/>
          <ac:grpSpMkLst>
            <pc:docMk/>
            <pc:sldMk cId="3541787753" sldId="268"/>
            <ac:grpSpMk id="37" creationId="{08854B0F-91B1-4BAF-8CE2-D8CEE7408533}"/>
          </ac:grpSpMkLst>
        </pc:grpChg>
        <pc:inkChg chg="del mod">
          <ac:chgData name="Dursun Dashdamirov" userId="a8b9d0e1f239c75f" providerId="LiveId" clId="{E297FC27-9774-4AAE-B428-959B432F1B03}" dt="2026-02-23T23:52:27.268" v="762"/>
          <ac:inkMkLst>
            <pc:docMk/>
            <pc:sldMk cId="3541787753" sldId="268"/>
            <ac:inkMk id="14" creationId="{5277328E-02CE-469A-A2A2-E1358658CAF2}"/>
          </ac:inkMkLst>
        </pc:inkChg>
        <pc:inkChg chg="del mod">
          <ac:chgData name="Dursun Dashdamirov" userId="a8b9d0e1f239c75f" providerId="LiveId" clId="{E297FC27-9774-4AAE-B428-959B432F1B03}" dt="2026-02-23T23:52:27.268" v="766"/>
          <ac:inkMkLst>
            <pc:docMk/>
            <pc:sldMk cId="3541787753" sldId="268"/>
            <ac:inkMk id="15" creationId="{5E3897D0-1376-4CDE-BB43-C2DC3C0974F5}"/>
          </ac:inkMkLst>
        </pc:inkChg>
        <pc:inkChg chg="del">
          <ac:chgData name="Dursun Dashdamirov" userId="a8b9d0e1f239c75f" providerId="LiveId" clId="{E297FC27-9774-4AAE-B428-959B432F1B03}" dt="2026-02-23T23:52:27.268" v="755"/>
          <ac:inkMkLst>
            <pc:docMk/>
            <pc:sldMk cId="3541787753" sldId="268"/>
            <ac:inkMk id="16" creationId="{48E9C254-2FE3-4045-BCC4-6C19AEC0BD2E}"/>
          </ac:inkMkLst>
        </pc:inkChg>
        <pc:inkChg chg="del mod">
          <ac:chgData name="Dursun Dashdamirov" userId="a8b9d0e1f239c75f" providerId="LiveId" clId="{E297FC27-9774-4AAE-B428-959B432F1B03}" dt="2026-02-23T23:52:27.268" v="764"/>
          <ac:inkMkLst>
            <pc:docMk/>
            <pc:sldMk cId="3541787753" sldId="268"/>
            <ac:inkMk id="17" creationId="{2E61166F-F5EC-47A6-922E-7A4E1D7BFEC3}"/>
          </ac:inkMkLst>
        </pc:inkChg>
        <pc:inkChg chg="del mod">
          <ac:chgData name="Dursun Dashdamirov" userId="a8b9d0e1f239c75f" providerId="LiveId" clId="{E297FC27-9774-4AAE-B428-959B432F1B03}" dt="2026-02-23T23:52:27.268" v="761"/>
          <ac:inkMkLst>
            <pc:docMk/>
            <pc:sldMk cId="3541787753" sldId="268"/>
            <ac:inkMk id="18" creationId="{334AD429-7F08-4CEB-81E8-876683048C4B}"/>
          </ac:inkMkLst>
        </pc:inkChg>
        <pc:inkChg chg="del mod">
          <ac:chgData name="Dursun Dashdamirov" userId="a8b9d0e1f239c75f" providerId="LiveId" clId="{E297FC27-9774-4AAE-B428-959B432F1B03}" dt="2026-02-23T23:52:28.262" v="769"/>
          <ac:inkMkLst>
            <pc:docMk/>
            <pc:sldMk cId="3541787753" sldId="268"/>
            <ac:inkMk id="20" creationId="{71FA4BE6-4369-4D16-97A0-1792E7C04208}"/>
          </ac:inkMkLst>
        </pc:inkChg>
        <pc:inkChg chg="del mod">
          <ac:chgData name="Dursun Dashdamirov" userId="a8b9d0e1f239c75f" providerId="LiveId" clId="{E297FC27-9774-4AAE-B428-959B432F1B03}" dt="2026-02-23T23:52:27.270" v="767"/>
          <ac:inkMkLst>
            <pc:docMk/>
            <pc:sldMk cId="3541787753" sldId="268"/>
            <ac:inkMk id="21" creationId="{80DB99E0-8AD5-4608-8308-885136DBFA0B}"/>
          </ac:inkMkLst>
        </pc:inkChg>
        <pc:inkChg chg="del mod">
          <ac:chgData name="Dursun Dashdamirov" userId="a8b9d0e1f239c75f" providerId="LiveId" clId="{E297FC27-9774-4AAE-B428-959B432F1B03}" dt="2026-02-23T23:52:27.268" v="758"/>
          <ac:inkMkLst>
            <pc:docMk/>
            <pc:sldMk cId="3541787753" sldId="268"/>
            <ac:inkMk id="22" creationId="{C147ECF2-AB11-4D0C-9A9C-1A14AFB71694}"/>
          </ac:inkMkLst>
        </pc:inkChg>
        <pc:inkChg chg="del mod">
          <ac:chgData name="Dursun Dashdamirov" userId="a8b9d0e1f239c75f" providerId="LiveId" clId="{E297FC27-9774-4AAE-B428-959B432F1B03}" dt="2026-02-23T23:52:27.268" v="756"/>
          <ac:inkMkLst>
            <pc:docMk/>
            <pc:sldMk cId="3541787753" sldId="268"/>
            <ac:inkMk id="25" creationId="{559864EB-61E5-4AF7-8CFA-D9ED449E8EA1}"/>
          </ac:inkMkLst>
        </pc:inkChg>
        <pc:inkChg chg="mod">
          <ac:chgData name="Dursun Dashdamirov" userId="a8b9d0e1f239c75f" providerId="LiveId" clId="{E297FC27-9774-4AAE-B428-959B432F1B03}" dt="2026-02-23T23:52:28.262" v="769"/>
          <ac:inkMkLst>
            <pc:docMk/>
            <pc:sldMk cId="3541787753" sldId="268"/>
            <ac:inkMk id="26" creationId="{DE23B7C3-DEB8-47BC-97F1-3D063125352D}"/>
          </ac:inkMkLst>
        </pc:inkChg>
        <pc:inkChg chg="del">
          <ac:chgData name="Dursun Dashdamirov" userId="a8b9d0e1f239c75f" providerId="LiveId" clId="{E297FC27-9774-4AAE-B428-959B432F1B03}" dt="2026-02-23T23:52:28.262" v="768"/>
          <ac:inkMkLst>
            <pc:docMk/>
            <pc:sldMk cId="3541787753" sldId="268"/>
            <ac:inkMk id="27" creationId="{E89D7D41-09CE-40C1-A3E8-43FB8A28F43A}"/>
          </ac:inkMkLst>
        </pc:inkChg>
        <pc:inkChg chg="del mod">
          <ac:chgData name="Dursun Dashdamirov" userId="a8b9d0e1f239c75f" providerId="LiveId" clId="{E297FC27-9774-4AAE-B428-959B432F1B03}" dt="2026-02-23T23:52:27.268" v="763"/>
          <ac:inkMkLst>
            <pc:docMk/>
            <pc:sldMk cId="3541787753" sldId="268"/>
            <ac:inkMk id="29" creationId="{DBDD6C4D-E075-4B78-89AF-AF5468401020}"/>
          </ac:inkMkLst>
        </pc:inkChg>
        <pc:inkChg chg="del mod">
          <ac:chgData name="Dursun Dashdamirov" userId="a8b9d0e1f239c75f" providerId="LiveId" clId="{E297FC27-9774-4AAE-B428-959B432F1B03}" dt="2026-02-23T23:52:27.268" v="765"/>
          <ac:inkMkLst>
            <pc:docMk/>
            <pc:sldMk cId="3541787753" sldId="268"/>
            <ac:inkMk id="30" creationId="{A638286F-42B3-49EE-9639-B125C398DD23}"/>
          </ac:inkMkLst>
        </pc:inkChg>
        <pc:inkChg chg="del mod">
          <ac:chgData name="Dursun Dashdamirov" userId="a8b9d0e1f239c75f" providerId="LiveId" clId="{E297FC27-9774-4AAE-B428-959B432F1B03}" dt="2026-02-23T23:52:27.268" v="757"/>
          <ac:inkMkLst>
            <pc:docMk/>
            <pc:sldMk cId="3541787753" sldId="268"/>
            <ac:inkMk id="32" creationId="{8C4A7BCD-5C32-4C17-80B7-8F4C4A28462B}"/>
          </ac:inkMkLst>
        </pc:inkChg>
        <pc:inkChg chg="del mod">
          <ac:chgData name="Dursun Dashdamirov" userId="a8b9d0e1f239c75f" providerId="LiveId" clId="{E297FC27-9774-4AAE-B428-959B432F1B03}" dt="2026-02-23T23:52:27.268" v="760"/>
          <ac:inkMkLst>
            <pc:docMk/>
            <pc:sldMk cId="3541787753" sldId="268"/>
            <ac:inkMk id="34" creationId="{387C2BB1-CADD-4FDD-A397-348605CC539E}"/>
          </ac:inkMkLst>
        </pc:inkChg>
        <pc:inkChg chg="del mod">
          <ac:chgData name="Dursun Dashdamirov" userId="a8b9d0e1f239c75f" providerId="LiveId" clId="{E297FC27-9774-4AAE-B428-959B432F1B03}" dt="2026-02-23T23:52:27.268" v="759"/>
          <ac:inkMkLst>
            <pc:docMk/>
            <pc:sldMk cId="3541787753" sldId="268"/>
            <ac:inkMk id="36" creationId="{8628E47F-21C4-421A-BD95-1BAE5634847E}"/>
          </ac:inkMkLst>
        </pc:inkChg>
        <pc:inkChg chg="del">
          <ac:chgData name="Dursun Dashdamirov" userId="a8b9d0e1f239c75f" providerId="LiveId" clId="{E297FC27-9774-4AAE-B428-959B432F1B03}" dt="2026-02-23T23:52:27.266" v="753"/>
          <ac:inkMkLst>
            <pc:docMk/>
            <pc:sldMk cId="3541787753" sldId="268"/>
            <ac:inkMk id="38" creationId="{9DB5536D-D45C-4D2C-9C34-5C93E6AE6068}"/>
          </ac:inkMkLst>
        </pc:inkChg>
      </pc:sldChg>
      <pc:sldChg chg="delSp modSp">
        <pc:chgData name="Dursun Dashdamirov" userId="a8b9d0e1f239c75f" providerId="LiveId" clId="{E297FC27-9774-4AAE-B428-959B432F1B03}" dt="2026-02-23T23:52:53.359" v="875"/>
        <pc:sldMkLst>
          <pc:docMk/>
          <pc:sldMk cId="3947055406" sldId="269"/>
        </pc:sldMkLst>
        <pc:grpChg chg="del mod">
          <ac:chgData name="Dursun Dashdamirov" userId="a8b9d0e1f239c75f" providerId="LiveId" clId="{E297FC27-9774-4AAE-B428-959B432F1B03}" dt="2026-02-23T23:52:53.359" v="875"/>
          <ac:grpSpMkLst>
            <pc:docMk/>
            <pc:sldMk cId="3947055406" sldId="269"/>
            <ac:grpSpMk id="50" creationId="{CE1FA5C2-0987-4802-A77D-7471D53EC2B0}"/>
          </ac:grpSpMkLst>
        </pc:grpChg>
        <pc:grpChg chg="del mod">
          <ac:chgData name="Dursun Dashdamirov" userId="a8b9d0e1f239c75f" providerId="LiveId" clId="{E297FC27-9774-4AAE-B428-959B432F1B03}" dt="2026-02-23T23:52:53.359" v="872"/>
          <ac:grpSpMkLst>
            <pc:docMk/>
            <pc:sldMk cId="3947055406" sldId="269"/>
            <ac:grpSpMk id="95" creationId="{4A940A94-1539-4BAB-A0A4-928AB5021E6F}"/>
          </ac:grpSpMkLst>
        </pc:grpChg>
        <pc:inkChg chg="del">
          <ac:chgData name="Dursun Dashdamirov" userId="a8b9d0e1f239c75f" providerId="LiveId" clId="{E297FC27-9774-4AAE-B428-959B432F1B03}" dt="2026-02-23T23:52:53.348" v="856"/>
          <ac:inkMkLst>
            <pc:docMk/>
            <pc:sldMk cId="3947055406" sldId="269"/>
            <ac:inkMk id="32" creationId="{7F9238CA-565C-4B55-999F-901262067B29}"/>
          </ac:inkMkLst>
        </pc:inkChg>
        <pc:inkChg chg="del mod">
          <ac:chgData name="Dursun Dashdamirov" userId="a8b9d0e1f239c75f" providerId="LiveId" clId="{E297FC27-9774-4AAE-B428-959B432F1B03}" dt="2026-02-23T23:52:53.348" v="857"/>
          <ac:inkMkLst>
            <pc:docMk/>
            <pc:sldMk cId="3947055406" sldId="269"/>
            <ac:inkMk id="33" creationId="{A6AE7CEF-84D0-4769-AC5A-A1CBDB57E1CE}"/>
          </ac:inkMkLst>
        </pc:inkChg>
        <pc:inkChg chg="del mod">
          <ac:chgData name="Dursun Dashdamirov" userId="a8b9d0e1f239c75f" providerId="LiveId" clId="{E297FC27-9774-4AAE-B428-959B432F1B03}" dt="2026-02-23T23:52:53.359" v="867"/>
          <ac:inkMkLst>
            <pc:docMk/>
            <pc:sldMk cId="3947055406" sldId="269"/>
            <ac:inkMk id="34" creationId="{BC1A163A-BAC3-4DA7-933A-222D9EF6F3DC}"/>
          </ac:inkMkLst>
        </pc:inkChg>
        <pc:inkChg chg="del mod">
          <ac:chgData name="Dursun Dashdamirov" userId="a8b9d0e1f239c75f" providerId="LiveId" clId="{E297FC27-9774-4AAE-B428-959B432F1B03}" dt="2026-02-23T23:52:53.348" v="853"/>
          <ac:inkMkLst>
            <pc:docMk/>
            <pc:sldMk cId="3947055406" sldId="269"/>
            <ac:inkMk id="35" creationId="{C8AA5B7F-261D-47ED-B6CA-0F2D745731E6}"/>
          </ac:inkMkLst>
        </pc:inkChg>
        <pc:inkChg chg="del mod">
          <ac:chgData name="Dursun Dashdamirov" userId="a8b9d0e1f239c75f" providerId="LiveId" clId="{E297FC27-9774-4AAE-B428-959B432F1B03}" dt="2026-02-23T23:52:53.348" v="858"/>
          <ac:inkMkLst>
            <pc:docMk/>
            <pc:sldMk cId="3947055406" sldId="269"/>
            <ac:inkMk id="37" creationId="{983E310F-3613-4092-B5EC-1A8C1E0B8733}"/>
          </ac:inkMkLst>
        </pc:inkChg>
        <pc:inkChg chg="del mod">
          <ac:chgData name="Dursun Dashdamirov" userId="a8b9d0e1f239c75f" providerId="LiveId" clId="{E297FC27-9774-4AAE-B428-959B432F1B03}" dt="2026-02-23T23:52:53.348" v="845"/>
          <ac:inkMkLst>
            <pc:docMk/>
            <pc:sldMk cId="3947055406" sldId="269"/>
            <ac:inkMk id="40" creationId="{7605FA48-CAAB-4923-90DD-F1A63E81F82A}"/>
          </ac:inkMkLst>
        </pc:inkChg>
        <pc:inkChg chg="mod">
          <ac:chgData name="Dursun Dashdamirov" userId="a8b9d0e1f239c75f" providerId="LiveId" clId="{E297FC27-9774-4AAE-B428-959B432F1B03}" dt="2026-02-23T23:52:53.359" v="875"/>
          <ac:inkMkLst>
            <pc:docMk/>
            <pc:sldMk cId="3947055406" sldId="269"/>
            <ac:inkMk id="41" creationId="{20BDA105-0EC3-4B4F-8516-FEAC25B403BC}"/>
          </ac:inkMkLst>
        </pc:inkChg>
        <pc:inkChg chg="del mod">
          <ac:chgData name="Dursun Dashdamirov" userId="a8b9d0e1f239c75f" providerId="LiveId" clId="{E297FC27-9774-4AAE-B428-959B432F1B03}" dt="2026-02-23T23:52:53.348" v="838"/>
          <ac:inkMkLst>
            <pc:docMk/>
            <pc:sldMk cId="3947055406" sldId="269"/>
            <ac:inkMk id="43" creationId="{3C248150-92AF-4C81-B528-DA8812230168}"/>
          </ac:inkMkLst>
        </pc:inkChg>
        <pc:inkChg chg="del mod">
          <ac:chgData name="Dursun Dashdamirov" userId="a8b9d0e1f239c75f" providerId="LiveId" clId="{E297FC27-9774-4AAE-B428-959B432F1B03}" dt="2026-02-23T23:52:53.359" v="865"/>
          <ac:inkMkLst>
            <pc:docMk/>
            <pc:sldMk cId="3947055406" sldId="269"/>
            <ac:inkMk id="44" creationId="{A987A650-DFB3-4704-8C67-FB5E3AC742DF}"/>
          </ac:inkMkLst>
        </pc:inkChg>
        <pc:inkChg chg="del mod">
          <ac:chgData name="Dursun Dashdamirov" userId="a8b9d0e1f239c75f" providerId="LiveId" clId="{E297FC27-9774-4AAE-B428-959B432F1B03}" dt="2026-02-23T23:52:53.359" v="866"/>
          <ac:inkMkLst>
            <pc:docMk/>
            <pc:sldMk cId="3947055406" sldId="269"/>
            <ac:inkMk id="45" creationId="{F9D9922C-C8E0-406E-BBC0-8F9DA0071C6A}"/>
          </ac:inkMkLst>
        </pc:inkChg>
        <pc:inkChg chg="del mod">
          <ac:chgData name="Dursun Dashdamirov" userId="a8b9d0e1f239c75f" providerId="LiveId" clId="{E297FC27-9774-4AAE-B428-959B432F1B03}" dt="2026-02-23T23:52:53.359" v="875"/>
          <ac:inkMkLst>
            <pc:docMk/>
            <pc:sldMk cId="3947055406" sldId="269"/>
            <ac:inkMk id="46" creationId="{38505753-CE2D-4283-9225-C45E9D41F20A}"/>
          </ac:inkMkLst>
        </pc:inkChg>
        <pc:inkChg chg="del mod">
          <ac:chgData name="Dursun Dashdamirov" userId="a8b9d0e1f239c75f" providerId="LiveId" clId="{E297FC27-9774-4AAE-B428-959B432F1B03}" dt="2026-02-23T23:52:53.359" v="873"/>
          <ac:inkMkLst>
            <pc:docMk/>
            <pc:sldMk cId="3947055406" sldId="269"/>
            <ac:inkMk id="47" creationId="{B9838A10-EFE7-426A-9641-B74426C88EA5}"/>
          </ac:inkMkLst>
        </pc:inkChg>
        <pc:inkChg chg="del">
          <ac:chgData name="Dursun Dashdamirov" userId="a8b9d0e1f239c75f" providerId="LiveId" clId="{E297FC27-9774-4AAE-B428-959B432F1B03}" dt="2026-02-23T23:52:53.348" v="837"/>
          <ac:inkMkLst>
            <pc:docMk/>
            <pc:sldMk cId="3947055406" sldId="269"/>
            <ac:inkMk id="48" creationId="{90F7A96C-D81F-440C-88A8-A40A0207CA75}"/>
          </ac:inkMkLst>
        </pc:inkChg>
        <pc:inkChg chg="del mod">
          <ac:chgData name="Dursun Dashdamirov" userId="a8b9d0e1f239c75f" providerId="LiveId" clId="{E297FC27-9774-4AAE-B428-959B432F1B03}" dt="2026-02-23T23:52:53.348" v="843"/>
          <ac:inkMkLst>
            <pc:docMk/>
            <pc:sldMk cId="3947055406" sldId="269"/>
            <ac:inkMk id="49" creationId="{BC9B7023-A88A-4D0F-8DEF-70350A2BBAFE}"/>
          </ac:inkMkLst>
        </pc:inkChg>
        <pc:inkChg chg="del mod">
          <ac:chgData name="Dursun Dashdamirov" userId="a8b9d0e1f239c75f" providerId="LiveId" clId="{E297FC27-9774-4AAE-B428-959B432F1B03}" dt="2026-02-23T23:52:53.348" v="848"/>
          <ac:inkMkLst>
            <pc:docMk/>
            <pc:sldMk cId="3947055406" sldId="269"/>
            <ac:inkMk id="54" creationId="{1C67F184-2C01-42AC-8A2E-0A85A04045A7}"/>
          </ac:inkMkLst>
        </pc:inkChg>
        <pc:inkChg chg="del mod">
          <ac:chgData name="Dursun Dashdamirov" userId="a8b9d0e1f239c75f" providerId="LiveId" clId="{E297FC27-9774-4AAE-B428-959B432F1B03}" dt="2026-02-23T23:52:53.348" v="860"/>
          <ac:inkMkLst>
            <pc:docMk/>
            <pc:sldMk cId="3947055406" sldId="269"/>
            <ac:inkMk id="56" creationId="{1E05E0FC-0DBC-40D4-A0B0-6C3D7A545690}"/>
          </ac:inkMkLst>
        </pc:inkChg>
        <pc:inkChg chg="del mod">
          <ac:chgData name="Dursun Dashdamirov" userId="a8b9d0e1f239c75f" providerId="LiveId" clId="{E297FC27-9774-4AAE-B428-959B432F1B03}" dt="2026-02-23T23:52:53.348" v="862"/>
          <ac:inkMkLst>
            <pc:docMk/>
            <pc:sldMk cId="3947055406" sldId="269"/>
            <ac:inkMk id="59" creationId="{54BDE059-A923-458C-909D-FC06F261D20D}"/>
          </ac:inkMkLst>
        </pc:inkChg>
        <pc:inkChg chg="del mod">
          <ac:chgData name="Dursun Dashdamirov" userId="a8b9d0e1f239c75f" providerId="LiveId" clId="{E297FC27-9774-4AAE-B428-959B432F1B03}" dt="2026-02-23T23:52:53.359" v="863"/>
          <ac:inkMkLst>
            <pc:docMk/>
            <pc:sldMk cId="3947055406" sldId="269"/>
            <ac:inkMk id="62" creationId="{8460C686-27E1-4C38-B485-3B806FA72140}"/>
          </ac:inkMkLst>
        </pc:inkChg>
        <pc:inkChg chg="del">
          <ac:chgData name="Dursun Dashdamirov" userId="a8b9d0e1f239c75f" providerId="LiveId" clId="{E297FC27-9774-4AAE-B428-959B432F1B03}" dt="2026-02-23T23:52:53.348" v="836"/>
          <ac:inkMkLst>
            <pc:docMk/>
            <pc:sldMk cId="3947055406" sldId="269"/>
            <ac:inkMk id="64" creationId="{EC7338FB-75D5-4B95-8818-F1E537CD04A2}"/>
          </ac:inkMkLst>
        </pc:inkChg>
        <pc:inkChg chg="del mod">
          <ac:chgData name="Dursun Dashdamirov" userId="a8b9d0e1f239c75f" providerId="LiveId" clId="{E297FC27-9774-4AAE-B428-959B432F1B03}" dt="2026-02-23T23:52:53.359" v="872"/>
          <ac:inkMkLst>
            <pc:docMk/>
            <pc:sldMk cId="3947055406" sldId="269"/>
            <ac:inkMk id="65" creationId="{FDCF1397-AED0-47C9-8B81-086AF778B0B1}"/>
          </ac:inkMkLst>
        </pc:inkChg>
        <pc:inkChg chg="del mod">
          <ac:chgData name="Dursun Dashdamirov" userId="a8b9d0e1f239c75f" providerId="LiveId" clId="{E297FC27-9774-4AAE-B428-959B432F1B03}" dt="2026-02-23T23:52:53.359" v="868"/>
          <ac:inkMkLst>
            <pc:docMk/>
            <pc:sldMk cId="3947055406" sldId="269"/>
            <ac:inkMk id="69" creationId="{597E6935-2EDE-49D4-A179-2216E27F66C4}"/>
          </ac:inkMkLst>
        </pc:inkChg>
        <pc:inkChg chg="del mod">
          <ac:chgData name="Dursun Dashdamirov" userId="a8b9d0e1f239c75f" providerId="LiveId" clId="{E297FC27-9774-4AAE-B428-959B432F1B03}" dt="2026-02-23T23:52:53.348" v="850"/>
          <ac:inkMkLst>
            <pc:docMk/>
            <pc:sldMk cId="3947055406" sldId="269"/>
            <ac:inkMk id="71" creationId="{6E716475-8E8B-4249-BA01-05AFC12E26CA}"/>
          </ac:inkMkLst>
        </pc:inkChg>
        <pc:inkChg chg="del mod">
          <ac:chgData name="Dursun Dashdamirov" userId="a8b9d0e1f239c75f" providerId="LiveId" clId="{E297FC27-9774-4AAE-B428-959B432F1B03}" dt="2026-02-23T23:52:53.348" v="855"/>
          <ac:inkMkLst>
            <pc:docMk/>
            <pc:sldMk cId="3947055406" sldId="269"/>
            <ac:inkMk id="73" creationId="{90DF1143-7730-45CD-9558-AA3A4505F06A}"/>
          </ac:inkMkLst>
        </pc:inkChg>
        <pc:inkChg chg="del mod">
          <ac:chgData name="Dursun Dashdamirov" userId="a8b9d0e1f239c75f" providerId="LiveId" clId="{E297FC27-9774-4AAE-B428-959B432F1B03}" dt="2026-02-23T23:52:53.359" v="869"/>
          <ac:inkMkLst>
            <pc:docMk/>
            <pc:sldMk cId="3947055406" sldId="269"/>
            <ac:inkMk id="74" creationId="{9F2923C8-3265-433A-BCDC-212F7F492ECB}"/>
          </ac:inkMkLst>
        </pc:inkChg>
        <pc:inkChg chg="del mod">
          <ac:chgData name="Dursun Dashdamirov" userId="a8b9d0e1f239c75f" providerId="LiveId" clId="{E297FC27-9774-4AAE-B428-959B432F1B03}" dt="2026-02-23T23:52:53.359" v="864"/>
          <ac:inkMkLst>
            <pc:docMk/>
            <pc:sldMk cId="3947055406" sldId="269"/>
            <ac:inkMk id="76" creationId="{4AFD34FF-BDBD-4EE1-90FF-1E0B70E222F0}"/>
          </ac:inkMkLst>
        </pc:inkChg>
        <pc:inkChg chg="del">
          <ac:chgData name="Dursun Dashdamirov" userId="a8b9d0e1f239c75f" providerId="LiveId" clId="{E297FC27-9774-4AAE-B428-959B432F1B03}" dt="2026-02-23T23:52:53.348" v="859"/>
          <ac:inkMkLst>
            <pc:docMk/>
            <pc:sldMk cId="3947055406" sldId="269"/>
            <ac:inkMk id="77" creationId="{593106BE-FB63-4E6A-81CF-40EDB69BBB12}"/>
          </ac:inkMkLst>
        </pc:inkChg>
        <pc:inkChg chg="del mod">
          <ac:chgData name="Dursun Dashdamirov" userId="a8b9d0e1f239c75f" providerId="LiveId" clId="{E297FC27-9774-4AAE-B428-959B432F1B03}" dt="2026-02-23T23:52:53.348" v="861"/>
          <ac:inkMkLst>
            <pc:docMk/>
            <pc:sldMk cId="3947055406" sldId="269"/>
            <ac:inkMk id="78" creationId="{C7D9AADD-A685-49F6-B70E-96FE7E5EBAC8}"/>
          </ac:inkMkLst>
        </pc:inkChg>
        <pc:inkChg chg="del mod">
          <ac:chgData name="Dursun Dashdamirov" userId="a8b9d0e1f239c75f" providerId="LiveId" clId="{E297FC27-9774-4AAE-B428-959B432F1B03}" dt="2026-02-23T23:52:53.348" v="851"/>
          <ac:inkMkLst>
            <pc:docMk/>
            <pc:sldMk cId="3947055406" sldId="269"/>
            <ac:inkMk id="81" creationId="{85C0553C-A87C-403B-B11B-1417AF29DA0A}"/>
          </ac:inkMkLst>
        </pc:inkChg>
        <pc:inkChg chg="del mod">
          <ac:chgData name="Dursun Dashdamirov" userId="a8b9d0e1f239c75f" providerId="LiveId" clId="{E297FC27-9774-4AAE-B428-959B432F1B03}" dt="2026-02-23T23:52:53.359" v="874"/>
          <ac:inkMkLst>
            <pc:docMk/>
            <pc:sldMk cId="3947055406" sldId="269"/>
            <ac:inkMk id="82" creationId="{4C96AD19-E2C3-432B-8C84-B518804DDABD}"/>
          </ac:inkMkLst>
        </pc:inkChg>
        <pc:inkChg chg="del mod">
          <ac:chgData name="Dursun Dashdamirov" userId="a8b9d0e1f239c75f" providerId="LiveId" clId="{E297FC27-9774-4AAE-B428-959B432F1B03}" dt="2026-02-23T23:52:53.348" v="833"/>
          <ac:inkMkLst>
            <pc:docMk/>
            <pc:sldMk cId="3947055406" sldId="269"/>
            <ac:inkMk id="83" creationId="{D1ABDA64-FEBE-492A-8325-E4182C04E98C}"/>
          </ac:inkMkLst>
        </pc:inkChg>
        <pc:inkChg chg="del mod">
          <ac:chgData name="Dursun Dashdamirov" userId="a8b9d0e1f239c75f" providerId="LiveId" clId="{E297FC27-9774-4AAE-B428-959B432F1B03}" dt="2026-02-23T23:52:53.359" v="871"/>
          <ac:inkMkLst>
            <pc:docMk/>
            <pc:sldMk cId="3947055406" sldId="269"/>
            <ac:inkMk id="85" creationId="{BC99B73C-1609-490A-AA01-F7FBDACCF694}"/>
          </ac:inkMkLst>
        </pc:inkChg>
        <pc:inkChg chg="del mod">
          <ac:chgData name="Dursun Dashdamirov" userId="a8b9d0e1f239c75f" providerId="LiveId" clId="{E297FC27-9774-4AAE-B428-959B432F1B03}" dt="2026-02-23T23:52:53.348" v="852"/>
          <ac:inkMkLst>
            <pc:docMk/>
            <pc:sldMk cId="3947055406" sldId="269"/>
            <ac:inkMk id="86" creationId="{EEB085F0-63F3-4A2D-A2F0-54B2DCDA5DD5}"/>
          </ac:inkMkLst>
        </pc:inkChg>
        <pc:inkChg chg="mod">
          <ac:chgData name="Dursun Dashdamirov" userId="a8b9d0e1f239c75f" providerId="LiveId" clId="{E297FC27-9774-4AAE-B428-959B432F1B03}" dt="2026-02-23T23:52:53.348" v="848"/>
          <ac:inkMkLst>
            <pc:docMk/>
            <pc:sldMk cId="3947055406" sldId="269"/>
            <ac:inkMk id="88" creationId="{7587479C-4642-4DDB-A4C8-CA32013E724D}"/>
          </ac:inkMkLst>
        </pc:inkChg>
        <pc:inkChg chg="del mod">
          <ac:chgData name="Dursun Dashdamirov" userId="a8b9d0e1f239c75f" providerId="LiveId" clId="{E297FC27-9774-4AAE-B428-959B432F1B03}" dt="2026-02-23T23:52:53.348" v="847"/>
          <ac:inkMkLst>
            <pc:docMk/>
            <pc:sldMk cId="3947055406" sldId="269"/>
            <ac:inkMk id="89" creationId="{100E155F-D087-4719-BE25-6D8F59BF399B}"/>
          </ac:inkMkLst>
        </pc:inkChg>
        <pc:inkChg chg="del">
          <ac:chgData name="Dursun Dashdamirov" userId="a8b9d0e1f239c75f" providerId="LiveId" clId="{E297FC27-9774-4AAE-B428-959B432F1B03}" dt="2026-02-23T23:52:53.359" v="870"/>
          <ac:inkMkLst>
            <pc:docMk/>
            <pc:sldMk cId="3947055406" sldId="269"/>
            <ac:inkMk id="91" creationId="{6E166A41-0782-44CB-A7E2-15C54DD04290}"/>
          </ac:inkMkLst>
        </pc:inkChg>
        <pc:inkChg chg="del">
          <ac:chgData name="Dursun Dashdamirov" userId="a8b9d0e1f239c75f" providerId="LiveId" clId="{E297FC27-9774-4AAE-B428-959B432F1B03}" dt="2026-02-23T23:52:53.348" v="829"/>
          <ac:inkMkLst>
            <pc:docMk/>
            <pc:sldMk cId="3947055406" sldId="269"/>
            <ac:inkMk id="93" creationId="{482B711E-7DDA-4F54-A4CA-A496AB162645}"/>
          </ac:inkMkLst>
        </pc:inkChg>
      </pc:sldChg>
      <pc:sldChg chg="delSp modSp">
        <pc:chgData name="Dursun Dashdamirov" userId="a8b9d0e1f239c75f" providerId="LiveId" clId="{E297FC27-9774-4AAE-B428-959B432F1B03}" dt="2026-02-23T23:53:05.289" v="914"/>
        <pc:sldMkLst>
          <pc:docMk/>
          <pc:sldMk cId="2974349914" sldId="270"/>
        </pc:sldMkLst>
        <pc:grpChg chg="del mod">
          <ac:chgData name="Dursun Dashdamirov" userId="a8b9d0e1f239c75f" providerId="LiveId" clId="{E297FC27-9774-4AAE-B428-959B432F1B03}" dt="2026-02-23T23:53:05.283" v="899"/>
          <ac:grpSpMkLst>
            <pc:docMk/>
            <pc:sldMk cId="2974349914" sldId="270"/>
            <ac:grpSpMk id="71" creationId="{185D5304-9CCF-4DE7-B598-07271F25AD9F}"/>
          </ac:grpSpMkLst>
        </pc:grpChg>
        <pc:grpChg chg="del mod">
          <ac:chgData name="Dursun Dashdamirov" userId="a8b9d0e1f239c75f" providerId="LiveId" clId="{E297FC27-9774-4AAE-B428-959B432F1B03}" dt="2026-02-23T23:53:05.283" v="895"/>
          <ac:grpSpMkLst>
            <pc:docMk/>
            <pc:sldMk cId="2974349914" sldId="270"/>
            <ac:grpSpMk id="74" creationId="{B8E92D6A-8BE7-4F66-B75B-C342A7693BB9}"/>
          </ac:grpSpMkLst>
        </pc:grpChg>
        <pc:grpChg chg="del mod">
          <ac:chgData name="Dursun Dashdamirov" userId="a8b9d0e1f239c75f" providerId="LiveId" clId="{E297FC27-9774-4AAE-B428-959B432F1B03}" dt="2026-02-23T23:53:05.283" v="902"/>
          <ac:grpSpMkLst>
            <pc:docMk/>
            <pc:sldMk cId="2974349914" sldId="270"/>
            <ac:grpSpMk id="87" creationId="{A5AE8BB0-FFEC-4D5D-BEA8-1B3E785E681E}"/>
          </ac:grpSpMkLst>
        </pc:grpChg>
        <pc:grpChg chg="del mod">
          <ac:chgData name="Dursun Dashdamirov" userId="a8b9d0e1f239c75f" providerId="LiveId" clId="{E297FC27-9774-4AAE-B428-959B432F1B03}" dt="2026-02-23T23:53:05.283" v="904"/>
          <ac:grpSpMkLst>
            <pc:docMk/>
            <pc:sldMk cId="2974349914" sldId="270"/>
            <ac:grpSpMk id="94" creationId="{0719ED04-7E5F-4E80-83DB-0B26F0F412D0}"/>
          </ac:grpSpMkLst>
        </pc:grpChg>
        <pc:grpChg chg="del mod">
          <ac:chgData name="Dursun Dashdamirov" userId="a8b9d0e1f239c75f" providerId="LiveId" clId="{E297FC27-9774-4AAE-B428-959B432F1B03}" dt="2026-02-23T23:53:05.283" v="886"/>
          <ac:grpSpMkLst>
            <pc:docMk/>
            <pc:sldMk cId="2974349914" sldId="270"/>
            <ac:grpSpMk id="98" creationId="{DDD853FA-E5ED-42F4-AE46-C035DD2FFA41}"/>
          </ac:grpSpMkLst>
        </pc:grpChg>
        <pc:grpChg chg="del mod">
          <ac:chgData name="Dursun Dashdamirov" userId="a8b9d0e1f239c75f" providerId="LiveId" clId="{E297FC27-9774-4AAE-B428-959B432F1B03}" dt="2026-02-23T23:53:05.289" v="912"/>
          <ac:grpSpMkLst>
            <pc:docMk/>
            <pc:sldMk cId="2974349914" sldId="270"/>
            <ac:grpSpMk id="118" creationId="{99665618-1936-4DDC-9100-CC5C746FC8B3}"/>
          </ac:grpSpMkLst>
        </pc:grpChg>
        <pc:inkChg chg="del">
          <ac:chgData name="Dursun Dashdamirov" userId="a8b9d0e1f239c75f" providerId="LiveId" clId="{E297FC27-9774-4AAE-B428-959B432F1B03}" dt="2026-02-23T23:53:05.268" v="882"/>
          <ac:inkMkLst>
            <pc:docMk/>
            <pc:sldMk cId="2974349914" sldId="270"/>
            <ac:inkMk id="59" creationId="{1CFC028E-06CC-4081-A2DA-3F1DED2E209E}"/>
          </ac:inkMkLst>
        </pc:inkChg>
        <pc:inkChg chg="del mod">
          <ac:chgData name="Dursun Dashdamirov" userId="a8b9d0e1f239c75f" providerId="LiveId" clId="{E297FC27-9774-4AAE-B428-959B432F1B03}" dt="2026-02-23T23:53:05.283" v="903"/>
          <ac:inkMkLst>
            <pc:docMk/>
            <pc:sldMk cId="2974349914" sldId="270"/>
            <ac:inkMk id="69" creationId="{76385FEF-6798-483A-AECF-28BA6BE71E75}"/>
          </ac:inkMkLst>
        </pc:inkChg>
        <pc:inkChg chg="del">
          <ac:chgData name="Dursun Dashdamirov" userId="a8b9d0e1f239c75f" providerId="LiveId" clId="{E297FC27-9774-4AAE-B428-959B432F1B03}" dt="2026-02-23T23:53:05.283" v="899"/>
          <ac:inkMkLst>
            <pc:docMk/>
            <pc:sldMk cId="2974349914" sldId="270"/>
            <ac:inkMk id="70" creationId="{DE2B1FD6-AD4A-4047-8B00-4A4D961E84EC}"/>
          </ac:inkMkLst>
        </pc:inkChg>
        <pc:inkChg chg="del">
          <ac:chgData name="Dursun Dashdamirov" userId="a8b9d0e1f239c75f" providerId="LiveId" clId="{E297FC27-9774-4AAE-B428-959B432F1B03}" dt="2026-02-23T23:53:05.283" v="895"/>
          <ac:inkMkLst>
            <pc:docMk/>
            <pc:sldMk cId="2974349914" sldId="270"/>
            <ac:inkMk id="72" creationId="{7C57B31C-A392-4FDB-9D46-404CAFDD6CFC}"/>
          </ac:inkMkLst>
        </pc:inkChg>
        <pc:inkChg chg="del mod">
          <ac:chgData name="Dursun Dashdamirov" userId="a8b9d0e1f239c75f" providerId="LiveId" clId="{E297FC27-9774-4AAE-B428-959B432F1B03}" dt="2026-02-23T23:53:05.283" v="900"/>
          <ac:inkMkLst>
            <pc:docMk/>
            <pc:sldMk cId="2974349914" sldId="270"/>
            <ac:inkMk id="73" creationId="{2CCC3769-CDBF-4A70-A776-DBCE0BB800DA}"/>
          </ac:inkMkLst>
        </pc:inkChg>
        <pc:inkChg chg="del mod">
          <ac:chgData name="Dursun Dashdamirov" userId="a8b9d0e1f239c75f" providerId="LiveId" clId="{E297FC27-9774-4AAE-B428-959B432F1B03}" dt="2026-02-23T23:53:05.283" v="902"/>
          <ac:inkMkLst>
            <pc:docMk/>
            <pc:sldMk cId="2974349914" sldId="270"/>
            <ac:inkMk id="75" creationId="{2DD4817B-8024-42C5-9297-081D4AB7C3CC}"/>
          </ac:inkMkLst>
        </pc:inkChg>
        <pc:inkChg chg="del mod">
          <ac:chgData name="Dursun Dashdamirov" userId="a8b9d0e1f239c75f" providerId="LiveId" clId="{E297FC27-9774-4AAE-B428-959B432F1B03}" dt="2026-02-23T23:53:05.283" v="891"/>
          <ac:inkMkLst>
            <pc:docMk/>
            <pc:sldMk cId="2974349914" sldId="270"/>
            <ac:inkMk id="76" creationId="{CA8FAFC8-4E42-408D-8F50-CC9FF8A0EB39}"/>
          </ac:inkMkLst>
        </pc:inkChg>
        <pc:inkChg chg="del mod">
          <ac:chgData name="Dursun Dashdamirov" userId="a8b9d0e1f239c75f" providerId="LiveId" clId="{E297FC27-9774-4AAE-B428-959B432F1B03}" dt="2026-02-23T23:53:05.268" v="881"/>
          <ac:inkMkLst>
            <pc:docMk/>
            <pc:sldMk cId="2974349914" sldId="270"/>
            <ac:inkMk id="78" creationId="{8B7D02A6-ED50-42A3-A51D-6F55625BBD04}"/>
          </ac:inkMkLst>
        </pc:inkChg>
        <pc:inkChg chg="del mod">
          <ac:chgData name="Dursun Dashdamirov" userId="a8b9d0e1f239c75f" providerId="LiveId" clId="{E297FC27-9774-4AAE-B428-959B432F1B03}" dt="2026-02-23T23:53:05.268" v="878"/>
          <ac:inkMkLst>
            <pc:docMk/>
            <pc:sldMk cId="2974349914" sldId="270"/>
            <ac:inkMk id="79" creationId="{9AA0C06E-A757-4E6D-B97D-BED85F6A996B}"/>
          </ac:inkMkLst>
        </pc:inkChg>
        <pc:inkChg chg="del mod">
          <ac:chgData name="Dursun Dashdamirov" userId="a8b9d0e1f239c75f" providerId="LiveId" clId="{E297FC27-9774-4AAE-B428-959B432F1B03}" dt="2026-02-23T23:53:05.283" v="901"/>
          <ac:inkMkLst>
            <pc:docMk/>
            <pc:sldMk cId="2974349914" sldId="270"/>
            <ac:inkMk id="80" creationId="{BD15182D-44D6-44EA-BCDE-F5265E91D117}"/>
          </ac:inkMkLst>
        </pc:inkChg>
        <pc:inkChg chg="del mod">
          <ac:chgData name="Dursun Dashdamirov" userId="a8b9d0e1f239c75f" providerId="LiveId" clId="{E297FC27-9774-4AAE-B428-959B432F1B03}" dt="2026-02-23T23:53:05.289" v="914"/>
          <ac:inkMkLst>
            <pc:docMk/>
            <pc:sldMk cId="2974349914" sldId="270"/>
            <ac:inkMk id="81" creationId="{53A4FCEC-428C-4A24-943A-0F9458194C34}"/>
          </ac:inkMkLst>
        </pc:inkChg>
        <pc:inkChg chg="del mod">
          <ac:chgData name="Dursun Dashdamirov" userId="a8b9d0e1f239c75f" providerId="LiveId" clId="{E297FC27-9774-4AAE-B428-959B432F1B03}" dt="2026-02-23T23:53:05.283" v="897"/>
          <ac:inkMkLst>
            <pc:docMk/>
            <pc:sldMk cId="2974349914" sldId="270"/>
            <ac:inkMk id="82" creationId="{D1D343FF-2B0B-4253-A2F7-996D62747EC1}"/>
          </ac:inkMkLst>
        </pc:inkChg>
        <pc:inkChg chg="del mod">
          <ac:chgData name="Dursun Dashdamirov" userId="a8b9d0e1f239c75f" providerId="LiveId" clId="{E297FC27-9774-4AAE-B428-959B432F1B03}" dt="2026-02-23T23:53:05.268" v="880"/>
          <ac:inkMkLst>
            <pc:docMk/>
            <pc:sldMk cId="2974349914" sldId="270"/>
            <ac:inkMk id="84" creationId="{A5C0EA69-CA1D-4344-899B-AB22A65B32E1}"/>
          </ac:inkMkLst>
        </pc:inkChg>
        <pc:inkChg chg="del mod">
          <ac:chgData name="Dursun Dashdamirov" userId="a8b9d0e1f239c75f" providerId="LiveId" clId="{E297FC27-9774-4AAE-B428-959B432F1B03}" dt="2026-02-23T23:53:05.283" v="887"/>
          <ac:inkMkLst>
            <pc:docMk/>
            <pc:sldMk cId="2974349914" sldId="270"/>
            <ac:inkMk id="85" creationId="{0EC17E41-87A9-48C6-BD8D-18B903A57ADF}"/>
          </ac:inkMkLst>
        </pc:inkChg>
        <pc:inkChg chg="del">
          <ac:chgData name="Dursun Dashdamirov" userId="a8b9d0e1f239c75f" providerId="LiveId" clId="{E297FC27-9774-4AAE-B428-959B432F1B03}" dt="2026-02-23T23:53:05.268" v="877"/>
          <ac:inkMkLst>
            <pc:docMk/>
            <pc:sldMk cId="2974349914" sldId="270"/>
            <ac:inkMk id="86" creationId="{2BEBBDC9-D2AE-427A-BE42-A563CEBCED92}"/>
          </ac:inkMkLst>
        </pc:inkChg>
        <pc:inkChg chg="del mod">
          <ac:chgData name="Dursun Dashdamirov" userId="a8b9d0e1f239c75f" providerId="LiveId" clId="{E297FC27-9774-4AAE-B428-959B432F1B03}" dt="2026-02-23T23:53:05.283" v="893"/>
          <ac:inkMkLst>
            <pc:docMk/>
            <pc:sldMk cId="2974349914" sldId="270"/>
            <ac:inkMk id="88" creationId="{946E5BEC-987E-4FAB-9487-62D8FDF1E421}"/>
          </ac:inkMkLst>
        </pc:inkChg>
        <pc:inkChg chg="del mod">
          <ac:chgData name="Dursun Dashdamirov" userId="a8b9d0e1f239c75f" providerId="LiveId" clId="{E297FC27-9774-4AAE-B428-959B432F1B03}" dt="2026-02-23T23:53:05.283" v="886"/>
          <ac:inkMkLst>
            <pc:docMk/>
            <pc:sldMk cId="2974349914" sldId="270"/>
            <ac:inkMk id="89" creationId="{FC00448C-4BAB-4D08-9A3A-CF28F1F56E40}"/>
          </ac:inkMkLst>
        </pc:inkChg>
        <pc:inkChg chg="del">
          <ac:chgData name="Dursun Dashdamirov" userId="a8b9d0e1f239c75f" providerId="LiveId" clId="{E297FC27-9774-4AAE-B428-959B432F1B03}" dt="2026-02-23T23:53:05.268" v="876"/>
          <ac:inkMkLst>
            <pc:docMk/>
            <pc:sldMk cId="2974349914" sldId="270"/>
            <ac:inkMk id="90" creationId="{1981A157-624D-44A7-9A01-B4C4BA1A8252}"/>
          </ac:inkMkLst>
        </pc:inkChg>
        <pc:inkChg chg="del mod">
          <ac:chgData name="Dursun Dashdamirov" userId="a8b9d0e1f239c75f" providerId="LiveId" clId="{E297FC27-9774-4AAE-B428-959B432F1B03}" dt="2026-02-23T23:53:05.283" v="905"/>
          <ac:inkMkLst>
            <pc:docMk/>
            <pc:sldMk cId="2974349914" sldId="270"/>
            <ac:inkMk id="91" creationId="{2B890CEA-55B0-42A2-8D7C-DA4B18A13CCB}"/>
          </ac:inkMkLst>
        </pc:inkChg>
        <pc:inkChg chg="del mod">
          <ac:chgData name="Dursun Dashdamirov" userId="a8b9d0e1f239c75f" providerId="LiveId" clId="{E297FC27-9774-4AAE-B428-959B432F1B03}" dt="2026-02-23T23:53:05.283" v="904"/>
          <ac:inkMkLst>
            <pc:docMk/>
            <pc:sldMk cId="2974349914" sldId="270"/>
            <ac:inkMk id="92" creationId="{CA3B09F8-933B-4AA1-97BA-47005720AC05}"/>
          </ac:inkMkLst>
        </pc:inkChg>
        <pc:inkChg chg="del mod">
          <ac:chgData name="Dursun Dashdamirov" userId="a8b9d0e1f239c75f" providerId="LiveId" clId="{E297FC27-9774-4AAE-B428-959B432F1B03}" dt="2026-02-23T23:53:05.268" v="883"/>
          <ac:inkMkLst>
            <pc:docMk/>
            <pc:sldMk cId="2974349914" sldId="270"/>
            <ac:inkMk id="93" creationId="{A9063B9E-A0E1-4E89-9BFB-7823D86935A0}"/>
          </ac:inkMkLst>
        </pc:inkChg>
        <pc:inkChg chg="del">
          <ac:chgData name="Dursun Dashdamirov" userId="a8b9d0e1f239c75f" providerId="LiveId" clId="{E297FC27-9774-4AAE-B428-959B432F1B03}" dt="2026-02-23T23:53:05.283" v="896"/>
          <ac:inkMkLst>
            <pc:docMk/>
            <pc:sldMk cId="2974349914" sldId="270"/>
            <ac:inkMk id="96" creationId="{B5B50F87-BFA9-4414-BBEC-90894D342EAA}"/>
          </ac:inkMkLst>
        </pc:inkChg>
        <pc:inkChg chg="del">
          <ac:chgData name="Dursun Dashdamirov" userId="a8b9d0e1f239c75f" providerId="LiveId" clId="{E297FC27-9774-4AAE-B428-959B432F1B03}" dt="2026-02-23T23:53:05.268" v="885"/>
          <ac:inkMkLst>
            <pc:docMk/>
            <pc:sldMk cId="2974349914" sldId="270"/>
            <ac:inkMk id="97" creationId="{01D1917D-1339-4F29-933F-2B9A0E30975F}"/>
          </ac:inkMkLst>
        </pc:inkChg>
        <pc:inkChg chg="del mod">
          <ac:chgData name="Dursun Dashdamirov" userId="a8b9d0e1f239c75f" providerId="LiveId" clId="{E297FC27-9774-4AAE-B428-959B432F1B03}" dt="2026-02-23T23:53:05.283" v="892"/>
          <ac:inkMkLst>
            <pc:docMk/>
            <pc:sldMk cId="2974349914" sldId="270"/>
            <ac:inkMk id="99" creationId="{93B0E02E-FD0B-4DA2-8F03-7609A9AF6BC5}"/>
          </ac:inkMkLst>
        </pc:inkChg>
        <pc:inkChg chg="del mod">
          <ac:chgData name="Dursun Dashdamirov" userId="a8b9d0e1f239c75f" providerId="LiveId" clId="{E297FC27-9774-4AAE-B428-959B432F1B03}" dt="2026-02-23T23:53:05.289" v="911"/>
          <ac:inkMkLst>
            <pc:docMk/>
            <pc:sldMk cId="2974349914" sldId="270"/>
            <ac:inkMk id="100" creationId="{53875A91-0612-4336-976B-A946F73A272A}"/>
          </ac:inkMkLst>
        </pc:inkChg>
        <pc:inkChg chg="del mod">
          <ac:chgData name="Dursun Dashdamirov" userId="a8b9d0e1f239c75f" providerId="LiveId" clId="{E297FC27-9774-4AAE-B428-959B432F1B03}" dt="2026-02-23T23:53:05.283" v="907"/>
          <ac:inkMkLst>
            <pc:docMk/>
            <pc:sldMk cId="2974349914" sldId="270"/>
            <ac:inkMk id="101" creationId="{C4B064C3-EE28-4874-9B59-164BA63D0D30}"/>
          </ac:inkMkLst>
        </pc:inkChg>
        <pc:inkChg chg="del mod">
          <ac:chgData name="Dursun Dashdamirov" userId="a8b9d0e1f239c75f" providerId="LiveId" clId="{E297FC27-9774-4AAE-B428-959B432F1B03}" dt="2026-02-23T23:53:05.268" v="884"/>
          <ac:inkMkLst>
            <pc:docMk/>
            <pc:sldMk cId="2974349914" sldId="270"/>
            <ac:inkMk id="102" creationId="{9DE2FFB9-1952-43EC-B8E6-B479CDAF381D}"/>
          </ac:inkMkLst>
        </pc:inkChg>
        <pc:inkChg chg="del mod">
          <ac:chgData name="Dursun Dashdamirov" userId="a8b9d0e1f239c75f" providerId="LiveId" clId="{E297FC27-9774-4AAE-B428-959B432F1B03}" dt="2026-02-23T23:53:05.289" v="910"/>
          <ac:inkMkLst>
            <pc:docMk/>
            <pc:sldMk cId="2974349914" sldId="270"/>
            <ac:inkMk id="103" creationId="{337C18F7-DBEB-43E5-B149-0A1694317110}"/>
          </ac:inkMkLst>
        </pc:inkChg>
        <pc:inkChg chg="del mod">
          <ac:chgData name="Dursun Dashdamirov" userId="a8b9d0e1f239c75f" providerId="LiveId" clId="{E297FC27-9774-4AAE-B428-959B432F1B03}" dt="2026-02-23T23:53:05.283" v="889"/>
          <ac:inkMkLst>
            <pc:docMk/>
            <pc:sldMk cId="2974349914" sldId="270"/>
            <ac:inkMk id="104" creationId="{2A7BA0EB-B1F2-40D7-8054-3ABD6E34D0EC}"/>
          </ac:inkMkLst>
        </pc:inkChg>
        <pc:inkChg chg="del mod">
          <ac:chgData name="Dursun Dashdamirov" userId="a8b9d0e1f239c75f" providerId="LiveId" clId="{E297FC27-9774-4AAE-B428-959B432F1B03}" dt="2026-02-23T23:53:05.283" v="908"/>
          <ac:inkMkLst>
            <pc:docMk/>
            <pc:sldMk cId="2974349914" sldId="270"/>
            <ac:inkMk id="105" creationId="{04DB0B0B-09D1-4AE2-AAA0-B7213AFE5AC6}"/>
          </ac:inkMkLst>
        </pc:inkChg>
        <pc:inkChg chg="del">
          <ac:chgData name="Dursun Dashdamirov" userId="a8b9d0e1f239c75f" providerId="LiveId" clId="{E297FC27-9774-4AAE-B428-959B432F1B03}" dt="2026-02-23T23:53:05.283" v="898"/>
          <ac:inkMkLst>
            <pc:docMk/>
            <pc:sldMk cId="2974349914" sldId="270"/>
            <ac:inkMk id="106" creationId="{0BF2DA1E-CB7D-4F1D-92FD-1BE87B27E578}"/>
          </ac:inkMkLst>
        </pc:inkChg>
        <pc:inkChg chg="del mod">
          <ac:chgData name="Dursun Dashdamirov" userId="a8b9d0e1f239c75f" providerId="LiveId" clId="{E297FC27-9774-4AAE-B428-959B432F1B03}" dt="2026-02-23T23:53:05.289" v="912"/>
          <ac:inkMkLst>
            <pc:docMk/>
            <pc:sldMk cId="2974349914" sldId="270"/>
            <ac:inkMk id="107" creationId="{A7CFD64E-857F-4010-AB55-9433EC67397F}"/>
          </ac:inkMkLst>
        </pc:inkChg>
        <pc:inkChg chg="del mod">
          <ac:chgData name="Dursun Dashdamirov" userId="a8b9d0e1f239c75f" providerId="LiveId" clId="{E297FC27-9774-4AAE-B428-959B432F1B03}" dt="2026-02-23T23:53:05.283" v="906"/>
          <ac:inkMkLst>
            <pc:docMk/>
            <pc:sldMk cId="2974349914" sldId="270"/>
            <ac:inkMk id="108" creationId="{A6BD0B01-8AFC-4941-AB4A-0964AADC844F}"/>
          </ac:inkMkLst>
        </pc:inkChg>
        <pc:inkChg chg="del mod">
          <ac:chgData name="Dursun Dashdamirov" userId="a8b9d0e1f239c75f" providerId="LiveId" clId="{E297FC27-9774-4AAE-B428-959B432F1B03}" dt="2026-02-23T23:53:05.283" v="890"/>
          <ac:inkMkLst>
            <pc:docMk/>
            <pc:sldMk cId="2974349914" sldId="270"/>
            <ac:inkMk id="110" creationId="{D5E1425D-A991-46A0-9F62-047F0BE5FDCF}"/>
          </ac:inkMkLst>
        </pc:inkChg>
        <pc:inkChg chg="del mod">
          <ac:chgData name="Dursun Dashdamirov" userId="a8b9d0e1f239c75f" providerId="LiveId" clId="{E297FC27-9774-4AAE-B428-959B432F1B03}" dt="2026-02-23T23:53:05.289" v="913"/>
          <ac:inkMkLst>
            <pc:docMk/>
            <pc:sldMk cId="2974349914" sldId="270"/>
            <ac:inkMk id="111" creationId="{6DBFD62E-7C44-4D98-90E7-4A94F99522C5}"/>
          </ac:inkMkLst>
        </pc:inkChg>
        <pc:inkChg chg="del mod">
          <ac:chgData name="Dursun Dashdamirov" userId="a8b9d0e1f239c75f" providerId="LiveId" clId="{E297FC27-9774-4AAE-B428-959B432F1B03}" dt="2026-02-23T23:53:05.283" v="909"/>
          <ac:inkMkLst>
            <pc:docMk/>
            <pc:sldMk cId="2974349914" sldId="270"/>
            <ac:inkMk id="112" creationId="{2F7D2808-8421-43D2-A059-4259732B40A2}"/>
          </ac:inkMkLst>
        </pc:inkChg>
        <pc:inkChg chg="del mod">
          <ac:chgData name="Dursun Dashdamirov" userId="a8b9d0e1f239c75f" providerId="LiveId" clId="{E297FC27-9774-4AAE-B428-959B432F1B03}" dt="2026-02-23T23:53:05.283" v="894"/>
          <ac:inkMkLst>
            <pc:docMk/>
            <pc:sldMk cId="2974349914" sldId="270"/>
            <ac:inkMk id="117" creationId="{B620068D-0E24-4296-8F4A-C1778DC389FB}"/>
          </ac:inkMkLst>
        </pc:inkChg>
      </pc:sldChg>
      <pc:sldChg chg="delSp modSp">
        <pc:chgData name="Dursun Dashdamirov" userId="a8b9d0e1f239c75f" providerId="LiveId" clId="{E297FC27-9774-4AAE-B428-959B432F1B03}" dt="2026-02-23T23:53:33.564" v="1016"/>
        <pc:sldMkLst>
          <pc:docMk/>
          <pc:sldMk cId="1370754332" sldId="271"/>
        </pc:sldMkLst>
        <pc:grpChg chg="del mod">
          <ac:chgData name="Dursun Dashdamirov" userId="a8b9d0e1f239c75f" providerId="LiveId" clId="{E297FC27-9774-4AAE-B428-959B432F1B03}" dt="2026-02-23T23:53:33.559" v="990"/>
          <ac:grpSpMkLst>
            <pc:docMk/>
            <pc:sldMk cId="1370754332" sldId="271"/>
            <ac:grpSpMk id="44" creationId="{EF1BAAED-BB7B-4625-AEB8-7EF82D7D941E}"/>
          </ac:grpSpMkLst>
        </pc:grpChg>
        <pc:grpChg chg="del mod">
          <ac:chgData name="Dursun Dashdamirov" userId="a8b9d0e1f239c75f" providerId="LiveId" clId="{E297FC27-9774-4AAE-B428-959B432F1B03}" dt="2026-02-23T23:53:33.564" v="1013"/>
          <ac:grpSpMkLst>
            <pc:docMk/>
            <pc:sldMk cId="1370754332" sldId="271"/>
            <ac:grpSpMk id="10260" creationId="{436E5A54-4062-4DAA-969B-A71ACE393922}"/>
          </ac:grpSpMkLst>
        </pc:grpChg>
        <pc:grpChg chg="del mod">
          <ac:chgData name="Dursun Dashdamirov" userId="a8b9d0e1f239c75f" providerId="LiveId" clId="{E297FC27-9774-4AAE-B428-959B432F1B03}" dt="2026-02-23T23:53:33.547" v="929"/>
          <ac:grpSpMkLst>
            <pc:docMk/>
            <pc:sldMk cId="1370754332" sldId="271"/>
            <ac:grpSpMk id="10263" creationId="{CFC3857D-8AA7-427E-8BB5-A057B1EF2AD9}"/>
          </ac:grpSpMkLst>
        </pc:grpChg>
        <pc:grpChg chg="del mod">
          <ac:chgData name="Dursun Dashdamirov" userId="a8b9d0e1f239c75f" providerId="LiveId" clId="{E297FC27-9774-4AAE-B428-959B432F1B03}" dt="2026-02-23T23:53:33.562" v="992"/>
          <ac:grpSpMkLst>
            <pc:docMk/>
            <pc:sldMk cId="1370754332" sldId="271"/>
            <ac:grpSpMk id="10267" creationId="{CC9E7AD8-86CF-4604-BA76-6E07DBCA961F}"/>
          </ac:grpSpMkLst>
        </pc:grpChg>
        <pc:grpChg chg="del mod">
          <ac:chgData name="Dursun Dashdamirov" userId="a8b9d0e1f239c75f" providerId="LiveId" clId="{E297FC27-9774-4AAE-B428-959B432F1B03}" dt="2026-02-23T23:53:33.563" v="1001"/>
          <ac:grpSpMkLst>
            <pc:docMk/>
            <pc:sldMk cId="1370754332" sldId="271"/>
            <ac:grpSpMk id="10276" creationId="{930531F6-0E4A-4FF5-BF18-ACEA6EA582A4}"/>
          </ac:grpSpMkLst>
        </pc:grpChg>
        <pc:grpChg chg="del mod">
          <ac:chgData name="Dursun Dashdamirov" userId="a8b9d0e1f239c75f" providerId="LiveId" clId="{E297FC27-9774-4AAE-B428-959B432F1B03}" dt="2026-02-23T23:53:33.563" v="1000"/>
          <ac:grpSpMkLst>
            <pc:docMk/>
            <pc:sldMk cId="1370754332" sldId="271"/>
            <ac:grpSpMk id="10312" creationId="{AE978F24-2A5B-42D5-89CD-B724046F0552}"/>
          </ac:grpSpMkLst>
        </pc:grpChg>
        <pc:grpChg chg="del mod">
          <ac:chgData name="Dursun Dashdamirov" userId="a8b9d0e1f239c75f" providerId="LiveId" clId="{E297FC27-9774-4AAE-B428-959B432F1B03}" dt="2026-02-23T23:53:33.558" v="979"/>
          <ac:grpSpMkLst>
            <pc:docMk/>
            <pc:sldMk cId="1370754332" sldId="271"/>
            <ac:grpSpMk id="10322" creationId="{E6D4A0D0-5435-4DA1-846E-4E759F1AE0D4}"/>
          </ac:grpSpMkLst>
        </pc:grpChg>
        <pc:inkChg chg="del">
          <ac:chgData name="Dursun Dashdamirov" userId="a8b9d0e1f239c75f" providerId="LiveId" clId="{E297FC27-9774-4AAE-B428-959B432F1B03}" dt="2026-02-23T23:53:33.555" v="957"/>
          <ac:inkMkLst>
            <pc:docMk/>
            <pc:sldMk cId="1370754332" sldId="271"/>
            <ac:inkMk id="34" creationId="{87BF7784-F944-4FFF-A195-F399718CE79F}"/>
          </ac:inkMkLst>
        </pc:inkChg>
        <pc:inkChg chg="del">
          <ac:chgData name="Dursun Dashdamirov" userId="a8b9d0e1f239c75f" providerId="LiveId" clId="{E297FC27-9774-4AAE-B428-959B432F1B03}" dt="2026-02-23T23:53:33.553" v="953"/>
          <ac:inkMkLst>
            <pc:docMk/>
            <pc:sldMk cId="1370754332" sldId="271"/>
            <ac:inkMk id="36" creationId="{BFB3697A-058B-4DA7-9270-C45C899CD2EC}"/>
          </ac:inkMkLst>
        </pc:inkChg>
        <pc:inkChg chg="del">
          <ac:chgData name="Dursun Dashdamirov" userId="a8b9d0e1f239c75f" providerId="LiveId" clId="{E297FC27-9774-4AAE-B428-959B432F1B03}" dt="2026-02-23T23:53:33.557" v="969"/>
          <ac:inkMkLst>
            <pc:docMk/>
            <pc:sldMk cId="1370754332" sldId="271"/>
            <ac:inkMk id="38" creationId="{A36D823D-2C61-4431-BCC7-969EC100FF9F}"/>
          </ac:inkMkLst>
        </pc:inkChg>
        <pc:inkChg chg="del mod">
          <ac:chgData name="Dursun Dashdamirov" userId="a8b9d0e1f239c75f" providerId="LiveId" clId="{E297FC27-9774-4AAE-B428-959B432F1B03}" dt="2026-02-23T23:53:33.564" v="1005"/>
          <ac:inkMkLst>
            <pc:docMk/>
            <pc:sldMk cId="1370754332" sldId="271"/>
            <ac:inkMk id="39" creationId="{5B5907D6-48F5-4469-A8E5-2640CE9E5F78}"/>
          </ac:inkMkLst>
        </pc:inkChg>
        <pc:inkChg chg="del">
          <ac:chgData name="Dursun Dashdamirov" userId="a8b9d0e1f239c75f" providerId="LiveId" clId="{E297FC27-9774-4AAE-B428-959B432F1B03}" dt="2026-02-23T23:53:33.559" v="987"/>
          <ac:inkMkLst>
            <pc:docMk/>
            <pc:sldMk cId="1370754332" sldId="271"/>
            <ac:inkMk id="41" creationId="{9338695D-10BA-4D21-9F0A-5C91D8DC8069}"/>
          </ac:inkMkLst>
        </pc:inkChg>
        <pc:inkChg chg="del mod">
          <ac:chgData name="Dursun Dashdamirov" userId="a8b9d0e1f239c75f" providerId="LiveId" clId="{E297FC27-9774-4AAE-B428-959B432F1B03}" dt="2026-02-23T23:53:33.559" v="990"/>
          <ac:inkMkLst>
            <pc:docMk/>
            <pc:sldMk cId="1370754332" sldId="271"/>
            <ac:inkMk id="43" creationId="{41DB1068-77E1-42B1-90A8-FA366AF7523E}"/>
          </ac:inkMkLst>
        </pc:inkChg>
        <pc:inkChg chg="del mod">
          <ac:chgData name="Dursun Dashdamirov" userId="a8b9d0e1f239c75f" providerId="LiveId" clId="{E297FC27-9774-4AAE-B428-959B432F1B03}" dt="2026-02-23T23:53:33.553" v="952"/>
          <ac:inkMkLst>
            <pc:docMk/>
            <pc:sldMk cId="1370754332" sldId="271"/>
            <ac:inkMk id="45" creationId="{C97A7BE5-7675-4C90-AA31-E02B17EEBD94}"/>
          </ac:inkMkLst>
        </pc:inkChg>
        <pc:inkChg chg="mod">
          <ac:chgData name="Dursun Dashdamirov" userId="a8b9d0e1f239c75f" providerId="LiveId" clId="{E297FC27-9774-4AAE-B428-959B432F1B03}" dt="2026-02-23T23:53:33.553" v="943"/>
          <ac:inkMkLst>
            <pc:docMk/>
            <pc:sldMk cId="1370754332" sldId="271"/>
            <ac:inkMk id="46" creationId="{9AA5D23C-FCC1-4CCF-8E69-7DD640155A10}"/>
          </ac:inkMkLst>
        </pc:inkChg>
        <pc:inkChg chg="del mod">
          <ac:chgData name="Dursun Dashdamirov" userId="a8b9d0e1f239c75f" providerId="LiveId" clId="{E297FC27-9774-4AAE-B428-959B432F1B03}" dt="2026-02-23T23:53:33.563" v="1003"/>
          <ac:inkMkLst>
            <pc:docMk/>
            <pc:sldMk cId="1370754332" sldId="271"/>
            <ac:inkMk id="48" creationId="{5ECC8F49-C8D3-484B-8E25-4480219F686D}"/>
          </ac:inkMkLst>
        </pc:inkChg>
        <pc:inkChg chg="del mod">
          <ac:chgData name="Dursun Dashdamirov" userId="a8b9d0e1f239c75f" providerId="LiveId" clId="{E297FC27-9774-4AAE-B428-959B432F1B03}" dt="2026-02-23T23:53:33.559" v="989"/>
          <ac:inkMkLst>
            <pc:docMk/>
            <pc:sldMk cId="1370754332" sldId="271"/>
            <ac:inkMk id="52" creationId="{40DF659B-204E-44B3-BECB-0ADA5C96F4EC}"/>
          </ac:inkMkLst>
        </pc:inkChg>
        <pc:inkChg chg="del mod">
          <ac:chgData name="Dursun Dashdamirov" userId="a8b9d0e1f239c75f" providerId="LiveId" clId="{E297FC27-9774-4AAE-B428-959B432F1B03}" dt="2026-02-23T23:53:33.557" v="971"/>
          <ac:inkMkLst>
            <pc:docMk/>
            <pc:sldMk cId="1370754332" sldId="271"/>
            <ac:inkMk id="54" creationId="{56662616-BB17-4ADC-89D6-9D6C700A48DC}"/>
          </ac:inkMkLst>
        </pc:inkChg>
        <pc:inkChg chg="del mod">
          <ac:chgData name="Dursun Dashdamirov" userId="a8b9d0e1f239c75f" providerId="LiveId" clId="{E297FC27-9774-4AAE-B428-959B432F1B03}" dt="2026-02-23T23:53:33.564" v="1007"/>
          <ac:inkMkLst>
            <pc:docMk/>
            <pc:sldMk cId="1370754332" sldId="271"/>
            <ac:inkMk id="56" creationId="{4C176736-56E1-4897-803E-A75DDAB0DF9F}"/>
          </ac:inkMkLst>
        </pc:inkChg>
        <pc:inkChg chg="mod">
          <ac:chgData name="Dursun Dashdamirov" userId="a8b9d0e1f239c75f" providerId="LiveId" clId="{E297FC27-9774-4AAE-B428-959B432F1B03}" dt="2026-02-23T23:53:33.557" v="972"/>
          <ac:inkMkLst>
            <pc:docMk/>
            <pc:sldMk cId="1370754332" sldId="271"/>
            <ac:inkMk id="57" creationId="{1DE6D268-72DF-4504-BC52-BD7B4C9CE540}"/>
          </ac:inkMkLst>
        </pc:inkChg>
        <pc:inkChg chg="del mod">
          <ac:chgData name="Dursun Dashdamirov" userId="a8b9d0e1f239c75f" providerId="LiveId" clId="{E297FC27-9774-4AAE-B428-959B432F1B03}" dt="2026-02-23T23:53:33.562" v="991"/>
          <ac:inkMkLst>
            <pc:docMk/>
            <pc:sldMk cId="1370754332" sldId="271"/>
            <ac:inkMk id="58" creationId="{112491CF-C653-47E7-B1AC-AA08FEB486BF}"/>
          </ac:inkMkLst>
        </pc:inkChg>
        <pc:inkChg chg="del mod">
          <ac:chgData name="Dursun Dashdamirov" userId="a8b9d0e1f239c75f" providerId="LiveId" clId="{E297FC27-9774-4AAE-B428-959B432F1B03}" dt="2026-02-23T23:53:33.558" v="978"/>
          <ac:inkMkLst>
            <pc:docMk/>
            <pc:sldMk cId="1370754332" sldId="271"/>
            <ac:inkMk id="59" creationId="{4133F5CB-FC6D-455A-9C6C-D5D88FDAF66C}"/>
          </ac:inkMkLst>
        </pc:inkChg>
        <pc:inkChg chg="mod">
          <ac:chgData name="Dursun Dashdamirov" userId="a8b9d0e1f239c75f" providerId="LiveId" clId="{E297FC27-9774-4AAE-B428-959B432F1B03}" dt="2026-02-23T23:53:33.551" v="940"/>
          <ac:inkMkLst>
            <pc:docMk/>
            <pc:sldMk cId="1370754332" sldId="271"/>
            <ac:inkMk id="61" creationId="{997C23B0-0C85-48B4-8623-BE75685B279F}"/>
          </ac:inkMkLst>
        </pc:inkChg>
        <pc:inkChg chg="del">
          <ac:chgData name="Dursun Dashdamirov" userId="a8b9d0e1f239c75f" providerId="LiveId" clId="{E297FC27-9774-4AAE-B428-959B432F1B03}" dt="2026-02-23T23:53:33.563" v="1002"/>
          <ac:inkMkLst>
            <pc:docMk/>
            <pc:sldMk cId="1370754332" sldId="271"/>
            <ac:inkMk id="63" creationId="{B7EB816C-0BB7-4509-BD9B-3BEEEB146A7B}"/>
          </ac:inkMkLst>
        </pc:inkChg>
        <pc:inkChg chg="del mod">
          <ac:chgData name="Dursun Dashdamirov" userId="a8b9d0e1f239c75f" providerId="LiveId" clId="{E297FC27-9774-4AAE-B428-959B432F1B03}" dt="2026-02-23T23:53:33.564" v="1010"/>
          <ac:inkMkLst>
            <pc:docMk/>
            <pc:sldMk cId="1370754332" sldId="271"/>
            <ac:inkMk id="10241" creationId="{2BE61A39-EF8C-482B-89A8-9A523840D55D}"/>
          </ac:inkMkLst>
        </pc:inkChg>
        <pc:inkChg chg="del">
          <ac:chgData name="Dursun Dashdamirov" userId="a8b9d0e1f239c75f" providerId="LiveId" clId="{E297FC27-9774-4AAE-B428-959B432F1B03}" dt="2026-02-23T23:53:33.555" v="958"/>
          <ac:inkMkLst>
            <pc:docMk/>
            <pc:sldMk cId="1370754332" sldId="271"/>
            <ac:inkMk id="10244" creationId="{BA35E8E0-D792-4305-A187-3C12D6ED017D}"/>
          </ac:inkMkLst>
        </pc:inkChg>
        <pc:inkChg chg="del">
          <ac:chgData name="Dursun Dashdamirov" userId="a8b9d0e1f239c75f" providerId="LiveId" clId="{E297FC27-9774-4AAE-B428-959B432F1B03}" dt="2026-02-23T23:53:33.558" v="974"/>
          <ac:inkMkLst>
            <pc:docMk/>
            <pc:sldMk cId="1370754332" sldId="271"/>
            <ac:inkMk id="10245" creationId="{0CB0864A-E92E-4A3F-8FA5-27421042E6B2}"/>
          </ac:inkMkLst>
        </pc:inkChg>
        <pc:inkChg chg="mod">
          <ac:chgData name="Dursun Dashdamirov" userId="a8b9d0e1f239c75f" providerId="LiveId" clId="{E297FC27-9774-4AAE-B428-959B432F1B03}" dt="2026-02-23T23:53:33.558" v="976"/>
          <ac:inkMkLst>
            <pc:docMk/>
            <pc:sldMk cId="1370754332" sldId="271"/>
            <ac:inkMk id="10246" creationId="{53ECCF7A-37FD-4B3F-B01A-E29BDEC3B4BE}"/>
          </ac:inkMkLst>
        </pc:inkChg>
        <pc:inkChg chg="del mod">
          <ac:chgData name="Dursun Dashdamirov" userId="a8b9d0e1f239c75f" providerId="LiveId" clId="{E297FC27-9774-4AAE-B428-959B432F1B03}" dt="2026-02-23T23:53:33.564" v="1014"/>
          <ac:inkMkLst>
            <pc:docMk/>
            <pc:sldMk cId="1370754332" sldId="271"/>
            <ac:inkMk id="10248" creationId="{C921BB94-8807-4416-8CF3-0DD9ED67BF0C}"/>
          </ac:inkMkLst>
        </pc:inkChg>
        <pc:inkChg chg="mod">
          <ac:chgData name="Dursun Dashdamirov" userId="a8b9d0e1f239c75f" providerId="LiveId" clId="{E297FC27-9774-4AAE-B428-959B432F1B03}" dt="2026-02-23T23:53:33.555" v="956"/>
          <ac:inkMkLst>
            <pc:docMk/>
            <pc:sldMk cId="1370754332" sldId="271"/>
            <ac:inkMk id="10250" creationId="{1C7828C3-6675-4148-BF14-636BECF72C0E}"/>
          </ac:inkMkLst>
        </pc:inkChg>
        <pc:inkChg chg="del mod">
          <ac:chgData name="Dursun Dashdamirov" userId="a8b9d0e1f239c75f" providerId="LiveId" clId="{E297FC27-9774-4AAE-B428-959B432F1B03}" dt="2026-02-23T23:53:33.558" v="981"/>
          <ac:inkMkLst>
            <pc:docMk/>
            <pc:sldMk cId="1370754332" sldId="271"/>
            <ac:inkMk id="10251" creationId="{A502F319-5C34-4F50-8FAD-4EEDA563EE34}"/>
          </ac:inkMkLst>
        </pc:inkChg>
        <pc:inkChg chg="del mod">
          <ac:chgData name="Dursun Dashdamirov" userId="a8b9d0e1f239c75f" providerId="LiveId" clId="{E297FC27-9774-4AAE-B428-959B432F1B03}" dt="2026-02-23T23:53:33.564" v="1004"/>
          <ac:inkMkLst>
            <pc:docMk/>
            <pc:sldMk cId="1370754332" sldId="271"/>
            <ac:inkMk id="10252" creationId="{63C9F0E3-5696-49D8-8093-021514E36859}"/>
          </ac:inkMkLst>
        </pc:inkChg>
        <pc:inkChg chg="del mod">
          <ac:chgData name="Dursun Dashdamirov" userId="a8b9d0e1f239c75f" providerId="LiveId" clId="{E297FC27-9774-4AAE-B428-959B432F1B03}" dt="2026-02-23T23:53:33.564" v="1013"/>
          <ac:inkMkLst>
            <pc:docMk/>
            <pc:sldMk cId="1370754332" sldId="271"/>
            <ac:inkMk id="10254" creationId="{C18263CB-FCAE-4482-A35D-B1EC277041AD}"/>
          </ac:inkMkLst>
        </pc:inkChg>
        <pc:inkChg chg="del mod">
          <ac:chgData name="Dursun Dashdamirov" userId="a8b9d0e1f239c75f" providerId="LiveId" clId="{E297FC27-9774-4AAE-B428-959B432F1B03}" dt="2026-02-23T23:53:33.564" v="1012"/>
          <ac:inkMkLst>
            <pc:docMk/>
            <pc:sldMk cId="1370754332" sldId="271"/>
            <ac:inkMk id="10255" creationId="{D71A6F80-09FE-471A-98D2-F436BCC070C5}"/>
          </ac:inkMkLst>
        </pc:inkChg>
        <pc:inkChg chg="mod">
          <ac:chgData name="Dursun Dashdamirov" userId="a8b9d0e1f239c75f" providerId="LiveId" clId="{E297FC27-9774-4AAE-B428-959B432F1B03}" dt="2026-02-23T23:53:33.553" v="952"/>
          <ac:inkMkLst>
            <pc:docMk/>
            <pc:sldMk cId="1370754332" sldId="271"/>
            <ac:inkMk id="10256" creationId="{42C02050-10EB-43AA-8D32-F769C4A35531}"/>
          </ac:inkMkLst>
        </pc:inkChg>
        <pc:inkChg chg="del mod">
          <ac:chgData name="Dursun Dashdamirov" userId="a8b9d0e1f239c75f" providerId="LiveId" clId="{E297FC27-9774-4AAE-B428-959B432F1B03}" dt="2026-02-23T23:53:33.558" v="980"/>
          <ac:inkMkLst>
            <pc:docMk/>
            <pc:sldMk cId="1370754332" sldId="271"/>
            <ac:inkMk id="10257" creationId="{805BAC2B-A334-4C58-B3CE-AA13D32FA836}"/>
          </ac:inkMkLst>
        </pc:inkChg>
        <pc:inkChg chg="del mod">
          <ac:chgData name="Dursun Dashdamirov" userId="a8b9d0e1f239c75f" providerId="LiveId" clId="{E297FC27-9774-4AAE-B428-959B432F1B03}" dt="2026-02-23T23:53:33.555" v="963"/>
          <ac:inkMkLst>
            <pc:docMk/>
            <pc:sldMk cId="1370754332" sldId="271"/>
            <ac:inkMk id="10258" creationId="{39E53726-2B59-4B20-86A3-CA898EB72446}"/>
          </ac:inkMkLst>
        </pc:inkChg>
        <pc:inkChg chg="del mod">
          <ac:chgData name="Dursun Dashdamirov" userId="a8b9d0e1f239c75f" providerId="LiveId" clId="{E297FC27-9774-4AAE-B428-959B432F1B03}" dt="2026-02-23T23:53:33.564" v="1011"/>
          <ac:inkMkLst>
            <pc:docMk/>
            <pc:sldMk cId="1370754332" sldId="271"/>
            <ac:inkMk id="10259" creationId="{332ED6D0-F331-453A-8821-9368409C40DF}"/>
          </ac:inkMkLst>
        </pc:inkChg>
        <pc:inkChg chg="del">
          <ac:chgData name="Dursun Dashdamirov" userId="a8b9d0e1f239c75f" providerId="LiveId" clId="{E297FC27-9774-4AAE-B428-959B432F1B03}" dt="2026-02-23T23:53:33.547" v="929"/>
          <ac:inkMkLst>
            <pc:docMk/>
            <pc:sldMk cId="1370754332" sldId="271"/>
            <ac:inkMk id="10261" creationId="{B1C045D8-45E8-447B-A695-8B833439E540}"/>
          </ac:inkMkLst>
        </pc:inkChg>
        <pc:inkChg chg="del mod">
          <ac:chgData name="Dursun Dashdamirov" userId="a8b9d0e1f239c75f" providerId="LiveId" clId="{E297FC27-9774-4AAE-B428-959B432F1B03}" dt="2026-02-23T23:53:33.555" v="962"/>
          <ac:inkMkLst>
            <pc:docMk/>
            <pc:sldMk cId="1370754332" sldId="271"/>
            <ac:inkMk id="10262" creationId="{C5ED4D43-9A14-4B23-B7F2-37F166030F00}"/>
          </ac:inkMkLst>
        </pc:inkChg>
        <pc:inkChg chg="del mod">
          <ac:chgData name="Dursun Dashdamirov" userId="a8b9d0e1f239c75f" providerId="LiveId" clId="{E297FC27-9774-4AAE-B428-959B432F1B03}" dt="2026-02-23T23:53:33.562" v="994"/>
          <ac:inkMkLst>
            <pc:docMk/>
            <pc:sldMk cId="1370754332" sldId="271"/>
            <ac:inkMk id="10264" creationId="{E7F7F7CE-970A-4242-AE6D-4E1B2A5F10CC}"/>
          </ac:inkMkLst>
        </pc:inkChg>
        <pc:inkChg chg="del">
          <ac:chgData name="Dursun Dashdamirov" userId="a8b9d0e1f239c75f" providerId="LiveId" clId="{E297FC27-9774-4AAE-B428-959B432F1B03}" dt="2026-02-23T23:53:33.555" v="961"/>
          <ac:inkMkLst>
            <pc:docMk/>
            <pc:sldMk cId="1370754332" sldId="271"/>
            <ac:inkMk id="10265" creationId="{CFE2E9AD-EB87-4738-86AF-61CFBC33D5CC}"/>
          </ac:inkMkLst>
        </pc:inkChg>
        <pc:inkChg chg="del mod">
          <ac:chgData name="Dursun Dashdamirov" userId="a8b9d0e1f239c75f" providerId="LiveId" clId="{E297FC27-9774-4AAE-B428-959B432F1B03}" dt="2026-02-23T23:53:33.562" v="992"/>
          <ac:inkMkLst>
            <pc:docMk/>
            <pc:sldMk cId="1370754332" sldId="271"/>
            <ac:inkMk id="10266" creationId="{1C178A67-DC9D-4DE2-856F-349BB3F433EC}"/>
          </ac:inkMkLst>
        </pc:inkChg>
        <pc:inkChg chg="del mod">
          <ac:chgData name="Dursun Dashdamirov" userId="a8b9d0e1f239c75f" providerId="LiveId" clId="{E297FC27-9774-4AAE-B428-959B432F1B03}" dt="2026-02-23T23:53:33.562" v="998"/>
          <ac:inkMkLst>
            <pc:docMk/>
            <pc:sldMk cId="1370754332" sldId="271"/>
            <ac:inkMk id="10268" creationId="{E7CA2B20-394F-4665-805D-51BAD3C18A4C}"/>
          </ac:inkMkLst>
        </pc:inkChg>
        <pc:inkChg chg="del mod">
          <ac:chgData name="Dursun Dashdamirov" userId="a8b9d0e1f239c75f" providerId="LiveId" clId="{E297FC27-9774-4AAE-B428-959B432F1B03}" dt="2026-02-23T23:53:33.564" v="1016"/>
          <ac:inkMkLst>
            <pc:docMk/>
            <pc:sldMk cId="1370754332" sldId="271"/>
            <ac:inkMk id="10269" creationId="{BB51EBD9-4AA4-4978-A169-D68497E0EF29}"/>
          </ac:inkMkLst>
        </pc:inkChg>
        <pc:inkChg chg="del mod">
          <ac:chgData name="Dursun Dashdamirov" userId="a8b9d0e1f239c75f" providerId="LiveId" clId="{E297FC27-9774-4AAE-B428-959B432F1B03}" dt="2026-02-23T23:53:33.562" v="996"/>
          <ac:inkMkLst>
            <pc:docMk/>
            <pc:sldMk cId="1370754332" sldId="271"/>
            <ac:inkMk id="10270" creationId="{F3D24DBF-F3D9-4FF7-8225-4AA0CA926D08}"/>
          </ac:inkMkLst>
        </pc:inkChg>
        <pc:inkChg chg="del mod">
          <ac:chgData name="Dursun Dashdamirov" userId="a8b9d0e1f239c75f" providerId="LiveId" clId="{E297FC27-9774-4AAE-B428-959B432F1B03}" dt="2026-02-23T23:53:33.559" v="982"/>
          <ac:inkMkLst>
            <pc:docMk/>
            <pc:sldMk cId="1370754332" sldId="271"/>
            <ac:inkMk id="10272" creationId="{421C1B98-4E8B-4AFA-BD06-F42D2DC992B3}"/>
          </ac:inkMkLst>
        </pc:inkChg>
        <pc:inkChg chg="del mod">
          <ac:chgData name="Dursun Dashdamirov" userId="a8b9d0e1f239c75f" providerId="LiveId" clId="{E297FC27-9774-4AAE-B428-959B432F1B03}" dt="2026-02-23T23:53:33.563" v="1001"/>
          <ac:inkMkLst>
            <pc:docMk/>
            <pc:sldMk cId="1370754332" sldId="271"/>
            <ac:inkMk id="10273" creationId="{7329CF35-A543-4CD6-A736-F4CB62873A33}"/>
          </ac:inkMkLst>
        </pc:inkChg>
        <pc:inkChg chg="del">
          <ac:chgData name="Dursun Dashdamirov" userId="a8b9d0e1f239c75f" providerId="LiveId" clId="{E297FC27-9774-4AAE-B428-959B432F1B03}" dt="2026-02-23T23:53:33.555" v="965"/>
          <ac:inkMkLst>
            <pc:docMk/>
            <pc:sldMk cId="1370754332" sldId="271"/>
            <ac:inkMk id="10274" creationId="{43B8A6FE-07C3-4887-AA3F-7591AB675DAB}"/>
          </ac:inkMkLst>
        </pc:inkChg>
        <pc:inkChg chg="del mod">
          <ac:chgData name="Dursun Dashdamirov" userId="a8b9d0e1f239c75f" providerId="LiveId" clId="{E297FC27-9774-4AAE-B428-959B432F1B03}" dt="2026-02-23T23:53:33.559" v="985"/>
          <ac:inkMkLst>
            <pc:docMk/>
            <pc:sldMk cId="1370754332" sldId="271"/>
            <ac:inkMk id="10275" creationId="{40C1B873-4517-4F02-BC29-4BDB5359A6CD}"/>
          </ac:inkMkLst>
        </pc:inkChg>
        <pc:inkChg chg="del">
          <ac:chgData name="Dursun Dashdamirov" userId="a8b9d0e1f239c75f" providerId="LiveId" clId="{E297FC27-9774-4AAE-B428-959B432F1B03}" dt="2026-02-23T23:53:33.557" v="973"/>
          <ac:inkMkLst>
            <pc:docMk/>
            <pc:sldMk cId="1370754332" sldId="271"/>
            <ac:inkMk id="10277" creationId="{5709C326-2E57-4D9E-A761-B3019C781470}"/>
          </ac:inkMkLst>
        </pc:inkChg>
        <pc:inkChg chg="del">
          <ac:chgData name="Dursun Dashdamirov" userId="a8b9d0e1f239c75f" providerId="LiveId" clId="{E297FC27-9774-4AAE-B428-959B432F1B03}" dt="2026-02-23T23:53:33.555" v="955"/>
          <ac:inkMkLst>
            <pc:docMk/>
            <pc:sldMk cId="1370754332" sldId="271"/>
            <ac:inkMk id="10278" creationId="{F2290F12-3DA0-4071-B3EE-026ABC65CACD}"/>
          </ac:inkMkLst>
        </pc:inkChg>
        <pc:inkChg chg="del">
          <ac:chgData name="Dursun Dashdamirov" userId="a8b9d0e1f239c75f" providerId="LiveId" clId="{E297FC27-9774-4AAE-B428-959B432F1B03}" dt="2026-02-23T23:53:33.549" v="935"/>
          <ac:inkMkLst>
            <pc:docMk/>
            <pc:sldMk cId="1370754332" sldId="271"/>
            <ac:inkMk id="10279" creationId="{CC949D0B-70F6-4C58-9E7F-39C0F3F8983B}"/>
          </ac:inkMkLst>
        </pc:inkChg>
        <pc:inkChg chg="del">
          <ac:chgData name="Dursun Dashdamirov" userId="a8b9d0e1f239c75f" providerId="LiveId" clId="{E297FC27-9774-4AAE-B428-959B432F1B03}" dt="2026-02-23T23:53:33.551" v="941"/>
          <ac:inkMkLst>
            <pc:docMk/>
            <pc:sldMk cId="1370754332" sldId="271"/>
            <ac:inkMk id="10280" creationId="{DD0541F2-271E-4561-9BA0-130CA18DC2F2}"/>
          </ac:inkMkLst>
        </pc:inkChg>
        <pc:inkChg chg="del">
          <ac:chgData name="Dursun Dashdamirov" userId="a8b9d0e1f239c75f" providerId="LiveId" clId="{E297FC27-9774-4AAE-B428-959B432F1B03}" dt="2026-02-23T23:53:33.564" v="1009"/>
          <ac:inkMkLst>
            <pc:docMk/>
            <pc:sldMk cId="1370754332" sldId="271"/>
            <ac:inkMk id="10281" creationId="{5CAF0A88-4599-4F65-9C40-FA4ACB3686A3}"/>
          </ac:inkMkLst>
        </pc:inkChg>
        <pc:inkChg chg="del">
          <ac:chgData name="Dursun Dashdamirov" userId="a8b9d0e1f239c75f" providerId="LiveId" clId="{E297FC27-9774-4AAE-B428-959B432F1B03}" dt="2026-02-23T23:53:33.562" v="993"/>
          <ac:inkMkLst>
            <pc:docMk/>
            <pc:sldMk cId="1370754332" sldId="271"/>
            <ac:inkMk id="10282" creationId="{AED91016-1CF8-436D-A065-F7E1A60BF1E6}"/>
          </ac:inkMkLst>
        </pc:inkChg>
        <pc:inkChg chg="del mod">
          <ac:chgData name="Dursun Dashdamirov" userId="a8b9d0e1f239c75f" providerId="LiveId" clId="{E297FC27-9774-4AAE-B428-959B432F1B03}" dt="2026-02-23T23:53:33.563" v="1000"/>
          <ac:inkMkLst>
            <pc:docMk/>
            <pc:sldMk cId="1370754332" sldId="271"/>
            <ac:inkMk id="10283" creationId="{8002D643-990B-47ED-A4F0-21014B84CCF8}"/>
          </ac:inkMkLst>
        </pc:inkChg>
        <pc:inkChg chg="del mod">
          <ac:chgData name="Dursun Dashdamirov" userId="a8b9d0e1f239c75f" providerId="LiveId" clId="{E297FC27-9774-4AAE-B428-959B432F1B03}" dt="2026-02-23T23:53:33.551" v="942"/>
          <ac:inkMkLst>
            <pc:docMk/>
            <pc:sldMk cId="1370754332" sldId="271"/>
            <ac:inkMk id="10284" creationId="{001874DB-7486-470F-835B-4E8D317CC34F}"/>
          </ac:inkMkLst>
        </pc:inkChg>
        <pc:inkChg chg="del mod">
          <ac:chgData name="Dursun Dashdamirov" userId="a8b9d0e1f239c75f" providerId="LiveId" clId="{E297FC27-9774-4AAE-B428-959B432F1B03}" dt="2026-02-23T23:53:33.553" v="949"/>
          <ac:inkMkLst>
            <pc:docMk/>
            <pc:sldMk cId="1370754332" sldId="271"/>
            <ac:inkMk id="10285" creationId="{570E3EA0-F4FF-4FF2-AFE1-49843AB93F4B}"/>
          </ac:inkMkLst>
        </pc:inkChg>
        <pc:inkChg chg="del mod">
          <ac:chgData name="Dursun Dashdamirov" userId="a8b9d0e1f239c75f" providerId="LiveId" clId="{E297FC27-9774-4AAE-B428-959B432F1B03}" dt="2026-02-23T23:53:33.553" v="948"/>
          <ac:inkMkLst>
            <pc:docMk/>
            <pc:sldMk cId="1370754332" sldId="271"/>
            <ac:inkMk id="10286" creationId="{45C3F010-5BC2-4451-8EC3-C9F51A223E67}"/>
          </ac:inkMkLst>
        </pc:inkChg>
        <pc:inkChg chg="del mod">
          <ac:chgData name="Dursun Dashdamirov" userId="a8b9d0e1f239c75f" providerId="LiveId" clId="{E297FC27-9774-4AAE-B428-959B432F1B03}" dt="2026-02-23T23:53:33.559" v="983"/>
          <ac:inkMkLst>
            <pc:docMk/>
            <pc:sldMk cId="1370754332" sldId="271"/>
            <ac:inkMk id="10287" creationId="{CC86F0DE-8159-44CA-990F-D255A8A2A83A}"/>
          </ac:inkMkLst>
        </pc:inkChg>
        <pc:inkChg chg="del mod">
          <ac:chgData name="Dursun Dashdamirov" userId="a8b9d0e1f239c75f" providerId="LiveId" clId="{E297FC27-9774-4AAE-B428-959B432F1B03}" dt="2026-02-23T23:53:33.559" v="986"/>
          <ac:inkMkLst>
            <pc:docMk/>
            <pc:sldMk cId="1370754332" sldId="271"/>
            <ac:inkMk id="10288" creationId="{EF41FBCF-8E01-4C25-9D76-B21B16CB041F}"/>
          </ac:inkMkLst>
        </pc:inkChg>
        <pc:inkChg chg="del mod">
          <ac:chgData name="Dursun Dashdamirov" userId="a8b9d0e1f239c75f" providerId="LiveId" clId="{E297FC27-9774-4AAE-B428-959B432F1B03}" dt="2026-02-23T23:53:33.553" v="951"/>
          <ac:inkMkLst>
            <pc:docMk/>
            <pc:sldMk cId="1370754332" sldId="271"/>
            <ac:inkMk id="10289" creationId="{C24C9F3C-E4A5-42DB-8822-DC7EC1E472BE}"/>
          </ac:inkMkLst>
        </pc:inkChg>
        <pc:inkChg chg="del">
          <ac:chgData name="Dursun Dashdamirov" userId="a8b9d0e1f239c75f" providerId="LiveId" clId="{E297FC27-9774-4AAE-B428-959B432F1B03}" dt="2026-02-23T23:53:33.553" v="946"/>
          <ac:inkMkLst>
            <pc:docMk/>
            <pc:sldMk cId="1370754332" sldId="271"/>
            <ac:inkMk id="10290" creationId="{EDDFC77B-7A2A-4C41-9BB4-E421631DA2A6}"/>
          </ac:inkMkLst>
        </pc:inkChg>
        <pc:inkChg chg="mod">
          <ac:chgData name="Dursun Dashdamirov" userId="a8b9d0e1f239c75f" providerId="LiveId" clId="{E297FC27-9774-4AAE-B428-959B432F1B03}" dt="2026-02-23T23:53:33.549" v="934"/>
          <ac:inkMkLst>
            <pc:docMk/>
            <pc:sldMk cId="1370754332" sldId="271"/>
            <ac:inkMk id="10292" creationId="{5D157391-8A4D-4BFE-A4C8-73FF489C87D0}"/>
          </ac:inkMkLst>
        </pc:inkChg>
        <pc:inkChg chg="del mod">
          <ac:chgData name="Dursun Dashdamirov" userId="a8b9d0e1f239c75f" providerId="LiveId" clId="{E297FC27-9774-4AAE-B428-959B432F1B03}" dt="2026-02-23T23:53:33.549" v="934"/>
          <ac:inkMkLst>
            <pc:docMk/>
            <pc:sldMk cId="1370754332" sldId="271"/>
            <ac:inkMk id="10293" creationId="{4F851334-39A2-41EC-84BE-1C6B0EDC80A8}"/>
          </ac:inkMkLst>
        </pc:inkChg>
        <pc:inkChg chg="del mod">
          <ac:chgData name="Dursun Dashdamirov" userId="a8b9d0e1f239c75f" providerId="LiveId" clId="{E297FC27-9774-4AAE-B428-959B432F1B03}" dt="2026-02-23T23:53:33.562" v="995"/>
          <ac:inkMkLst>
            <pc:docMk/>
            <pc:sldMk cId="1370754332" sldId="271"/>
            <ac:inkMk id="10295" creationId="{12A18E36-BBB5-4DE0-9367-3A000C921BD4}"/>
          </ac:inkMkLst>
        </pc:inkChg>
        <pc:inkChg chg="del mod">
          <ac:chgData name="Dursun Dashdamirov" userId="a8b9d0e1f239c75f" providerId="LiveId" clId="{E297FC27-9774-4AAE-B428-959B432F1B03}" dt="2026-02-23T23:53:33.559" v="984"/>
          <ac:inkMkLst>
            <pc:docMk/>
            <pc:sldMk cId="1370754332" sldId="271"/>
            <ac:inkMk id="10296" creationId="{FED8E1B0-20A5-4900-AAF0-C9A056887301}"/>
          </ac:inkMkLst>
        </pc:inkChg>
        <pc:inkChg chg="del">
          <ac:chgData name="Dursun Dashdamirov" userId="a8b9d0e1f239c75f" providerId="LiveId" clId="{E297FC27-9774-4AAE-B428-959B432F1B03}" dt="2026-02-23T23:53:33.547" v="930"/>
          <ac:inkMkLst>
            <pc:docMk/>
            <pc:sldMk cId="1370754332" sldId="271"/>
            <ac:inkMk id="10299" creationId="{C7E766AB-0CC4-4A05-B6F8-C9DEF9F5A810}"/>
          </ac:inkMkLst>
        </pc:inkChg>
        <pc:inkChg chg="del mod">
          <ac:chgData name="Dursun Dashdamirov" userId="a8b9d0e1f239c75f" providerId="LiveId" clId="{E297FC27-9774-4AAE-B428-959B432F1B03}" dt="2026-02-23T23:53:33.557" v="970"/>
          <ac:inkMkLst>
            <pc:docMk/>
            <pc:sldMk cId="1370754332" sldId="271"/>
            <ac:inkMk id="10301" creationId="{6FB5C123-8055-401C-98B1-E0D7D3DC0063}"/>
          </ac:inkMkLst>
        </pc:inkChg>
        <pc:inkChg chg="del mod">
          <ac:chgData name="Dursun Dashdamirov" userId="a8b9d0e1f239c75f" providerId="LiveId" clId="{E297FC27-9774-4AAE-B428-959B432F1B03}" dt="2026-02-23T23:53:33.564" v="1015"/>
          <ac:inkMkLst>
            <pc:docMk/>
            <pc:sldMk cId="1370754332" sldId="271"/>
            <ac:inkMk id="10302" creationId="{8264CC6A-D023-428F-99BE-E9511F482EA2}"/>
          </ac:inkMkLst>
        </pc:inkChg>
        <pc:inkChg chg="del mod">
          <ac:chgData name="Dursun Dashdamirov" userId="a8b9d0e1f239c75f" providerId="LiveId" clId="{E297FC27-9774-4AAE-B428-959B432F1B03}" dt="2026-02-23T23:53:33.555" v="967"/>
          <ac:inkMkLst>
            <pc:docMk/>
            <pc:sldMk cId="1370754332" sldId="271"/>
            <ac:inkMk id="10303" creationId="{73034EAB-0CB0-4236-85A8-FBCF0D9AF52B}"/>
          </ac:inkMkLst>
        </pc:inkChg>
        <pc:inkChg chg="del mod">
          <ac:chgData name="Dursun Dashdamirov" userId="a8b9d0e1f239c75f" providerId="LiveId" clId="{E297FC27-9774-4AAE-B428-959B432F1B03}" dt="2026-02-23T23:53:33.553" v="947"/>
          <ac:inkMkLst>
            <pc:docMk/>
            <pc:sldMk cId="1370754332" sldId="271"/>
            <ac:inkMk id="10304" creationId="{ED1B4E5B-CA2E-46F7-9DE5-2414DD73BB3E}"/>
          </ac:inkMkLst>
        </pc:inkChg>
        <pc:inkChg chg="del mod">
          <ac:chgData name="Dursun Dashdamirov" userId="a8b9d0e1f239c75f" providerId="LiveId" clId="{E297FC27-9774-4AAE-B428-959B432F1B03}" dt="2026-02-23T23:53:33.562" v="997"/>
          <ac:inkMkLst>
            <pc:docMk/>
            <pc:sldMk cId="1370754332" sldId="271"/>
            <ac:inkMk id="10305" creationId="{DF0901D1-410E-4435-97E6-DC426DC9D0A1}"/>
          </ac:inkMkLst>
        </pc:inkChg>
        <pc:inkChg chg="del mod">
          <ac:chgData name="Dursun Dashdamirov" userId="a8b9d0e1f239c75f" providerId="LiveId" clId="{E297FC27-9774-4AAE-B428-959B432F1B03}" dt="2026-02-23T23:53:33.553" v="945"/>
          <ac:inkMkLst>
            <pc:docMk/>
            <pc:sldMk cId="1370754332" sldId="271"/>
            <ac:inkMk id="10306" creationId="{19B6C54C-F9C6-4DF5-86DE-00792336DE96}"/>
          </ac:inkMkLst>
        </pc:inkChg>
        <pc:inkChg chg="del">
          <ac:chgData name="Dursun Dashdamirov" userId="a8b9d0e1f239c75f" providerId="LiveId" clId="{E297FC27-9774-4AAE-B428-959B432F1B03}" dt="2026-02-23T23:53:33.549" v="936"/>
          <ac:inkMkLst>
            <pc:docMk/>
            <pc:sldMk cId="1370754332" sldId="271"/>
            <ac:inkMk id="10308" creationId="{26AEB45B-3FC4-46A9-BE81-8D0B4523B729}"/>
          </ac:inkMkLst>
        </pc:inkChg>
        <pc:inkChg chg="del">
          <ac:chgData name="Dursun Dashdamirov" userId="a8b9d0e1f239c75f" providerId="LiveId" clId="{E297FC27-9774-4AAE-B428-959B432F1B03}" dt="2026-02-23T23:53:33.564" v="1006"/>
          <ac:inkMkLst>
            <pc:docMk/>
            <pc:sldMk cId="1370754332" sldId="271"/>
            <ac:inkMk id="10310" creationId="{A0DF4E12-E6E0-4886-B941-88B3056937A1}"/>
          </ac:inkMkLst>
        </pc:inkChg>
        <pc:inkChg chg="del mod">
          <ac:chgData name="Dursun Dashdamirov" userId="a8b9d0e1f239c75f" providerId="LiveId" clId="{E297FC27-9774-4AAE-B428-959B432F1B03}" dt="2026-02-23T23:53:33.555" v="966"/>
          <ac:inkMkLst>
            <pc:docMk/>
            <pc:sldMk cId="1370754332" sldId="271"/>
            <ac:inkMk id="10311" creationId="{63AAB954-6FBA-42A5-9F3C-A661E1F27A28}"/>
          </ac:inkMkLst>
        </pc:inkChg>
        <pc:inkChg chg="del">
          <ac:chgData name="Dursun Dashdamirov" userId="a8b9d0e1f239c75f" providerId="LiveId" clId="{E297FC27-9774-4AAE-B428-959B432F1B03}" dt="2026-02-23T23:53:33.559" v="988"/>
          <ac:inkMkLst>
            <pc:docMk/>
            <pc:sldMk cId="1370754332" sldId="271"/>
            <ac:inkMk id="10313" creationId="{92C3D1CA-9F33-4362-85E7-97EF13824148}"/>
          </ac:inkMkLst>
        </pc:inkChg>
        <pc:inkChg chg="del">
          <ac:chgData name="Dursun Dashdamirov" userId="a8b9d0e1f239c75f" providerId="LiveId" clId="{E297FC27-9774-4AAE-B428-959B432F1B03}" dt="2026-02-23T23:53:33.564" v="1008"/>
          <ac:inkMkLst>
            <pc:docMk/>
            <pc:sldMk cId="1370754332" sldId="271"/>
            <ac:inkMk id="10314" creationId="{BF84B511-5114-4F80-B04B-993AB5E18B5F}"/>
          </ac:inkMkLst>
        </pc:inkChg>
        <pc:inkChg chg="del">
          <ac:chgData name="Dursun Dashdamirov" userId="a8b9d0e1f239c75f" providerId="LiveId" clId="{E297FC27-9774-4AAE-B428-959B432F1B03}" dt="2026-02-23T23:53:33.553" v="954"/>
          <ac:inkMkLst>
            <pc:docMk/>
            <pc:sldMk cId="1370754332" sldId="271"/>
            <ac:inkMk id="10315" creationId="{38AFB81D-C257-43B8-899C-679C8056A07F}"/>
          </ac:inkMkLst>
        </pc:inkChg>
        <pc:inkChg chg="del mod">
          <ac:chgData name="Dursun Dashdamirov" userId="a8b9d0e1f239c75f" providerId="LiveId" clId="{E297FC27-9774-4AAE-B428-959B432F1B03}" dt="2026-02-23T23:53:33.558" v="979"/>
          <ac:inkMkLst>
            <pc:docMk/>
            <pc:sldMk cId="1370754332" sldId="271"/>
            <ac:inkMk id="10316" creationId="{DD428497-A250-4C9F-B32B-911D4C41B683}"/>
          </ac:inkMkLst>
        </pc:inkChg>
        <pc:inkChg chg="del mod">
          <ac:chgData name="Dursun Dashdamirov" userId="a8b9d0e1f239c75f" providerId="LiveId" clId="{E297FC27-9774-4AAE-B428-959B432F1B03}" dt="2026-02-23T23:53:33.562" v="999"/>
          <ac:inkMkLst>
            <pc:docMk/>
            <pc:sldMk cId="1370754332" sldId="271"/>
            <ac:inkMk id="10317" creationId="{EAF6F5F0-6DD4-45C5-B465-91E4ED7C7333}"/>
          </ac:inkMkLst>
        </pc:inkChg>
        <pc:inkChg chg="del">
          <ac:chgData name="Dursun Dashdamirov" userId="a8b9d0e1f239c75f" providerId="LiveId" clId="{E297FC27-9774-4AAE-B428-959B432F1B03}" dt="2026-02-23T23:53:33.555" v="960"/>
          <ac:inkMkLst>
            <pc:docMk/>
            <pc:sldMk cId="1370754332" sldId="271"/>
            <ac:inkMk id="10318" creationId="{DE5A7826-FD7D-4FD3-89C9-508BA5E61D1B}"/>
          </ac:inkMkLst>
        </pc:inkChg>
        <pc:inkChg chg="del mod">
          <ac:chgData name="Dursun Dashdamirov" userId="a8b9d0e1f239c75f" providerId="LiveId" clId="{E297FC27-9774-4AAE-B428-959B432F1B03}" dt="2026-02-23T23:53:33.555" v="968"/>
          <ac:inkMkLst>
            <pc:docMk/>
            <pc:sldMk cId="1370754332" sldId="271"/>
            <ac:inkMk id="10320" creationId="{F8DA1BF3-7CEF-46B9-A0B4-DD3D801AC3F1}"/>
          </ac:inkMkLst>
        </pc:inkChg>
        <pc:inkChg chg="del">
          <ac:chgData name="Dursun Dashdamirov" userId="a8b9d0e1f239c75f" providerId="LiveId" clId="{E297FC27-9774-4AAE-B428-959B432F1B03}" dt="2026-02-23T23:53:33.549" v="931"/>
          <ac:inkMkLst>
            <pc:docMk/>
            <pc:sldMk cId="1370754332" sldId="271"/>
            <ac:inkMk id="10321" creationId="{A39B74DE-96F3-4615-A8C9-B71B86826B03}"/>
          </ac:inkMkLst>
        </pc:inkChg>
      </pc:sldChg>
      <pc:sldChg chg="delSp modSp">
        <pc:chgData name="Dursun Dashdamirov" userId="a8b9d0e1f239c75f" providerId="LiveId" clId="{E297FC27-9774-4AAE-B428-959B432F1B03}" dt="2026-02-23T23:54:31.475" v="1270"/>
        <pc:sldMkLst>
          <pc:docMk/>
          <pc:sldMk cId="232392909" sldId="272"/>
        </pc:sldMkLst>
        <pc:grpChg chg="del mod">
          <ac:chgData name="Dursun Dashdamirov" userId="a8b9d0e1f239c75f" providerId="LiveId" clId="{E297FC27-9774-4AAE-B428-959B432F1B03}" dt="2026-02-23T23:54:31.469" v="1219"/>
          <ac:grpSpMkLst>
            <pc:docMk/>
            <pc:sldMk cId="232392909" sldId="272"/>
            <ac:grpSpMk id="43" creationId="{1D74A6DA-A4C8-474B-BE5F-2033803F413E}"/>
          </ac:grpSpMkLst>
        </pc:grpChg>
        <pc:grpChg chg="del mod">
          <ac:chgData name="Dursun Dashdamirov" userId="a8b9d0e1f239c75f" providerId="LiveId" clId="{E297FC27-9774-4AAE-B428-959B432F1B03}" dt="2026-02-23T23:54:31.467" v="1190"/>
          <ac:grpSpMkLst>
            <pc:docMk/>
            <pc:sldMk cId="232392909" sldId="272"/>
            <ac:grpSpMk id="106" creationId="{CC8B81E3-776B-46FF-A455-2128D319D2FD}"/>
          </ac:grpSpMkLst>
        </pc:grpChg>
        <pc:grpChg chg="del mod">
          <ac:chgData name="Dursun Dashdamirov" userId="a8b9d0e1f239c75f" providerId="LiveId" clId="{E297FC27-9774-4AAE-B428-959B432F1B03}" dt="2026-02-23T23:54:31.473" v="1243"/>
          <ac:grpSpMkLst>
            <pc:docMk/>
            <pc:sldMk cId="232392909" sldId="272"/>
            <ac:grpSpMk id="109" creationId="{5FC31E51-7186-46BF-8CF0-50F2106467E6}"/>
          </ac:grpSpMkLst>
        </pc:grpChg>
        <pc:grpChg chg="del mod">
          <ac:chgData name="Dursun Dashdamirov" userId="a8b9d0e1f239c75f" providerId="LiveId" clId="{E297FC27-9774-4AAE-B428-959B432F1B03}" dt="2026-02-23T23:54:31.475" v="1267"/>
          <ac:grpSpMkLst>
            <pc:docMk/>
            <pc:sldMk cId="232392909" sldId="272"/>
            <ac:grpSpMk id="115" creationId="{3611C99D-CB11-441B-A529-B1D514562F4B}"/>
          </ac:grpSpMkLst>
        </pc:grpChg>
        <pc:grpChg chg="del mod">
          <ac:chgData name="Dursun Dashdamirov" userId="a8b9d0e1f239c75f" providerId="LiveId" clId="{E297FC27-9774-4AAE-B428-959B432F1B03}" dt="2026-02-23T23:54:31.473" v="1240"/>
          <ac:grpSpMkLst>
            <pc:docMk/>
            <pc:sldMk cId="232392909" sldId="272"/>
            <ac:grpSpMk id="121" creationId="{60FBE4D6-20AC-4EAB-96E0-9DEFD4179314}"/>
          </ac:grpSpMkLst>
        </pc:grpChg>
        <pc:grpChg chg="del mod">
          <ac:chgData name="Dursun Dashdamirov" userId="a8b9d0e1f239c75f" providerId="LiveId" clId="{E297FC27-9774-4AAE-B428-959B432F1B03}" dt="2026-02-23T23:54:31.463" v="1185"/>
          <ac:grpSpMkLst>
            <pc:docMk/>
            <pc:sldMk cId="232392909" sldId="272"/>
            <ac:grpSpMk id="124" creationId="{047FA2B7-2822-43BC-B587-36F67C1AD5A7}"/>
          </ac:grpSpMkLst>
        </pc:grpChg>
        <pc:grpChg chg="del mod">
          <ac:chgData name="Dursun Dashdamirov" userId="a8b9d0e1f239c75f" providerId="LiveId" clId="{E297FC27-9774-4AAE-B428-959B432F1B03}" dt="2026-02-23T23:54:31.475" v="1263"/>
          <ac:grpSpMkLst>
            <pc:docMk/>
            <pc:sldMk cId="232392909" sldId="272"/>
            <ac:grpSpMk id="127" creationId="{7F576C7B-77E5-4831-BC9D-04044434D98A}"/>
          </ac:grpSpMkLst>
        </pc:grpChg>
        <pc:grpChg chg="del mod">
          <ac:chgData name="Dursun Dashdamirov" userId="a8b9d0e1f239c75f" providerId="LiveId" clId="{E297FC27-9774-4AAE-B428-959B432F1B03}" dt="2026-02-23T23:54:31.469" v="1220"/>
          <ac:grpSpMkLst>
            <pc:docMk/>
            <pc:sldMk cId="232392909" sldId="272"/>
            <ac:grpSpMk id="134" creationId="{DDEA21E7-C3E5-4142-98C8-B18359CBD8FC}"/>
          </ac:grpSpMkLst>
        </pc:grpChg>
        <pc:grpChg chg="del mod">
          <ac:chgData name="Dursun Dashdamirov" userId="a8b9d0e1f239c75f" providerId="LiveId" clId="{E297FC27-9774-4AAE-B428-959B432F1B03}" dt="2026-02-23T23:54:31.475" v="1253"/>
          <ac:grpSpMkLst>
            <pc:docMk/>
            <pc:sldMk cId="232392909" sldId="272"/>
            <ac:grpSpMk id="140" creationId="{3D3CBA8A-CEE3-4C7B-834C-20E1C2EC14C8}"/>
          </ac:grpSpMkLst>
        </pc:grpChg>
        <pc:grpChg chg="del mod">
          <ac:chgData name="Dursun Dashdamirov" userId="a8b9d0e1f239c75f" providerId="LiveId" clId="{E297FC27-9774-4AAE-B428-959B432F1B03}" dt="2026-02-23T23:54:31.469" v="1217"/>
          <ac:grpSpMkLst>
            <pc:docMk/>
            <pc:sldMk cId="232392909" sldId="272"/>
            <ac:grpSpMk id="168" creationId="{AE0D46E8-F4DF-4E41-BBAF-01780B930BC3}"/>
          </ac:grpSpMkLst>
        </pc:grpChg>
        <pc:grpChg chg="del mod">
          <ac:chgData name="Dursun Dashdamirov" userId="a8b9d0e1f239c75f" providerId="LiveId" clId="{E297FC27-9774-4AAE-B428-959B432F1B03}" dt="2026-02-23T23:54:31.473" v="1250"/>
          <ac:grpSpMkLst>
            <pc:docMk/>
            <pc:sldMk cId="232392909" sldId="272"/>
            <ac:grpSpMk id="171" creationId="{1A0F5B28-FCCC-43E9-BE96-38D616CF5124}"/>
          </ac:grpSpMkLst>
        </pc:grpChg>
        <pc:grpChg chg="del mod">
          <ac:chgData name="Dursun Dashdamirov" userId="a8b9d0e1f239c75f" providerId="LiveId" clId="{E297FC27-9774-4AAE-B428-959B432F1B03}" dt="2026-02-23T23:54:31.475" v="1266"/>
          <ac:grpSpMkLst>
            <pc:docMk/>
            <pc:sldMk cId="232392909" sldId="272"/>
            <ac:grpSpMk id="177" creationId="{EE52C92D-5A4E-49DF-A99F-B3A8C0010E4E}"/>
          </ac:grpSpMkLst>
        </pc:grpChg>
        <pc:inkChg chg="del">
          <ac:chgData name="Dursun Dashdamirov" userId="a8b9d0e1f239c75f" providerId="LiveId" clId="{E297FC27-9774-4AAE-B428-959B432F1B03}" dt="2026-02-23T23:54:31.463" v="1164"/>
          <ac:inkMkLst>
            <pc:docMk/>
            <pc:sldMk cId="232392909" sldId="272"/>
            <ac:inkMk id="22" creationId="{FC503060-8A50-4E8B-927C-7FF3909D52D8}"/>
          </ac:inkMkLst>
        </pc:inkChg>
        <pc:inkChg chg="del">
          <ac:chgData name="Dursun Dashdamirov" userId="a8b9d0e1f239c75f" providerId="LiveId" clId="{E297FC27-9774-4AAE-B428-959B432F1B03}" dt="2026-02-23T23:54:31.469" v="1231"/>
          <ac:inkMkLst>
            <pc:docMk/>
            <pc:sldMk cId="232392909" sldId="272"/>
            <ac:inkMk id="23" creationId="{AF639EEA-8293-4DAB-9D2E-7E5D21B281B1}"/>
          </ac:inkMkLst>
        </pc:inkChg>
        <pc:inkChg chg="del">
          <ac:chgData name="Dursun Dashdamirov" userId="a8b9d0e1f239c75f" providerId="LiveId" clId="{E297FC27-9774-4AAE-B428-959B432F1B03}" dt="2026-02-23T23:54:31.469" v="1216"/>
          <ac:inkMkLst>
            <pc:docMk/>
            <pc:sldMk cId="232392909" sldId="272"/>
            <ac:inkMk id="24" creationId="{C15502D2-0AB1-4A14-AC81-F097051358AA}"/>
          </ac:inkMkLst>
        </pc:inkChg>
        <pc:inkChg chg="del">
          <ac:chgData name="Dursun Dashdamirov" userId="a8b9d0e1f239c75f" providerId="LiveId" clId="{E297FC27-9774-4AAE-B428-959B432F1B03}" dt="2026-02-23T23:54:31.473" v="1246"/>
          <ac:inkMkLst>
            <pc:docMk/>
            <pc:sldMk cId="232392909" sldId="272"/>
            <ac:inkMk id="25" creationId="{A9997F5F-1B63-427C-B485-7E44D60A0F1A}"/>
          </ac:inkMkLst>
        </pc:inkChg>
        <pc:inkChg chg="del">
          <ac:chgData name="Dursun Dashdamirov" userId="a8b9d0e1f239c75f" providerId="LiveId" clId="{E297FC27-9774-4AAE-B428-959B432F1B03}" dt="2026-02-23T23:54:31.461" v="1160"/>
          <ac:inkMkLst>
            <pc:docMk/>
            <pc:sldMk cId="232392909" sldId="272"/>
            <ac:inkMk id="26" creationId="{F6DC4F86-67E3-4855-978F-62A07FC3622F}"/>
          </ac:inkMkLst>
        </pc:inkChg>
        <pc:inkChg chg="del mod">
          <ac:chgData name="Dursun Dashdamirov" userId="a8b9d0e1f239c75f" providerId="LiveId" clId="{E297FC27-9774-4AAE-B428-959B432F1B03}" dt="2026-02-23T23:54:31.467" v="1189"/>
          <ac:inkMkLst>
            <pc:docMk/>
            <pc:sldMk cId="232392909" sldId="272"/>
            <ac:inkMk id="27" creationId="{1360C27D-7D73-4F13-B12E-0C061040239F}"/>
          </ac:inkMkLst>
        </pc:inkChg>
        <pc:inkChg chg="del mod">
          <ac:chgData name="Dursun Dashdamirov" userId="a8b9d0e1f239c75f" providerId="LiveId" clId="{E297FC27-9774-4AAE-B428-959B432F1B03}" dt="2026-02-23T23:54:31.463" v="1170"/>
          <ac:inkMkLst>
            <pc:docMk/>
            <pc:sldMk cId="232392909" sldId="272"/>
            <ac:inkMk id="28" creationId="{B63E228F-3A4E-407E-BC74-90EC739BBA68}"/>
          </ac:inkMkLst>
        </pc:inkChg>
        <pc:inkChg chg="del">
          <ac:chgData name="Dursun Dashdamirov" userId="a8b9d0e1f239c75f" providerId="LiveId" clId="{E297FC27-9774-4AAE-B428-959B432F1B03}" dt="2026-02-23T23:54:31.469" v="1212"/>
          <ac:inkMkLst>
            <pc:docMk/>
            <pc:sldMk cId="232392909" sldId="272"/>
            <ac:inkMk id="30" creationId="{693E1B2C-0AD4-4835-ADDE-7133E72C9602}"/>
          </ac:inkMkLst>
        </pc:inkChg>
        <pc:inkChg chg="del">
          <ac:chgData name="Dursun Dashdamirov" userId="a8b9d0e1f239c75f" providerId="LiveId" clId="{E297FC27-9774-4AAE-B428-959B432F1B03}" dt="2026-02-23T23:54:31.463" v="1167"/>
          <ac:inkMkLst>
            <pc:docMk/>
            <pc:sldMk cId="232392909" sldId="272"/>
            <ac:inkMk id="31" creationId="{449664CA-1501-4DAE-8AC7-127164DCEC09}"/>
          </ac:inkMkLst>
        </pc:inkChg>
        <pc:inkChg chg="del">
          <ac:chgData name="Dursun Dashdamirov" userId="a8b9d0e1f239c75f" providerId="LiveId" clId="{E297FC27-9774-4AAE-B428-959B432F1B03}" dt="2026-02-23T23:54:31.463" v="1162"/>
          <ac:inkMkLst>
            <pc:docMk/>
            <pc:sldMk cId="232392909" sldId="272"/>
            <ac:inkMk id="32" creationId="{749F9C61-C341-4A74-84D5-B97A13FAA973}"/>
          </ac:inkMkLst>
        </pc:inkChg>
        <pc:inkChg chg="del mod">
          <ac:chgData name="Dursun Dashdamirov" userId="a8b9d0e1f239c75f" providerId="LiveId" clId="{E297FC27-9774-4AAE-B428-959B432F1B03}" dt="2026-02-23T23:54:31.473" v="1239"/>
          <ac:inkMkLst>
            <pc:docMk/>
            <pc:sldMk cId="232392909" sldId="272"/>
            <ac:inkMk id="34" creationId="{03B2808C-EE85-4970-82A0-E1610C18727C}"/>
          </ac:inkMkLst>
        </pc:inkChg>
        <pc:inkChg chg="del">
          <ac:chgData name="Dursun Dashdamirov" userId="a8b9d0e1f239c75f" providerId="LiveId" clId="{E297FC27-9774-4AAE-B428-959B432F1B03}" dt="2026-02-23T23:54:31.469" v="1219"/>
          <ac:inkMkLst>
            <pc:docMk/>
            <pc:sldMk cId="232392909" sldId="272"/>
            <ac:inkMk id="42" creationId="{60F9EC4F-1C73-4DFA-9499-7030BC4742EB}"/>
          </ac:inkMkLst>
        </pc:inkChg>
        <pc:inkChg chg="del">
          <ac:chgData name="Dursun Dashdamirov" userId="a8b9d0e1f239c75f" providerId="LiveId" clId="{E297FC27-9774-4AAE-B428-959B432F1B03}" dt="2026-02-23T23:54:31.467" v="1199"/>
          <ac:inkMkLst>
            <pc:docMk/>
            <pc:sldMk cId="232392909" sldId="272"/>
            <ac:inkMk id="44" creationId="{52342679-2D1F-4C40-AAB5-F28521647803}"/>
          </ac:inkMkLst>
        </pc:inkChg>
        <pc:inkChg chg="del">
          <ac:chgData name="Dursun Dashdamirov" userId="a8b9d0e1f239c75f" providerId="LiveId" clId="{E297FC27-9774-4AAE-B428-959B432F1B03}" dt="2026-02-23T23:54:31.473" v="1241"/>
          <ac:inkMkLst>
            <pc:docMk/>
            <pc:sldMk cId="232392909" sldId="272"/>
            <ac:inkMk id="45" creationId="{AE4DE660-49C5-4308-8399-D8C5314CA5A4}"/>
          </ac:inkMkLst>
        </pc:inkChg>
        <pc:inkChg chg="del mod">
          <ac:chgData name="Dursun Dashdamirov" userId="a8b9d0e1f239c75f" providerId="LiveId" clId="{E297FC27-9774-4AAE-B428-959B432F1B03}" dt="2026-02-23T23:54:31.475" v="1263"/>
          <ac:inkMkLst>
            <pc:docMk/>
            <pc:sldMk cId="232392909" sldId="272"/>
            <ac:inkMk id="46" creationId="{C23E0EF4-9EB9-43CC-8A9D-CF161507F11A}"/>
          </ac:inkMkLst>
        </pc:inkChg>
        <pc:inkChg chg="del mod">
          <ac:chgData name="Dursun Dashdamirov" userId="a8b9d0e1f239c75f" providerId="LiveId" clId="{E297FC27-9774-4AAE-B428-959B432F1B03}" dt="2026-02-23T23:54:31.469" v="1207"/>
          <ac:inkMkLst>
            <pc:docMk/>
            <pc:sldMk cId="232392909" sldId="272"/>
            <ac:inkMk id="47" creationId="{7631D100-74AC-4F50-BB22-DBE23C87848B}"/>
          </ac:inkMkLst>
        </pc:inkChg>
        <pc:inkChg chg="del">
          <ac:chgData name="Dursun Dashdamirov" userId="a8b9d0e1f239c75f" providerId="LiveId" clId="{E297FC27-9774-4AAE-B428-959B432F1B03}" dt="2026-02-23T23:54:31.461" v="1161"/>
          <ac:inkMkLst>
            <pc:docMk/>
            <pc:sldMk cId="232392909" sldId="272"/>
            <ac:inkMk id="49" creationId="{87FCD5D3-33C5-4F81-A286-3AA0F2E4CBE3}"/>
          </ac:inkMkLst>
        </pc:inkChg>
        <pc:inkChg chg="del mod">
          <ac:chgData name="Dursun Dashdamirov" userId="a8b9d0e1f239c75f" providerId="LiveId" clId="{E297FC27-9774-4AAE-B428-959B432F1B03}" dt="2026-02-23T23:54:31.469" v="1235"/>
          <ac:inkMkLst>
            <pc:docMk/>
            <pc:sldMk cId="232392909" sldId="272"/>
            <ac:inkMk id="52" creationId="{B19E0106-7BA3-4AD6-BD40-410644ECAF1D}"/>
          </ac:inkMkLst>
        </pc:inkChg>
        <pc:inkChg chg="mod">
          <ac:chgData name="Dursun Dashdamirov" userId="a8b9d0e1f239c75f" providerId="LiveId" clId="{E297FC27-9774-4AAE-B428-959B432F1B03}" dt="2026-02-23T23:54:31.469" v="1213"/>
          <ac:inkMkLst>
            <pc:docMk/>
            <pc:sldMk cId="232392909" sldId="272"/>
            <ac:inkMk id="54" creationId="{10320B80-3C79-4DAD-80C5-20DC06B64C1D}"/>
          </ac:inkMkLst>
        </pc:inkChg>
        <pc:inkChg chg="del mod">
          <ac:chgData name="Dursun Dashdamirov" userId="a8b9d0e1f239c75f" providerId="LiveId" clId="{E297FC27-9774-4AAE-B428-959B432F1B03}" dt="2026-02-23T23:54:31.475" v="1257"/>
          <ac:inkMkLst>
            <pc:docMk/>
            <pc:sldMk cId="232392909" sldId="272"/>
            <ac:inkMk id="55" creationId="{6B679A4C-A4A4-4E3C-8205-5B6D3DB97E4E}"/>
          </ac:inkMkLst>
        </pc:inkChg>
        <pc:inkChg chg="del mod">
          <ac:chgData name="Dursun Dashdamirov" userId="a8b9d0e1f239c75f" providerId="LiveId" clId="{E297FC27-9774-4AAE-B428-959B432F1B03}" dt="2026-02-23T23:54:31.475" v="1264"/>
          <ac:inkMkLst>
            <pc:docMk/>
            <pc:sldMk cId="232392909" sldId="272"/>
            <ac:inkMk id="57" creationId="{C79B05BE-7A9B-40BE-9673-ACBC2339506F}"/>
          </ac:inkMkLst>
        </pc:inkChg>
        <pc:inkChg chg="del mod">
          <ac:chgData name="Dursun Dashdamirov" userId="a8b9d0e1f239c75f" providerId="LiveId" clId="{E297FC27-9774-4AAE-B428-959B432F1B03}" dt="2026-02-23T23:54:31.475" v="1262"/>
          <ac:inkMkLst>
            <pc:docMk/>
            <pc:sldMk cId="232392909" sldId="272"/>
            <ac:inkMk id="59" creationId="{4C8D4450-5B97-4F74-8B69-EEDD3B139EE1}"/>
          </ac:inkMkLst>
        </pc:inkChg>
        <pc:inkChg chg="del mod">
          <ac:chgData name="Dursun Dashdamirov" userId="a8b9d0e1f239c75f" providerId="LiveId" clId="{E297FC27-9774-4AAE-B428-959B432F1B03}" dt="2026-02-23T23:54:31.475" v="1260"/>
          <ac:inkMkLst>
            <pc:docMk/>
            <pc:sldMk cId="232392909" sldId="272"/>
            <ac:inkMk id="60" creationId="{B147D716-AE02-4C19-B80B-82ED8B96B7A9}"/>
          </ac:inkMkLst>
        </pc:inkChg>
        <pc:inkChg chg="del mod">
          <ac:chgData name="Dursun Dashdamirov" userId="a8b9d0e1f239c75f" providerId="LiveId" clId="{E297FC27-9774-4AAE-B428-959B432F1B03}" dt="2026-02-23T23:54:31.469" v="1233"/>
          <ac:inkMkLst>
            <pc:docMk/>
            <pc:sldMk cId="232392909" sldId="272"/>
            <ac:inkMk id="62" creationId="{976E8E15-DD71-4E42-A4F4-4AD8B91A037F}"/>
          </ac:inkMkLst>
        </pc:inkChg>
        <pc:inkChg chg="del">
          <ac:chgData name="Dursun Dashdamirov" userId="a8b9d0e1f239c75f" providerId="LiveId" clId="{E297FC27-9774-4AAE-B428-959B432F1B03}" dt="2026-02-23T23:54:31.467" v="1187"/>
          <ac:inkMkLst>
            <pc:docMk/>
            <pc:sldMk cId="232392909" sldId="272"/>
            <ac:inkMk id="65" creationId="{8FDB1EF8-9DE1-4564-8343-1140DE09FBA6}"/>
          </ac:inkMkLst>
        </pc:inkChg>
        <pc:inkChg chg="del">
          <ac:chgData name="Dursun Dashdamirov" userId="a8b9d0e1f239c75f" providerId="LiveId" clId="{E297FC27-9774-4AAE-B428-959B432F1B03}" dt="2026-02-23T23:54:31.463" v="1166"/>
          <ac:inkMkLst>
            <pc:docMk/>
            <pc:sldMk cId="232392909" sldId="272"/>
            <ac:inkMk id="67" creationId="{CEEA7F2E-F043-4DB0-B22B-6FFE55B201B4}"/>
          </ac:inkMkLst>
        </pc:inkChg>
        <pc:inkChg chg="mod">
          <ac:chgData name="Dursun Dashdamirov" userId="a8b9d0e1f239c75f" providerId="LiveId" clId="{E297FC27-9774-4AAE-B428-959B432F1B03}" dt="2026-02-23T23:54:31.469" v="1228"/>
          <ac:inkMkLst>
            <pc:docMk/>
            <pc:sldMk cId="232392909" sldId="272"/>
            <ac:inkMk id="69" creationId="{CEF156EA-F0DA-40D1-9D8C-0457ED7DEBE3}"/>
          </ac:inkMkLst>
        </pc:inkChg>
        <pc:inkChg chg="del mod">
          <ac:chgData name="Dursun Dashdamirov" userId="a8b9d0e1f239c75f" providerId="LiveId" clId="{E297FC27-9774-4AAE-B428-959B432F1B03}" dt="2026-02-23T23:54:31.475" v="1258"/>
          <ac:inkMkLst>
            <pc:docMk/>
            <pc:sldMk cId="232392909" sldId="272"/>
            <ac:inkMk id="71" creationId="{48804E5D-861A-4DD3-9946-6E2A60114BA5}"/>
          </ac:inkMkLst>
        </pc:inkChg>
        <pc:inkChg chg="del mod">
          <ac:chgData name="Dursun Dashdamirov" userId="a8b9d0e1f239c75f" providerId="LiveId" clId="{E297FC27-9774-4AAE-B428-959B432F1B03}" dt="2026-02-23T23:54:31.463" v="1179"/>
          <ac:inkMkLst>
            <pc:docMk/>
            <pc:sldMk cId="232392909" sldId="272"/>
            <ac:inkMk id="73" creationId="{97C82E71-0453-4453-9A78-26CF3690ED4A}"/>
          </ac:inkMkLst>
        </pc:inkChg>
        <pc:inkChg chg="del mod">
          <ac:chgData name="Dursun Dashdamirov" userId="a8b9d0e1f239c75f" providerId="LiveId" clId="{E297FC27-9774-4AAE-B428-959B432F1B03}" dt="2026-02-23T23:54:31.475" v="1259"/>
          <ac:inkMkLst>
            <pc:docMk/>
            <pc:sldMk cId="232392909" sldId="272"/>
            <ac:inkMk id="74" creationId="{E976DF0E-498F-44BA-B0D1-D45CA336C774}"/>
          </ac:inkMkLst>
        </pc:inkChg>
        <pc:inkChg chg="mod">
          <ac:chgData name="Dursun Dashdamirov" userId="a8b9d0e1f239c75f" providerId="LiveId" clId="{E297FC27-9774-4AAE-B428-959B432F1B03}" dt="2026-02-23T23:54:31.469" v="1228"/>
          <ac:inkMkLst>
            <pc:docMk/>
            <pc:sldMk cId="232392909" sldId="272"/>
            <ac:inkMk id="75" creationId="{A147E1A0-0BB3-4D2B-A6E3-3BC87CDC59F1}"/>
          </ac:inkMkLst>
        </pc:inkChg>
        <pc:inkChg chg="del">
          <ac:chgData name="Dursun Dashdamirov" userId="a8b9d0e1f239c75f" providerId="LiveId" clId="{E297FC27-9774-4AAE-B428-959B432F1B03}" dt="2026-02-23T23:54:31.475" v="1268"/>
          <ac:inkMkLst>
            <pc:docMk/>
            <pc:sldMk cId="232392909" sldId="272"/>
            <ac:inkMk id="77" creationId="{89DDFB1E-BFC5-4931-88FB-A009C880CB6F}"/>
          </ac:inkMkLst>
        </pc:inkChg>
        <pc:inkChg chg="mod">
          <ac:chgData name="Dursun Dashdamirov" userId="a8b9d0e1f239c75f" providerId="LiveId" clId="{E297FC27-9774-4AAE-B428-959B432F1B03}" dt="2026-02-23T23:54:31.469" v="1205"/>
          <ac:inkMkLst>
            <pc:docMk/>
            <pc:sldMk cId="232392909" sldId="272"/>
            <ac:inkMk id="81" creationId="{C8BA30C7-2533-47BD-AEA9-0B7224FD332B}"/>
          </ac:inkMkLst>
        </pc:inkChg>
        <pc:inkChg chg="del mod">
          <ac:chgData name="Dursun Dashdamirov" userId="a8b9d0e1f239c75f" providerId="LiveId" clId="{E297FC27-9774-4AAE-B428-959B432F1B03}" dt="2026-02-23T23:54:31.469" v="1228"/>
          <ac:inkMkLst>
            <pc:docMk/>
            <pc:sldMk cId="232392909" sldId="272"/>
            <ac:inkMk id="84" creationId="{4CB21CB1-6344-4E95-B726-9F1B7F7D074F}"/>
          </ac:inkMkLst>
        </pc:inkChg>
        <pc:inkChg chg="del mod">
          <ac:chgData name="Dursun Dashdamirov" userId="a8b9d0e1f239c75f" providerId="LiveId" clId="{E297FC27-9774-4AAE-B428-959B432F1B03}" dt="2026-02-23T23:54:31.469" v="1225"/>
          <ac:inkMkLst>
            <pc:docMk/>
            <pc:sldMk cId="232392909" sldId="272"/>
            <ac:inkMk id="85" creationId="{7A650B01-28EB-4027-9B8A-FFA800780D68}"/>
          </ac:inkMkLst>
        </pc:inkChg>
        <pc:inkChg chg="del mod">
          <ac:chgData name="Dursun Dashdamirov" userId="a8b9d0e1f239c75f" providerId="LiveId" clId="{E297FC27-9774-4AAE-B428-959B432F1B03}" dt="2026-02-23T23:54:31.475" v="1255"/>
          <ac:inkMkLst>
            <pc:docMk/>
            <pc:sldMk cId="232392909" sldId="272"/>
            <ac:inkMk id="86" creationId="{9818A314-0C20-4133-999E-F53FF7CDAE56}"/>
          </ac:inkMkLst>
        </pc:inkChg>
        <pc:inkChg chg="mod">
          <ac:chgData name="Dursun Dashdamirov" userId="a8b9d0e1f239c75f" providerId="LiveId" clId="{E297FC27-9774-4AAE-B428-959B432F1B03}" dt="2026-02-23T23:54:31.469" v="1205"/>
          <ac:inkMkLst>
            <pc:docMk/>
            <pc:sldMk cId="232392909" sldId="272"/>
            <ac:inkMk id="88" creationId="{5EE7F292-0B34-4CF3-914D-73D62B10F7A4}"/>
          </ac:inkMkLst>
        </pc:inkChg>
        <pc:inkChg chg="del mod">
          <ac:chgData name="Dursun Dashdamirov" userId="a8b9d0e1f239c75f" providerId="LiveId" clId="{E297FC27-9774-4AAE-B428-959B432F1B03}" dt="2026-02-23T23:54:31.473" v="1238"/>
          <ac:inkMkLst>
            <pc:docMk/>
            <pc:sldMk cId="232392909" sldId="272"/>
            <ac:inkMk id="90" creationId="{0607A0B6-9787-46C7-811F-0B73EB25C8F4}"/>
          </ac:inkMkLst>
        </pc:inkChg>
        <pc:inkChg chg="del">
          <ac:chgData name="Dursun Dashdamirov" userId="a8b9d0e1f239c75f" providerId="LiveId" clId="{E297FC27-9774-4AAE-B428-959B432F1B03}" dt="2026-02-23T23:54:31.473" v="1245"/>
          <ac:inkMkLst>
            <pc:docMk/>
            <pc:sldMk cId="232392909" sldId="272"/>
            <ac:inkMk id="95" creationId="{49DA2811-47EE-4674-B225-30DCF001C5F1}"/>
          </ac:inkMkLst>
        </pc:inkChg>
        <pc:inkChg chg="del mod">
          <ac:chgData name="Dursun Dashdamirov" userId="a8b9d0e1f239c75f" providerId="LiveId" clId="{E297FC27-9774-4AAE-B428-959B432F1B03}" dt="2026-02-23T23:54:31.473" v="1237"/>
          <ac:inkMkLst>
            <pc:docMk/>
            <pc:sldMk cId="232392909" sldId="272"/>
            <ac:inkMk id="98" creationId="{C89B5ED4-7900-47CE-9D7D-13DCBBDD3333}"/>
          </ac:inkMkLst>
        </pc:inkChg>
        <pc:inkChg chg="del">
          <ac:chgData name="Dursun Dashdamirov" userId="a8b9d0e1f239c75f" providerId="LiveId" clId="{E297FC27-9774-4AAE-B428-959B432F1B03}" dt="2026-02-23T23:54:31.463" v="1172"/>
          <ac:inkMkLst>
            <pc:docMk/>
            <pc:sldMk cId="232392909" sldId="272"/>
            <ac:inkMk id="99" creationId="{0230CD5C-5A51-4340-B4B1-B95B5953A342}"/>
          </ac:inkMkLst>
        </pc:inkChg>
        <pc:inkChg chg="del mod">
          <ac:chgData name="Dursun Dashdamirov" userId="a8b9d0e1f239c75f" providerId="LiveId" clId="{E297FC27-9774-4AAE-B428-959B432F1B03}" dt="2026-02-23T23:54:31.475" v="1261"/>
          <ac:inkMkLst>
            <pc:docMk/>
            <pc:sldMk cId="232392909" sldId="272"/>
            <ac:inkMk id="101" creationId="{666E297F-FC88-4840-B57B-1F7E4C8C0148}"/>
          </ac:inkMkLst>
        </pc:inkChg>
        <pc:inkChg chg="del mod">
          <ac:chgData name="Dursun Dashdamirov" userId="a8b9d0e1f239c75f" providerId="LiveId" clId="{E297FC27-9774-4AAE-B428-959B432F1B03}" dt="2026-02-23T23:54:31.469" v="1226"/>
          <ac:inkMkLst>
            <pc:docMk/>
            <pc:sldMk cId="232392909" sldId="272"/>
            <ac:inkMk id="104" creationId="{5D41E00D-68FE-41EB-8F64-A0A52EA4CFA4}"/>
          </ac:inkMkLst>
        </pc:inkChg>
        <pc:inkChg chg="del">
          <ac:chgData name="Dursun Dashdamirov" userId="a8b9d0e1f239c75f" providerId="LiveId" clId="{E297FC27-9774-4AAE-B428-959B432F1B03}" dt="2026-02-23T23:54:31.467" v="1190"/>
          <ac:inkMkLst>
            <pc:docMk/>
            <pc:sldMk cId="232392909" sldId="272"/>
            <ac:inkMk id="105" creationId="{2D04CA8B-916E-4682-B06B-C2A6D8426433}"/>
          </ac:inkMkLst>
        </pc:inkChg>
        <pc:inkChg chg="del mod">
          <ac:chgData name="Dursun Dashdamirov" userId="a8b9d0e1f239c75f" providerId="LiveId" clId="{E297FC27-9774-4AAE-B428-959B432F1B03}" dt="2026-02-23T23:54:31.473" v="1244"/>
          <ac:inkMkLst>
            <pc:docMk/>
            <pc:sldMk cId="232392909" sldId="272"/>
            <ac:inkMk id="107" creationId="{7400C2AA-202D-4D1B-8333-44867B314B67}"/>
          </ac:inkMkLst>
        </pc:inkChg>
        <pc:inkChg chg="del">
          <ac:chgData name="Dursun Dashdamirov" userId="a8b9d0e1f239c75f" providerId="LiveId" clId="{E297FC27-9774-4AAE-B428-959B432F1B03}" dt="2026-02-23T23:54:31.473" v="1243"/>
          <ac:inkMkLst>
            <pc:docMk/>
            <pc:sldMk cId="232392909" sldId="272"/>
            <ac:inkMk id="108" creationId="{E541E754-72A6-404E-B16E-447EDD9875D0}"/>
          </ac:inkMkLst>
        </pc:inkChg>
        <pc:inkChg chg="del mod">
          <ac:chgData name="Dursun Dashdamirov" userId="a8b9d0e1f239c75f" providerId="LiveId" clId="{E297FC27-9774-4AAE-B428-959B432F1B03}" dt="2026-02-23T23:54:31.475" v="1269"/>
          <ac:inkMkLst>
            <pc:docMk/>
            <pc:sldMk cId="232392909" sldId="272"/>
            <ac:inkMk id="110" creationId="{03DA88F1-EB35-4FD0-8C0A-297A23A6D0F4}"/>
          </ac:inkMkLst>
        </pc:inkChg>
        <pc:inkChg chg="del mod">
          <ac:chgData name="Dursun Dashdamirov" userId="a8b9d0e1f239c75f" providerId="LiveId" clId="{E297FC27-9774-4AAE-B428-959B432F1B03}" dt="2026-02-23T23:54:31.475" v="1267"/>
          <ac:inkMkLst>
            <pc:docMk/>
            <pc:sldMk cId="232392909" sldId="272"/>
            <ac:inkMk id="111" creationId="{8219AD3F-B757-4676-A5BB-7D019B7409EA}"/>
          </ac:inkMkLst>
        </pc:inkChg>
        <pc:inkChg chg="del mod">
          <ac:chgData name="Dursun Dashdamirov" userId="a8b9d0e1f239c75f" providerId="LiveId" clId="{E297FC27-9774-4AAE-B428-959B432F1B03}" dt="2026-02-23T23:54:31.467" v="1193"/>
          <ac:inkMkLst>
            <pc:docMk/>
            <pc:sldMk cId="232392909" sldId="272"/>
            <ac:inkMk id="113" creationId="{8CB563A1-6532-46C8-860E-7976D0DBD783}"/>
          </ac:inkMkLst>
        </pc:inkChg>
        <pc:inkChg chg="del">
          <ac:chgData name="Dursun Dashdamirov" userId="a8b9d0e1f239c75f" providerId="LiveId" clId="{E297FC27-9774-4AAE-B428-959B432F1B03}" dt="2026-02-23T23:54:31.467" v="1188"/>
          <ac:inkMkLst>
            <pc:docMk/>
            <pc:sldMk cId="232392909" sldId="272"/>
            <ac:inkMk id="114" creationId="{C9AD1BC4-2953-4723-B8D3-45D83A908835}"/>
          </ac:inkMkLst>
        </pc:inkChg>
        <pc:inkChg chg="del">
          <ac:chgData name="Dursun Dashdamirov" userId="a8b9d0e1f239c75f" providerId="LiveId" clId="{E297FC27-9774-4AAE-B428-959B432F1B03}" dt="2026-02-23T23:54:31.463" v="1171"/>
          <ac:inkMkLst>
            <pc:docMk/>
            <pc:sldMk cId="232392909" sldId="272"/>
            <ac:inkMk id="116" creationId="{D44A6F5C-7298-493A-8E49-735D7F6DFB99}"/>
          </ac:inkMkLst>
        </pc:inkChg>
        <pc:inkChg chg="del mod">
          <ac:chgData name="Dursun Dashdamirov" userId="a8b9d0e1f239c75f" providerId="LiveId" clId="{E297FC27-9774-4AAE-B428-959B432F1B03}" dt="2026-02-23T23:54:31.469" v="1229"/>
          <ac:inkMkLst>
            <pc:docMk/>
            <pc:sldMk cId="232392909" sldId="272"/>
            <ac:inkMk id="117" creationId="{25FA5DDE-2E63-4DB4-9B3F-528353CAD2CC}"/>
          </ac:inkMkLst>
        </pc:inkChg>
        <pc:inkChg chg="del">
          <ac:chgData name="Dursun Dashdamirov" userId="a8b9d0e1f239c75f" providerId="LiveId" clId="{E297FC27-9774-4AAE-B428-959B432F1B03}" dt="2026-02-23T23:54:31.473" v="1240"/>
          <ac:inkMkLst>
            <pc:docMk/>
            <pc:sldMk cId="232392909" sldId="272"/>
            <ac:inkMk id="119" creationId="{FE2B9075-5740-4737-B971-71FAE360210B}"/>
          </ac:inkMkLst>
        </pc:inkChg>
        <pc:inkChg chg="mod">
          <ac:chgData name="Dursun Dashdamirov" userId="a8b9d0e1f239c75f" providerId="LiveId" clId="{E297FC27-9774-4AAE-B428-959B432F1B03}" dt="2026-02-23T23:54:31.473" v="1240"/>
          <ac:inkMkLst>
            <pc:docMk/>
            <pc:sldMk cId="232392909" sldId="272"/>
            <ac:inkMk id="120" creationId="{D0CCC1B0-489F-46B0-92DF-7F1FDE504645}"/>
          </ac:inkMkLst>
        </pc:inkChg>
        <pc:inkChg chg="del mod">
          <ac:chgData name="Dursun Dashdamirov" userId="a8b9d0e1f239c75f" providerId="LiveId" clId="{E297FC27-9774-4AAE-B428-959B432F1B03}" dt="2026-02-23T23:54:31.467" v="1195"/>
          <ac:inkMkLst>
            <pc:docMk/>
            <pc:sldMk cId="232392909" sldId="272"/>
            <ac:inkMk id="122" creationId="{1ED78732-0C35-4418-8C74-8075A5119C46}"/>
          </ac:inkMkLst>
        </pc:inkChg>
        <pc:inkChg chg="del">
          <ac:chgData name="Dursun Dashdamirov" userId="a8b9d0e1f239c75f" providerId="LiveId" clId="{E297FC27-9774-4AAE-B428-959B432F1B03}" dt="2026-02-23T23:54:31.463" v="1185"/>
          <ac:inkMkLst>
            <pc:docMk/>
            <pc:sldMk cId="232392909" sldId="272"/>
            <ac:inkMk id="123" creationId="{8F3E2684-2FFA-4F82-93B9-DE63C1087014}"/>
          </ac:inkMkLst>
        </pc:inkChg>
        <pc:inkChg chg="mod">
          <ac:chgData name="Dursun Dashdamirov" userId="a8b9d0e1f239c75f" providerId="LiveId" clId="{E297FC27-9774-4AAE-B428-959B432F1B03}" dt="2026-02-23T23:54:31.469" v="1218"/>
          <ac:inkMkLst>
            <pc:docMk/>
            <pc:sldMk cId="232392909" sldId="272"/>
            <ac:inkMk id="125" creationId="{B0575239-3912-4C9C-83FA-C601BB3E7E76}"/>
          </ac:inkMkLst>
        </pc:inkChg>
        <pc:inkChg chg="del mod">
          <ac:chgData name="Dursun Dashdamirov" userId="a8b9d0e1f239c75f" providerId="LiveId" clId="{E297FC27-9774-4AAE-B428-959B432F1B03}" dt="2026-02-23T23:54:31.469" v="1217"/>
          <ac:inkMkLst>
            <pc:docMk/>
            <pc:sldMk cId="232392909" sldId="272"/>
            <ac:inkMk id="130" creationId="{97A774F3-5EBC-4661-82D9-FED1DB7F05F2}"/>
          </ac:inkMkLst>
        </pc:inkChg>
        <pc:inkChg chg="del mod">
          <ac:chgData name="Dursun Dashdamirov" userId="a8b9d0e1f239c75f" providerId="LiveId" clId="{E297FC27-9774-4AAE-B428-959B432F1B03}" dt="2026-02-23T23:54:31.467" v="1192"/>
          <ac:inkMkLst>
            <pc:docMk/>
            <pc:sldMk cId="232392909" sldId="272"/>
            <ac:inkMk id="131" creationId="{AEB23EAA-5880-41C8-878E-CBD222775B5B}"/>
          </ac:inkMkLst>
        </pc:inkChg>
        <pc:inkChg chg="del">
          <ac:chgData name="Dursun Dashdamirov" userId="a8b9d0e1f239c75f" providerId="LiveId" clId="{E297FC27-9774-4AAE-B428-959B432F1B03}" dt="2026-02-23T23:54:31.467" v="1197"/>
          <ac:inkMkLst>
            <pc:docMk/>
            <pc:sldMk cId="232392909" sldId="272"/>
            <ac:inkMk id="132" creationId="{ED039331-A45D-47A8-B639-095D3C2AFC7E}"/>
          </ac:inkMkLst>
        </pc:inkChg>
        <pc:inkChg chg="del mod">
          <ac:chgData name="Dursun Dashdamirov" userId="a8b9d0e1f239c75f" providerId="LiveId" clId="{E297FC27-9774-4AAE-B428-959B432F1B03}" dt="2026-02-23T23:54:31.469" v="1220"/>
          <ac:inkMkLst>
            <pc:docMk/>
            <pc:sldMk cId="232392909" sldId="272"/>
            <ac:inkMk id="133" creationId="{E5D30DE7-576A-4249-9DA8-1505A83CA04D}"/>
          </ac:inkMkLst>
        </pc:inkChg>
        <pc:inkChg chg="del mod">
          <ac:chgData name="Dursun Dashdamirov" userId="a8b9d0e1f239c75f" providerId="LiveId" clId="{E297FC27-9774-4AAE-B428-959B432F1B03}" dt="2026-02-23T23:54:31.469" v="1227"/>
          <ac:inkMkLst>
            <pc:docMk/>
            <pc:sldMk cId="232392909" sldId="272"/>
            <ac:inkMk id="135" creationId="{BDF86584-DCEE-492E-99C4-4689628B9C2D}"/>
          </ac:inkMkLst>
        </pc:inkChg>
        <pc:inkChg chg="del mod">
          <ac:chgData name="Dursun Dashdamirov" userId="a8b9d0e1f239c75f" providerId="LiveId" clId="{E297FC27-9774-4AAE-B428-959B432F1B03}" dt="2026-02-23T23:54:31.475" v="1256"/>
          <ac:inkMkLst>
            <pc:docMk/>
            <pc:sldMk cId="232392909" sldId="272"/>
            <ac:inkMk id="136" creationId="{59542752-3210-4F77-8BC5-02DD126142C1}"/>
          </ac:inkMkLst>
        </pc:inkChg>
        <pc:inkChg chg="del mod">
          <ac:chgData name="Dursun Dashdamirov" userId="a8b9d0e1f239c75f" providerId="LiveId" clId="{E297FC27-9774-4AAE-B428-959B432F1B03}" dt="2026-02-23T23:54:31.475" v="1253"/>
          <ac:inkMkLst>
            <pc:docMk/>
            <pc:sldMk cId="232392909" sldId="272"/>
            <ac:inkMk id="137" creationId="{B74E4555-D7C7-40F2-84B7-2FC30912C63D}"/>
          </ac:inkMkLst>
        </pc:inkChg>
        <pc:inkChg chg="del">
          <ac:chgData name="Dursun Dashdamirov" userId="a8b9d0e1f239c75f" providerId="LiveId" clId="{E297FC27-9774-4AAE-B428-959B432F1B03}" dt="2026-02-23T23:54:31.463" v="1173"/>
          <ac:inkMkLst>
            <pc:docMk/>
            <pc:sldMk cId="232392909" sldId="272"/>
            <ac:inkMk id="139" creationId="{FF85D9E4-4629-4529-AAB2-C1485274760B}"/>
          </ac:inkMkLst>
        </pc:inkChg>
        <pc:inkChg chg="del">
          <ac:chgData name="Dursun Dashdamirov" userId="a8b9d0e1f239c75f" providerId="LiveId" clId="{E297FC27-9774-4AAE-B428-959B432F1B03}" dt="2026-02-23T23:54:31.473" v="1252"/>
          <ac:inkMkLst>
            <pc:docMk/>
            <pc:sldMk cId="232392909" sldId="272"/>
            <ac:inkMk id="141" creationId="{7AEBE792-E157-49AC-88AC-F1A4F37E1EC7}"/>
          </ac:inkMkLst>
        </pc:inkChg>
        <pc:inkChg chg="del">
          <ac:chgData name="Dursun Dashdamirov" userId="a8b9d0e1f239c75f" providerId="LiveId" clId="{E297FC27-9774-4AAE-B428-959B432F1B03}" dt="2026-02-23T23:54:31.467" v="1191"/>
          <ac:inkMkLst>
            <pc:docMk/>
            <pc:sldMk cId="232392909" sldId="272"/>
            <ac:inkMk id="142" creationId="{07CF38A0-2351-4AC1-9864-336C729B5671}"/>
          </ac:inkMkLst>
        </pc:inkChg>
        <pc:inkChg chg="del mod">
          <ac:chgData name="Dursun Dashdamirov" userId="a8b9d0e1f239c75f" providerId="LiveId" clId="{E297FC27-9774-4AAE-B428-959B432F1B03}" dt="2026-02-23T23:54:31.463" v="1183"/>
          <ac:inkMkLst>
            <pc:docMk/>
            <pc:sldMk cId="232392909" sldId="272"/>
            <ac:inkMk id="143" creationId="{8BF3D50A-99A4-4715-B2CE-9EB02DFEA403}"/>
          </ac:inkMkLst>
        </pc:inkChg>
        <pc:inkChg chg="del mod">
          <ac:chgData name="Dursun Dashdamirov" userId="a8b9d0e1f239c75f" providerId="LiveId" clId="{E297FC27-9774-4AAE-B428-959B432F1B03}" dt="2026-02-23T23:54:31.463" v="1169"/>
          <ac:inkMkLst>
            <pc:docMk/>
            <pc:sldMk cId="232392909" sldId="272"/>
            <ac:inkMk id="144" creationId="{9D944DDA-D727-480D-B55C-34E67F563FCD}"/>
          </ac:inkMkLst>
        </pc:inkChg>
        <pc:inkChg chg="del mod">
          <ac:chgData name="Dursun Dashdamirov" userId="a8b9d0e1f239c75f" providerId="LiveId" clId="{E297FC27-9774-4AAE-B428-959B432F1B03}" dt="2026-02-23T23:54:31.475" v="1265"/>
          <ac:inkMkLst>
            <pc:docMk/>
            <pc:sldMk cId="232392909" sldId="272"/>
            <ac:inkMk id="145" creationId="{02835A20-0D35-456D-A3CE-FDD3D23FAD69}"/>
          </ac:inkMkLst>
        </pc:inkChg>
        <pc:inkChg chg="del mod">
          <ac:chgData name="Dursun Dashdamirov" userId="a8b9d0e1f239c75f" providerId="LiveId" clId="{E297FC27-9774-4AAE-B428-959B432F1B03}" dt="2026-02-23T23:54:31.473" v="1242"/>
          <ac:inkMkLst>
            <pc:docMk/>
            <pc:sldMk cId="232392909" sldId="272"/>
            <ac:inkMk id="146" creationId="{C6A4D5BE-165F-4023-BB7A-480A4820F57F}"/>
          </ac:inkMkLst>
        </pc:inkChg>
        <pc:inkChg chg="del mod">
          <ac:chgData name="Dursun Dashdamirov" userId="a8b9d0e1f239c75f" providerId="LiveId" clId="{E297FC27-9774-4AAE-B428-959B432F1B03}" dt="2026-02-23T23:54:31.469" v="1223"/>
          <ac:inkMkLst>
            <pc:docMk/>
            <pc:sldMk cId="232392909" sldId="272"/>
            <ac:inkMk id="147" creationId="{49020177-D153-45AB-A213-E2F1FE8F0CCC}"/>
          </ac:inkMkLst>
        </pc:inkChg>
        <pc:inkChg chg="del mod">
          <ac:chgData name="Dursun Dashdamirov" userId="a8b9d0e1f239c75f" providerId="LiveId" clId="{E297FC27-9774-4AAE-B428-959B432F1B03}" dt="2026-02-23T23:54:31.469" v="1208"/>
          <ac:inkMkLst>
            <pc:docMk/>
            <pc:sldMk cId="232392909" sldId="272"/>
            <ac:inkMk id="148" creationId="{E9FEFF8C-A3ED-4886-9F8C-B2A55514631B}"/>
          </ac:inkMkLst>
        </pc:inkChg>
        <pc:inkChg chg="del mod">
          <ac:chgData name="Dursun Dashdamirov" userId="a8b9d0e1f239c75f" providerId="LiveId" clId="{E297FC27-9774-4AAE-B428-959B432F1B03}" dt="2026-02-23T23:54:31.473" v="1250"/>
          <ac:inkMkLst>
            <pc:docMk/>
            <pc:sldMk cId="232392909" sldId="272"/>
            <ac:inkMk id="150" creationId="{2457FC6F-073E-477F-A1AC-9CF3C833DBC4}"/>
          </ac:inkMkLst>
        </pc:inkChg>
        <pc:inkChg chg="del mod">
          <ac:chgData name="Dursun Dashdamirov" userId="a8b9d0e1f239c75f" providerId="LiveId" clId="{E297FC27-9774-4AAE-B428-959B432F1B03}" dt="2026-02-23T23:54:31.467" v="1204"/>
          <ac:inkMkLst>
            <pc:docMk/>
            <pc:sldMk cId="232392909" sldId="272"/>
            <ac:inkMk id="151" creationId="{CB375523-6CB5-41B8-8AAD-FD480DFF4DDB}"/>
          </ac:inkMkLst>
        </pc:inkChg>
        <pc:inkChg chg="del mod">
          <ac:chgData name="Dursun Dashdamirov" userId="a8b9d0e1f239c75f" providerId="LiveId" clId="{E297FC27-9774-4AAE-B428-959B432F1B03}" dt="2026-02-23T23:54:31.469" v="1224"/>
          <ac:inkMkLst>
            <pc:docMk/>
            <pc:sldMk cId="232392909" sldId="272"/>
            <ac:inkMk id="152" creationId="{838BA19A-6EF4-4622-96DD-7401CBD46196}"/>
          </ac:inkMkLst>
        </pc:inkChg>
        <pc:inkChg chg="del mod">
          <ac:chgData name="Dursun Dashdamirov" userId="a8b9d0e1f239c75f" providerId="LiveId" clId="{E297FC27-9774-4AAE-B428-959B432F1B03}" dt="2026-02-23T23:54:31.473" v="1251"/>
          <ac:inkMkLst>
            <pc:docMk/>
            <pc:sldMk cId="232392909" sldId="272"/>
            <ac:inkMk id="153" creationId="{A6F35491-9E0B-4C41-AA39-B413D26F4D01}"/>
          </ac:inkMkLst>
        </pc:inkChg>
        <pc:inkChg chg="del mod">
          <ac:chgData name="Dursun Dashdamirov" userId="a8b9d0e1f239c75f" providerId="LiveId" clId="{E297FC27-9774-4AAE-B428-959B432F1B03}" dt="2026-02-23T23:54:31.473" v="1248"/>
          <ac:inkMkLst>
            <pc:docMk/>
            <pc:sldMk cId="232392909" sldId="272"/>
            <ac:inkMk id="154" creationId="{AF2C08AA-1F59-4CA5-ACE5-ABB27C700BE5}"/>
          </ac:inkMkLst>
        </pc:inkChg>
        <pc:inkChg chg="del mod">
          <ac:chgData name="Dursun Dashdamirov" userId="a8b9d0e1f239c75f" providerId="LiveId" clId="{E297FC27-9774-4AAE-B428-959B432F1B03}" dt="2026-02-23T23:54:31.469" v="1214"/>
          <ac:inkMkLst>
            <pc:docMk/>
            <pc:sldMk cId="232392909" sldId="272"/>
            <ac:inkMk id="155" creationId="{EB84445C-C398-4BF7-911D-951B5AAF2EC3}"/>
          </ac:inkMkLst>
        </pc:inkChg>
        <pc:inkChg chg="del">
          <ac:chgData name="Dursun Dashdamirov" userId="a8b9d0e1f239c75f" providerId="LiveId" clId="{E297FC27-9774-4AAE-B428-959B432F1B03}" dt="2026-02-23T23:54:31.463" v="1165"/>
          <ac:inkMkLst>
            <pc:docMk/>
            <pc:sldMk cId="232392909" sldId="272"/>
            <ac:inkMk id="156" creationId="{6A966005-00F9-4697-93A2-5A04E1B42DBC}"/>
          </ac:inkMkLst>
        </pc:inkChg>
        <pc:inkChg chg="del mod">
          <ac:chgData name="Dursun Dashdamirov" userId="a8b9d0e1f239c75f" providerId="LiveId" clId="{E297FC27-9774-4AAE-B428-959B432F1B03}" dt="2026-02-23T23:54:31.467" v="1202"/>
          <ac:inkMkLst>
            <pc:docMk/>
            <pc:sldMk cId="232392909" sldId="272"/>
            <ac:inkMk id="158" creationId="{829640BF-800A-45EE-A266-C9A67E0BD687}"/>
          </ac:inkMkLst>
        </pc:inkChg>
        <pc:inkChg chg="del">
          <ac:chgData name="Dursun Dashdamirov" userId="a8b9d0e1f239c75f" providerId="LiveId" clId="{E297FC27-9774-4AAE-B428-959B432F1B03}" dt="2026-02-23T23:54:31.463" v="1186"/>
          <ac:inkMkLst>
            <pc:docMk/>
            <pc:sldMk cId="232392909" sldId="272"/>
            <ac:inkMk id="159" creationId="{3A08731E-51AC-4AA9-A4AC-81CE21F7D9B4}"/>
          </ac:inkMkLst>
        </pc:inkChg>
        <pc:inkChg chg="del mod">
          <ac:chgData name="Dursun Dashdamirov" userId="a8b9d0e1f239c75f" providerId="LiveId" clId="{E297FC27-9774-4AAE-B428-959B432F1B03}" dt="2026-02-23T23:54:31.469" v="1221"/>
          <ac:inkMkLst>
            <pc:docMk/>
            <pc:sldMk cId="232392909" sldId="272"/>
            <ac:inkMk id="161" creationId="{A0AB27F8-9957-42B8-B8C3-FB4DB09DFD7F}"/>
          </ac:inkMkLst>
        </pc:inkChg>
        <pc:inkChg chg="del mod">
          <ac:chgData name="Dursun Dashdamirov" userId="a8b9d0e1f239c75f" providerId="LiveId" clId="{E297FC27-9774-4AAE-B428-959B432F1B03}" dt="2026-02-23T23:54:31.473" v="1249"/>
          <ac:inkMkLst>
            <pc:docMk/>
            <pc:sldMk cId="232392909" sldId="272"/>
            <ac:inkMk id="162" creationId="{36112C21-C604-431C-8FEC-243DC0ABCBDD}"/>
          </ac:inkMkLst>
        </pc:inkChg>
        <pc:inkChg chg="del mod">
          <ac:chgData name="Dursun Dashdamirov" userId="a8b9d0e1f239c75f" providerId="LiveId" clId="{E297FC27-9774-4AAE-B428-959B432F1B03}" dt="2026-02-23T23:54:31.475" v="1254"/>
          <ac:inkMkLst>
            <pc:docMk/>
            <pc:sldMk cId="232392909" sldId="272"/>
            <ac:inkMk id="164" creationId="{FA173198-9FF6-435E-8B4E-8213D7DE3CD9}"/>
          </ac:inkMkLst>
        </pc:inkChg>
        <pc:inkChg chg="del mod">
          <ac:chgData name="Dursun Dashdamirov" userId="a8b9d0e1f239c75f" providerId="LiveId" clId="{E297FC27-9774-4AAE-B428-959B432F1B03}" dt="2026-02-23T23:54:31.463" v="1175"/>
          <ac:inkMkLst>
            <pc:docMk/>
            <pc:sldMk cId="232392909" sldId="272"/>
            <ac:inkMk id="165" creationId="{2D2F2299-1B59-4A2C-9CEA-D8031ED88AD4}"/>
          </ac:inkMkLst>
        </pc:inkChg>
        <pc:inkChg chg="del mod">
          <ac:chgData name="Dursun Dashdamirov" userId="a8b9d0e1f239c75f" providerId="LiveId" clId="{E297FC27-9774-4AAE-B428-959B432F1B03}" dt="2026-02-23T23:54:31.469" v="1206"/>
          <ac:inkMkLst>
            <pc:docMk/>
            <pc:sldMk cId="232392909" sldId="272"/>
            <ac:inkMk id="166" creationId="{9F5BDEDD-0059-41CC-9B0A-5BF580B25BCD}"/>
          </ac:inkMkLst>
        </pc:inkChg>
        <pc:inkChg chg="del">
          <ac:chgData name="Dursun Dashdamirov" userId="a8b9d0e1f239c75f" providerId="LiveId" clId="{E297FC27-9774-4AAE-B428-959B432F1B03}" dt="2026-02-23T23:54:31.463" v="1168"/>
          <ac:inkMkLst>
            <pc:docMk/>
            <pc:sldMk cId="232392909" sldId="272"/>
            <ac:inkMk id="167" creationId="{A6DF1403-8A19-4D09-A8AD-E64E04873E0D}"/>
          </ac:inkMkLst>
        </pc:inkChg>
        <pc:inkChg chg="del mod">
          <ac:chgData name="Dursun Dashdamirov" userId="a8b9d0e1f239c75f" providerId="LiveId" clId="{E297FC27-9774-4AAE-B428-959B432F1B03}" dt="2026-02-23T23:54:31.473" v="1247"/>
          <ac:inkMkLst>
            <pc:docMk/>
            <pc:sldMk cId="232392909" sldId="272"/>
            <ac:inkMk id="169" creationId="{AEFF2A55-7834-406C-A24D-2D48A9B5B45E}"/>
          </ac:inkMkLst>
        </pc:inkChg>
        <pc:inkChg chg="del">
          <ac:chgData name="Dursun Dashdamirov" userId="a8b9d0e1f239c75f" providerId="LiveId" clId="{E297FC27-9774-4AAE-B428-959B432F1B03}" dt="2026-02-23T23:54:31.463" v="1163"/>
          <ac:inkMkLst>
            <pc:docMk/>
            <pc:sldMk cId="232392909" sldId="272"/>
            <ac:inkMk id="170" creationId="{228E79B6-0238-4AEB-9437-91D58A112226}"/>
          </ac:inkMkLst>
        </pc:inkChg>
        <pc:inkChg chg="del">
          <ac:chgData name="Dursun Dashdamirov" userId="a8b9d0e1f239c75f" providerId="LiveId" clId="{E297FC27-9774-4AAE-B428-959B432F1B03}" dt="2026-02-23T23:54:31.467" v="1200"/>
          <ac:inkMkLst>
            <pc:docMk/>
            <pc:sldMk cId="232392909" sldId="272"/>
            <ac:inkMk id="173" creationId="{4DB10EB8-57EA-48B1-AD2C-F2E3CAD03973}"/>
          </ac:inkMkLst>
        </pc:inkChg>
        <pc:inkChg chg="del mod">
          <ac:chgData name="Dursun Dashdamirov" userId="a8b9d0e1f239c75f" providerId="LiveId" clId="{E297FC27-9774-4AAE-B428-959B432F1B03}" dt="2026-02-23T23:54:31.475" v="1266"/>
          <ac:inkMkLst>
            <pc:docMk/>
            <pc:sldMk cId="232392909" sldId="272"/>
            <ac:inkMk id="174" creationId="{CBF64D21-5AE5-40AF-88A1-583E9B959B6C}"/>
          </ac:inkMkLst>
        </pc:inkChg>
        <pc:inkChg chg="del mod">
          <ac:chgData name="Dursun Dashdamirov" userId="a8b9d0e1f239c75f" providerId="LiveId" clId="{E297FC27-9774-4AAE-B428-959B432F1B03}" dt="2026-02-23T23:54:31.475" v="1270"/>
          <ac:inkMkLst>
            <pc:docMk/>
            <pc:sldMk cId="232392909" sldId="272"/>
            <ac:inkMk id="175" creationId="{7B5415E4-C9B9-4FD8-BBFF-626CBB84EE83}"/>
          </ac:inkMkLst>
        </pc:inkChg>
        <pc:inkChg chg="del">
          <ac:chgData name="Dursun Dashdamirov" userId="a8b9d0e1f239c75f" providerId="LiveId" clId="{E297FC27-9774-4AAE-B428-959B432F1B03}" dt="2026-02-23T23:54:31.461" v="1159"/>
          <ac:inkMkLst>
            <pc:docMk/>
            <pc:sldMk cId="232392909" sldId="272"/>
            <ac:inkMk id="176" creationId="{FB918AFD-E15C-4E9C-9B98-C19D35CA1E5F}"/>
          </ac:inkMkLst>
        </pc:inkChg>
      </pc:sldChg>
      <pc:sldChg chg="delSp modSp">
        <pc:chgData name="Dursun Dashdamirov" userId="a8b9d0e1f239c75f" providerId="LiveId" clId="{E297FC27-9774-4AAE-B428-959B432F1B03}" dt="2026-02-23T23:53:58.449" v="1140"/>
        <pc:sldMkLst>
          <pc:docMk/>
          <pc:sldMk cId="3734531135" sldId="273"/>
        </pc:sldMkLst>
        <pc:grpChg chg="del mod">
          <ac:chgData name="Dursun Dashdamirov" userId="a8b9d0e1f239c75f" providerId="LiveId" clId="{E297FC27-9774-4AAE-B428-959B432F1B03}" dt="2026-02-23T23:53:58.449" v="1135"/>
          <ac:grpSpMkLst>
            <pc:docMk/>
            <pc:sldMk cId="3734531135" sldId="273"/>
            <ac:grpSpMk id="55" creationId="{2E53E414-E34F-4571-BF1A-930EA1459820}"/>
          </ac:grpSpMkLst>
        </pc:grpChg>
        <pc:grpChg chg="del mod">
          <ac:chgData name="Dursun Dashdamirov" userId="a8b9d0e1f239c75f" providerId="LiveId" clId="{E297FC27-9774-4AAE-B428-959B432F1B03}" dt="2026-02-23T23:53:58.449" v="1134"/>
          <ac:grpSpMkLst>
            <pc:docMk/>
            <pc:sldMk cId="3734531135" sldId="273"/>
            <ac:grpSpMk id="111" creationId="{391EEA23-B9D2-4691-96BD-E539806D4073}"/>
          </ac:grpSpMkLst>
        </pc:grpChg>
        <pc:inkChg chg="del mod">
          <ac:chgData name="Dursun Dashdamirov" userId="a8b9d0e1f239c75f" providerId="LiveId" clId="{E297FC27-9774-4AAE-B428-959B432F1B03}" dt="2026-02-23T23:53:58.448" v="1123"/>
          <ac:inkMkLst>
            <pc:docMk/>
            <pc:sldMk cId="3734531135" sldId="273"/>
            <ac:inkMk id="27" creationId="{20476FCF-7226-4F34-8F53-706298DAD2E0}"/>
          </ac:inkMkLst>
        </pc:inkChg>
        <pc:inkChg chg="del mod">
          <ac:chgData name="Dursun Dashdamirov" userId="a8b9d0e1f239c75f" providerId="LiveId" clId="{E297FC27-9774-4AAE-B428-959B432F1B03}" dt="2026-02-23T23:53:58.446" v="1117"/>
          <ac:inkMkLst>
            <pc:docMk/>
            <pc:sldMk cId="3734531135" sldId="273"/>
            <ac:inkMk id="28" creationId="{9A68DF5F-0913-4CD4-973B-01315008E7E3}"/>
          </ac:inkMkLst>
        </pc:inkChg>
        <pc:inkChg chg="del mod">
          <ac:chgData name="Dursun Dashdamirov" userId="a8b9d0e1f239c75f" providerId="LiveId" clId="{E297FC27-9774-4AAE-B428-959B432F1B03}" dt="2026-02-23T23:53:58.441" v="1109"/>
          <ac:inkMkLst>
            <pc:docMk/>
            <pc:sldMk cId="3734531135" sldId="273"/>
            <ac:inkMk id="29" creationId="{6F47584B-E801-4A90-834C-9C8BEC0D384E}"/>
          </ac:inkMkLst>
        </pc:inkChg>
        <pc:inkChg chg="del mod">
          <ac:chgData name="Dursun Dashdamirov" userId="a8b9d0e1f239c75f" providerId="LiveId" clId="{E297FC27-9774-4AAE-B428-959B432F1B03}" dt="2026-02-23T23:53:58.449" v="1132"/>
          <ac:inkMkLst>
            <pc:docMk/>
            <pc:sldMk cId="3734531135" sldId="273"/>
            <ac:inkMk id="30" creationId="{E22E3F09-5B05-4CF1-9590-834256C3DDBF}"/>
          </ac:inkMkLst>
        </pc:inkChg>
        <pc:inkChg chg="del mod">
          <ac:chgData name="Dursun Dashdamirov" userId="a8b9d0e1f239c75f" providerId="LiveId" clId="{E297FC27-9774-4AAE-B428-959B432F1B03}" dt="2026-02-23T23:53:58.448" v="1122"/>
          <ac:inkMkLst>
            <pc:docMk/>
            <pc:sldMk cId="3734531135" sldId="273"/>
            <ac:inkMk id="32" creationId="{7AC667CE-8AD6-4FD9-8473-31EEFBD87DFB}"/>
          </ac:inkMkLst>
        </pc:inkChg>
        <pc:inkChg chg="mod">
          <ac:chgData name="Dursun Dashdamirov" userId="a8b9d0e1f239c75f" providerId="LiveId" clId="{E297FC27-9774-4AAE-B428-959B432F1B03}" dt="2026-02-23T23:53:58.441" v="1107"/>
          <ac:inkMkLst>
            <pc:docMk/>
            <pc:sldMk cId="3734531135" sldId="273"/>
            <ac:inkMk id="33" creationId="{92D1A25D-AF45-43F2-B710-30C3A6CE8A41}"/>
          </ac:inkMkLst>
        </pc:inkChg>
        <pc:inkChg chg="del mod">
          <ac:chgData name="Dursun Dashdamirov" userId="a8b9d0e1f239c75f" providerId="LiveId" clId="{E297FC27-9774-4AAE-B428-959B432F1B03}" dt="2026-02-23T23:53:58.449" v="1130"/>
          <ac:inkMkLst>
            <pc:docMk/>
            <pc:sldMk cId="3734531135" sldId="273"/>
            <ac:inkMk id="34" creationId="{A090209E-147C-4D47-988D-B2898E09883B}"/>
          </ac:inkMkLst>
        </pc:inkChg>
        <pc:inkChg chg="del mod">
          <ac:chgData name="Dursun Dashdamirov" userId="a8b9d0e1f239c75f" providerId="LiveId" clId="{E297FC27-9774-4AAE-B428-959B432F1B03}" dt="2026-02-23T23:53:58.448" v="1128"/>
          <ac:inkMkLst>
            <pc:docMk/>
            <pc:sldMk cId="3734531135" sldId="273"/>
            <ac:inkMk id="35" creationId="{E799DBEA-8101-4FCB-A563-A372E858D64B}"/>
          </ac:inkMkLst>
        </pc:inkChg>
        <pc:inkChg chg="del mod">
          <ac:chgData name="Dursun Dashdamirov" userId="a8b9d0e1f239c75f" providerId="LiveId" clId="{E297FC27-9774-4AAE-B428-959B432F1B03}" dt="2026-02-23T23:53:58.441" v="1107"/>
          <ac:inkMkLst>
            <pc:docMk/>
            <pc:sldMk cId="3734531135" sldId="273"/>
            <ac:inkMk id="37" creationId="{694261CD-091B-4F9A-BBED-C8AA04166BF3}"/>
          </ac:inkMkLst>
        </pc:inkChg>
        <pc:inkChg chg="del mod">
          <ac:chgData name="Dursun Dashdamirov" userId="a8b9d0e1f239c75f" providerId="LiveId" clId="{E297FC27-9774-4AAE-B428-959B432F1B03}" dt="2026-02-23T23:53:58.449" v="1135"/>
          <ac:inkMkLst>
            <pc:docMk/>
            <pc:sldMk cId="3734531135" sldId="273"/>
            <ac:inkMk id="38" creationId="{C0470297-FCED-4719-99BD-6357B3925373}"/>
          </ac:inkMkLst>
        </pc:inkChg>
        <pc:inkChg chg="del mod">
          <ac:chgData name="Dursun Dashdamirov" userId="a8b9d0e1f239c75f" providerId="LiveId" clId="{E297FC27-9774-4AAE-B428-959B432F1B03}" dt="2026-02-23T23:53:58.448" v="1120"/>
          <ac:inkMkLst>
            <pc:docMk/>
            <pc:sldMk cId="3734531135" sldId="273"/>
            <ac:inkMk id="45" creationId="{E95011F2-E639-4AB3-8038-904F033738F3}"/>
          </ac:inkMkLst>
        </pc:inkChg>
        <pc:inkChg chg="del mod">
          <ac:chgData name="Dursun Dashdamirov" userId="a8b9d0e1f239c75f" providerId="LiveId" clId="{E297FC27-9774-4AAE-B428-959B432F1B03}" dt="2026-02-23T23:53:58.446" v="1118"/>
          <ac:inkMkLst>
            <pc:docMk/>
            <pc:sldMk cId="3734531135" sldId="273"/>
            <ac:inkMk id="46" creationId="{FD4BA0F9-421C-4378-9729-188139825383}"/>
          </ac:inkMkLst>
        </pc:inkChg>
        <pc:inkChg chg="del">
          <ac:chgData name="Dursun Dashdamirov" userId="a8b9d0e1f239c75f" providerId="LiveId" clId="{E297FC27-9774-4AAE-B428-959B432F1B03}" dt="2026-02-23T23:53:58.439" v="1088"/>
          <ac:inkMkLst>
            <pc:docMk/>
            <pc:sldMk cId="3734531135" sldId="273"/>
            <ac:inkMk id="47" creationId="{17E1A8CC-61B0-4F96-88EC-335016C23D23}"/>
          </ac:inkMkLst>
        </pc:inkChg>
        <pc:inkChg chg="del">
          <ac:chgData name="Dursun Dashdamirov" userId="a8b9d0e1f239c75f" providerId="LiveId" clId="{E297FC27-9774-4AAE-B428-959B432F1B03}" dt="2026-02-23T23:53:58.448" v="1124"/>
          <ac:inkMkLst>
            <pc:docMk/>
            <pc:sldMk cId="3734531135" sldId="273"/>
            <ac:inkMk id="49" creationId="{DB7915AA-4B62-4562-807B-25C40E6990EA}"/>
          </ac:inkMkLst>
        </pc:inkChg>
        <pc:inkChg chg="del mod">
          <ac:chgData name="Dursun Dashdamirov" userId="a8b9d0e1f239c75f" providerId="LiveId" clId="{E297FC27-9774-4AAE-B428-959B432F1B03}" dt="2026-02-23T23:53:58.441" v="1100"/>
          <ac:inkMkLst>
            <pc:docMk/>
            <pc:sldMk cId="3734531135" sldId="273"/>
            <ac:inkMk id="51" creationId="{2F18FD53-D589-4995-9FF5-0ECD8EEBB04A}"/>
          </ac:inkMkLst>
        </pc:inkChg>
        <pc:inkChg chg="del mod">
          <ac:chgData name="Dursun Dashdamirov" userId="a8b9d0e1f239c75f" providerId="LiveId" clId="{E297FC27-9774-4AAE-B428-959B432F1B03}" dt="2026-02-23T23:53:58.446" v="1119"/>
          <ac:inkMkLst>
            <pc:docMk/>
            <pc:sldMk cId="3734531135" sldId="273"/>
            <ac:inkMk id="53" creationId="{40BCEEDE-00DD-4E4C-B644-E2A3E38D8CCE}"/>
          </ac:inkMkLst>
        </pc:inkChg>
        <pc:inkChg chg="del mod">
          <ac:chgData name="Dursun Dashdamirov" userId="a8b9d0e1f239c75f" providerId="LiveId" clId="{E297FC27-9774-4AAE-B428-959B432F1B03}" dt="2026-02-23T23:53:58.449" v="1137"/>
          <ac:inkMkLst>
            <pc:docMk/>
            <pc:sldMk cId="3734531135" sldId="273"/>
            <ac:inkMk id="54" creationId="{78E23C30-0F26-4C6C-8493-036E45870F1B}"/>
          </ac:inkMkLst>
        </pc:inkChg>
        <pc:inkChg chg="del">
          <ac:chgData name="Dursun Dashdamirov" userId="a8b9d0e1f239c75f" providerId="LiveId" clId="{E297FC27-9774-4AAE-B428-959B432F1B03}" dt="2026-02-23T23:53:58.449" v="1139"/>
          <ac:inkMkLst>
            <pc:docMk/>
            <pc:sldMk cId="3734531135" sldId="273"/>
            <ac:inkMk id="58" creationId="{03FF0691-80CA-40CA-A360-57B62BC257DC}"/>
          </ac:inkMkLst>
        </pc:inkChg>
        <pc:inkChg chg="del">
          <ac:chgData name="Dursun Dashdamirov" userId="a8b9d0e1f239c75f" providerId="LiveId" clId="{E297FC27-9774-4AAE-B428-959B432F1B03}" dt="2026-02-23T23:53:58.449" v="1140"/>
          <ac:inkMkLst>
            <pc:docMk/>
            <pc:sldMk cId="3734531135" sldId="273"/>
            <ac:inkMk id="59" creationId="{AE5BB7A7-9959-4938-88CE-8B02F4326216}"/>
          </ac:inkMkLst>
        </pc:inkChg>
        <pc:inkChg chg="del">
          <ac:chgData name="Dursun Dashdamirov" userId="a8b9d0e1f239c75f" providerId="LiveId" clId="{E297FC27-9774-4AAE-B428-959B432F1B03}" dt="2026-02-23T23:53:58.448" v="1121"/>
          <ac:inkMkLst>
            <pc:docMk/>
            <pc:sldMk cId="3734531135" sldId="273"/>
            <ac:inkMk id="63" creationId="{FFC0BE9B-CEB1-4BF2-A90E-868E9FB76BB2}"/>
          </ac:inkMkLst>
        </pc:inkChg>
        <pc:inkChg chg="del">
          <ac:chgData name="Dursun Dashdamirov" userId="a8b9d0e1f239c75f" providerId="LiveId" clId="{E297FC27-9774-4AAE-B428-959B432F1B03}" dt="2026-02-23T23:53:58.448" v="1126"/>
          <ac:inkMkLst>
            <pc:docMk/>
            <pc:sldMk cId="3734531135" sldId="273"/>
            <ac:inkMk id="64" creationId="{92EF6CB7-D8BE-4564-A1B8-75EFD01C751E}"/>
          </ac:inkMkLst>
        </pc:inkChg>
        <pc:inkChg chg="del">
          <ac:chgData name="Dursun Dashdamirov" userId="a8b9d0e1f239c75f" providerId="LiveId" clId="{E297FC27-9774-4AAE-B428-959B432F1B03}" dt="2026-02-23T23:53:58.446" v="1115"/>
          <ac:inkMkLst>
            <pc:docMk/>
            <pc:sldMk cId="3734531135" sldId="273"/>
            <ac:inkMk id="65" creationId="{8507D350-18D1-4274-94D0-351CF06B1155}"/>
          </ac:inkMkLst>
        </pc:inkChg>
        <pc:inkChg chg="del">
          <ac:chgData name="Dursun Dashdamirov" userId="a8b9d0e1f239c75f" providerId="LiveId" clId="{E297FC27-9774-4AAE-B428-959B432F1B03}" dt="2026-02-23T23:53:58.441" v="1091"/>
          <ac:inkMkLst>
            <pc:docMk/>
            <pc:sldMk cId="3734531135" sldId="273"/>
            <ac:inkMk id="67" creationId="{57588C68-C356-47D7-8F97-882A4F1652F9}"/>
          </ac:inkMkLst>
        </pc:inkChg>
        <pc:inkChg chg="del">
          <ac:chgData name="Dursun Dashdamirov" userId="a8b9d0e1f239c75f" providerId="LiveId" clId="{E297FC27-9774-4AAE-B428-959B432F1B03}" dt="2026-02-23T23:53:58.441" v="1099"/>
          <ac:inkMkLst>
            <pc:docMk/>
            <pc:sldMk cId="3734531135" sldId="273"/>
            <ac:inkMk id="68" creationId="{C1B610EF-E588-4E4D-8F4D-335544E44C5E}"/>
          </ac:inkMkLst>
        </pc:inkChg>
        <pc:inkChg chg="del">
          <ac:chgData name="Dursun Dashdamirov" userId="a8b9d0e1f239c75f" providerId="LiveId" clId="{E297FC27-9774-4AAE-B428-959B432F1B03}" dt="2026-02-23T23:53:58.449" v="1136"/>
          <ac:inkMkLst>
            <pc:docMk/>
            <pc:sldMk cId="3734531135" sldId="273"/>
            <ac:inkMk id="69" creationId="{B78107D5-4827-4423-8F78-CCDC78822ABD}"/>
          </ac:inkMkLst>
        </pc:inkChg>
        <pc:inkChg chg="del">
          <ac:chgData name="Dursun Dashdamirov" userId="a8b9d0e1f239c75f" providerId="LiveId" clId="{E297FC27-9774-4AAE-B428-959B432F1B03}" dt="2026-02-23T23:53:58.441" v="1106"/>
          <ac:inkMkLst>
            <pc:docMk/>
            <pc:sldMk cId="3734531135" sldId="273"/>
            <ac:inkMk id="71" creationId="{22AD61ED-B690-4DC9-8151-6CCB8027D3F8}"/>
          </ac:inkMkLst>
        </pc:inkChg>
        <pc:inkChg chg="del">
          <ac:chgData name="Dursun Dashdamirov" userId="a8b9d0e1f239c75f" providerId="LiveId" clId="{E297FC27-9774-4AAE-B428-959B432F1B03}" dt="2026-02-23T23:53:58.441" v="1095"/>
          <ac:inkMkLst>
            <pc:docMk/>
            <pc:sldMk cId="3734531135" sldId="273"/>
            <ac:inkMk id="72" creationId="{E6A611F1-E773-417E-8514-AE8A70777854}"/>
          </ac:inkMkLst>
        </pc:inkChg>
        <pc:inkChg chg="del">
          <ac:chgData name="Dursun Dashdamirov" userId="a8b9d0e1f239c75f" providerId="LiveId" clId="{E297FC27-9774-4AAE-B428-959B432F1B03}" dt="2026-02-23T23:53:58.441" v="1105"/>
          <ac:inkMkLst>
            <pc:docMk/>
            <pc:sldMk cId="3734531135" sldId="273"/>
            <ac:inkMk id="73" creationId="{041E69E3-677F-4DF7-BAB3-30B0F2B4BD44}"/>
          </ac:inkMkLst>
        </pc:inkChg>
        <pc:inkChg chg="del mod">
          <ac:chgData name="Dursun Dashdamirov" userId="a8b9d0e1f239c75f" providerId="LiveId" clId="{E297FC27-9774-4AAE-B428-959B432F1B03}" dt="2026-02-23T23:53:58.441" v="1104"/>
          <ac:inkMkLst>
            <pc:docMk/>
            <pc:sldMk cId="3734531135" sldId="273"/>
            <ac:inkMk id="86" creationId="{EB6A1E9B-5A3E-419E-9A6C-F697A67D433C}"/>
          </ac:inkMkLst>
        </pc:inkChg>
        <pc:inkChg chg="mod">
          <ac:chgData name="Dursun Dashdamirov" userId="a8b9d0e1f239c75f" providerId="LiveId" clId="{E297FC27-9774-4AAE-B428-959B432F1B03}" dt="2026-02-23T23:53:58.441" v="1092"/>
          <ac:inkMkLst>
            <pc:docMk/>
            <pc:sldMk cId="3734531135" sldId="273"/>
            <ac:inkMk id="87" creationId="{24C17731-9C7E-4C67-AF35-97DA21BA1327}"/>
          </ac:inkMkLst>
        </pc:inkChg>
        <pc:inkChg chg="del mod">
          <ac:chgData name="Dursun Dashdamirov" userId="a8b9d0e1f239c75f" providerId="LiveId" clId="{E297FC27-9774-4AAE-B428-959B432F1B03}" dt="2026-02-23T23:53:58.441" v="1098"/>
          <ac:inkMkLst>
            <pc:docMk/>
            <pc:sldMk cId="3734531135" sldId="273"/>
            <ac:inkMk id="89" creationId="{B720C7A7-1C64-42DB-B677-17D521992201}"/>
          </ac:inkMkLst>
        </pc:inkChg>
        <pc:inkChg chg="del mod">
          <ac:chgData name="Dursun Dashdamirov" userId="a8b9d0e1f239c75f" providerId="LiveId" clId="{E297FC27-9774-4AAE-B428-959B432F1B03}" dt="2026-02-23T23:53:58.449" v="1138"/>
          <ac:inkMkLst>
            <pc:docMk/>
            <pc:sldMk cId="3734531135" sldId="273"/>
            <ac:inkMk id="91" creationId="{BDDBF9FB-0593-45D8-861F-940C7108512A}"/>
          </ac:inkMkLst>
        </pc:inkChg>
        <pc:inkChg chg="del mod">
          <ac:chgData name="Dursun Dashdamirov" userId="a8b9d0e1f239c75f" providerId="LiveId" clId="{E297FC27-9774-4AAE-B428-959B432F1B03}" dt="2026-02-23T23:53:58.449" v="1133"/>
          <ac:inkMkLst>
            <pc:docMk/>
            <pc:sldMk cId="3734531135" sldId="273"/>
            <ac:inkMk id="93" creationId="{B8502550-B654-4F2D-BFB3-D99285A2606B}"/>
          </ac:inkMkLst>
        </pc:inkChg>
        <pc:inkChg chg="del mod">
          <ac:chgData name="Dursun Dashdamirov" userId="a8b9d0e1f239c75f" providerId="LiveId" clId="{E297FC27-9774-4AAE-B428-959B432F1B03}" dt="2026-02-23T23:53:58.441" v="1113"/>
          <ac:inkMkLst>
            <pc:docMk/>
            <pc:sldMk cId="3734531135" sldId="273"/>
            <ac:inkMk id="94" creationId="{2424ED1A-DE63-4518-B39F-86D1FCBFBF4E}"/>
          </ac:inkMkLst>
        </pc:inkChg>
        <pc:inkChg chg="del mod">
          <ac:chgData name="Dursun Dashdamirov" userId="a8b9d0e1f239c75f" providerId="LiveId" clId="{E297FC27-9774-4AAE-B428-959B432F1B03}" dt="2026-02-23T23:53:58.449" v="1134"/>
          <ac:inkMkLst>
            <pc:docMk/>
            <pc:sldMk cId="3734531135" sldId="273"/>
            <ac:inkMk id="95" creationId="{6BB493EF-BD4B-4876-BA87-083C117E1CB5}"/>
          </ac:inkMkLst>
        </pc:inkChg>
        <pc:inkChg chg="del mod">
          <ac:chgData name="Dursun Dashdamirov" userId="a8b9d0e1f239c75f" providerId="LiveId" clId="{E297FC27-9774-4AAE-B428-959B432F1B03}" dt="2026-02-23T23:53:58.446" v="1116"/>
          <ac:inkMkLst>
            <pc:docMk/>
            <pc:sldMk cId="3734531135" sldId="273"/>
            <ac:inkMk id="96" creationId="{359FC985-34D7-4A73-A9C4-2841A9B61E8B}"/>
          </ac:inkMkLst>
        </pc:inkChg>
        <pc:inkChg chg="mod">
          <ac:chgData name="Dursun Dashdamirov" userId="a8b9d0e1f239c75f" providerId="LiveId" clId="{E297FC27-9774-4AAE-B428-959B432F1B03}" dt="2026-02-23T23:53:58.441" v="1110"/>
          <ac:inkMkLst>
            <pc:docMk/>
            <pc:sldMk cId="3734531135" sldId="273"/>
            <ac:inkMk id="97" creationId="{110586A3-AAEA-41DF-BAA8-8FDD75A2275C}"/>
          </ac:inkMkLst>
        </pc:inkChg>
        <pc:inkChg chg="del mod">
          <ac:chgData name="Dursun Dashdamirov" userId="a8b9d0e1f239c75f" providerId="LiveId" clId="{E297FC27-9774-4AAE-B428-959B432F1B03}" dt="2026-02-23T23:53:58.441" v="1111"/>
          <ac:inkMkLst>
            <pc:docMk/>
            <pc:sldMk cId="3734531135" sldId="273"/>
            <ac:inkMk id="98" creationId="{A9A25896-C799-4A24-8EFC-D0BEFF93F6EA}"/>
          </ac:inkMkLst>
        </pc:inkChg>
        <pc:inkChg chg="del mod">
          <ac:chgData name="Dursun Dashdamirov" userId="a8b9d0e1f239c75f" providerId="LiveId" clId="{E297FC27-9774-4AAE-B428-959B432F1B03}" dt="2026-02-23T23:53:58.448" v="1127"/>
          <ac:inkMkLst>
            <pc:docMk/>
            <pc:sldMk cId="3734531135" sldId="273"/>
            <ac:inkMk id="99" creationId="{7E3E544E-86BF-40B3-898E-CFFD3C8C441E}"/>
          </ac:inkMkLst>
        </pc:inkChg>
        <pc:inkChg chg="del mod">
          <ac:chgData name="Dursun Dashdamirov" userId="a8b9d0e1f239c75f" providerId="LiveId" clId="{E297FC27-9774-4AAE-B428-959B432F1B03}" dt="2026-02-23T23:53:58.441" v="1114"/>
          <ac:inkMkLst>
            <pc:docMk/>
            <pc:sldMk cId="3734531135" sldId="273"/>
            <ac:inkMk id="101" creationId="{294DA74D-58D7-4FC3-A60A-5F76748F3789}"/>
          </ac:inkMkLst>
        </pc:inkChg>
        <pc:inkChg chg="del">
          <ac:chgData name="Dursun Dashdamirov" userId="a8b9d0e1f239c75f" providerId="LiveId" clId="{E297FC27-9774-4AAE-B428-959B432F1B03}" dt="2026-02-23T23:53:58.441" v="1092"/>
          <ac:inkMkLst>
            <pc:docMk/>
            <pc:sldMk cId="3734531135" sldId="273"/>
            <ac:inkMk id="103" creationId="{200BD5FD-F55E-4C81-9DB6-3595FD26F36F}"/>
          </ac:inkMkLst>
        </pc:inkChg>
        <pc:inkChg chg="del mod">
          <ac:chgData name="Dursun Dashdamirov" userId="a8b9d0e1f239c75f" providerId="LiveId" clId="{E297FC27-9774-4AAE-B428-959B432F1B03}" dt="2026-02-23T23:53:58.441" v="1093"/>
          <ac:inkMkLst>
            <pc:docMk/>
            <pc:sldMk cId="3734531135" sldId="273"/>
            <ac:inkMk id="104" creationId="{9D8BEF38-7282-49D1-AE4F-C79AF5A32774}"/>
          </ac:inkMkLst>
        </pc:inkChg>
        <pc:inkChg chg="del mod">
          <ac:chgData name="Dursun Dashdamirov" userId="a8b9d0e1f239c75f" providerId="LiveId" clId="{E297FC27-9774-4AAE-B428-959B432F1B03}" dt="2026-02-23T23:53:58.449" v="1131"/>
          <ac:inkMkLst>
            <pc:docMk/>
            <pc:sldMk cId="3734531135" sldId="273"/>
            <ac:inkMk id="105" creationId="{C11C3D9C-3457-47B1-9972-36D6FED468A3}"/>
          </ac:inkMkLst>
        </pc:inkChg>
        <pc:inkChg chg="del mod">
          <ac:chgData name="Dursun Dashdamirov" userId="a8b9d0e1f239c75f" providerId="LiveId" clId="{E297FC27-9774-4AAE-B428-959B432F1B03}" dt="2026-02-23T23:53:58.448" v="1125"/>
          <ac:inkMkLst>
            <pc:docMk/>
            <pc:sldMk cId="3734531135" sldId="273"/>
            <ac:inkMk id="106" creationId="{997C34E8-89AC-4162-9895-4836F4092B16}"/>
          </ac:inkMkLst>
        </pc:inkChg>
        <pc:inkChg chg="del mod">
          <ac:chgData name="Dursun Dashdamirov" userId="a8b9d0e1f239c75f" providerId="LiveId" clId="{E297FC27-9774-4AAE-B428-959B432F1B03}" dt="2026-02-23T23:53:58.441" v="1110"/>
          <ac:inkMkLst>
            <pc:docMk/>
            <pc:sldMk cId="3734531135" sldId="273"/>
            <ac:inkMk id="107" creationId="{618FEA8A-2953-4782-A3C4-9A307979BA32}"/>
          </ac:inkMkLst>
        </pc:inkChg>
        <pc:inkChg chg="del mod">
          <ac:chgData name="Dursun Dashdamirov" userId="a8b9d0e1f239c75f" providerId="LiveId" clId="{E297FC27-9774-4AAE-B428-959B432F1B03}" dt="2026-02-23T23:53:58.448" v="1129"/>
          <ac:inkMkLst>
            <pc:docMk/>
            <pc:sldMk cId="3734531135" sldId="273"/>
            <ac:inkMk id="110" creationId="{B2160FB6-14F8-4975-843A-9909DCAB871C}"/>
          </ac:inkMkLst>
        </pc:inkChg>
      </pc:sldChg>
      <pc:sldChg chg="delSp modSp">
        <pc:chgData name="Dursun Dashdamirov" userId="a8b9d0e1f239c75f" providerId="LiveId" clId="{E297FC27-9774-4AAE-B428-959B432F1B03}" dt="2026-02-23T23:53:11.038" v="928"/>
        <pc:sldMkLst>
          <pc:docMk/>
          <pc:sldMk cId="2271522737" sldId="274"/>
        </pc:sldMkLst>
        <pc:grpChg chg="del mod">
          <ac:chgData name="Dursun Dashdamirov" userId="a8b9d0e1f239c75f" providerId="LiveId" clId="{E297FC27-9774-4AAE-B428-959B432F1B03}" dt="2026-02-23T23:53:11.038" v="926"/>
          <ac:grpSpMkLst>
            <pc:docMk/>
            <pc:sldMk cId="2271522737" sldId="274"/>
            <ac:grpSpMk id="24" creationId="{6DAB7AD2-9876-457C-A912-B72AD8DF3E7C}"/>
          </ac:grpSpMkLst>
        </pc:grpChg>
        <pc:inkChg chg="del">
          <ac:chgData name="Dursun Dashdamirov" userId="a8b9d0e1f239c75f" providerId="LiveId" clId="{E297FC27-9774-4AAE-B428-959B432F1B03}" dt="2026-02-23T23:53:11.036" v="923"/>
          <ac:inkMkLst>
            <pc:docMk/>
            <pc:sldMk cId="2271522737" sldId="274"/>
            <ac:inkMk id="9" creationId="{DDA0BD91-C893-41F8-9435-225096F49DC5}"/>
          </ac:inkMkLst>
        </pc:inkChg>
        <pc:inkChg chg="del mod">
          <ac:chgData name="Dursun Dashdamirov" userId="a8b9d0e1f239c75f" providerId="LiveId" clId="{E297FC27-9774-4AAE-B428-959B432F1B03}" dt="2026-02-23T23:53:11.036" v="916"/>
          <ac:inkMkLst>
            <pc:docMk/>
            <pc:sldMk cId="2271522737" sldId="274"/>
            <ac:inkMk id="10" creationId="{9F2F1E0D-1130-4D0F-9BFE-8930FE0303EA}"/>
          </ac:inkMkLst>
        </pc:inkChg>
        <pc:inkChg chg="del mod">
          <ac:chgData name="Dursun Dashdamirov" userId="a8b9d0e1f239c75f" providerId="LiveId" clId="{E297FC27-9774-4AAE-B428-959B432F1B03}" dt="2026-02-23T23:53:11.036" v="922"/>
          <ac:inkMkLst>
            <pc:docMk/>
            <pc:sldMk cId="2271522737" sldId="274"/>
            <ac:inkMk id="11" creationId="{53CF8DF9-D11F-48DE-B579-F22255D6EE6A}"/>
          </ac:inkMkLst>
        </pc:inkChg>
        <pc:inkChg chg="del mod">
          <ac:chgData name="Dursun Dashdamirov" userId="a8b9d0e1f239c75f" providerId="LiveId" clId="{E297FC27-9774-4AAE-B428-959B432F1B03}" dt="2026-02-23T23:53:11.036" v="918"/>
          <ac:inkMkLst>
            <pc:docMk/>
            <pc:sldMk cId="2271522737" sldId="274"/>
            <ac:inkMk id="12" creationId="{6072F3D2-8CDB-4EA5-A4EF-9910D0CE9922}"/>
          </ac:inkMkLst>
        </pc:inkChg>
        <pc:inkChg chg="del">
          <ac:chgData name="Dursun Dashdamirov" userId="a8b9d0e1f239c75f" providerId="LiveId" clId="{E297FC27-9774-4AAE-B428-959B432F1B03}" dt="2026-02-23T23:53:11.033" v="915"/>
          <ac:inkMkLst>
            <pc:docMk/>
            <pc:sldMk cId="2271522737" sldId="274"/>
            <ac:inkMk id="13" creationId="{918BF9D6-8C7B-48AA-804A-108BF183E2F8}"/>
          </ac:inkMkLst>
        </pc:inkChg>
        <pc:inkChg chg="del mod">
          <ac:chgData name="Dursun Dashdamirov" userId="a8b9d0e1f239c75f" providerId="LiveId" clId="{E297FC27-9774-4AAE-B428-959B432F1B03}" dt="2026-02-23T23:53:11.036" v="921"/>
          <ac:inkMkLst>
            <pc:docMk/>
            <pc:sldMk cId="2271522737" sldId="274"/>
            <ac:inkMk id="14" creationId="{AAB0DEFC-5633-41D8-834F-CD06A19FEF44}"/>
          </ac:inkMkLst>
        </pc:inkChg>
        <pc:inkChg chg="del mod">
          <ac:chgData name="Dursun Dashdamirov" userId="a8b9d0e1f239c75f" providerId="LiveId" clId="{E297FC27-9774-4AAE-B428-959B432F1B03}" dt="2026-02-23T23:53:11.038" v="928"/>
          <ac:inkMkLst>
            <pc:docMk/>
            <pc:sldMk cId="2271522737" sldId="274"/>
            <ac:inkMk id="16" creationId="{72705137-3DB3-4E54-B8BD-D0A595C06798}"/>
          </ac:inkMkLst>
        </pc:inkChg>
        <pc:inkChg chg="del mod">
          <ac:chgData name="Dursun Dashdamirov" userId="a8b9d0e1f239c75f" providerId="LiveId" clId="{E297FC27-9774-4AAE-B428-959B432F1B03}" dt="2026-02-23T23:53:11.038" v="926"/>
          <ac:inkMkLst>
            <pc:docMk/>
            <pc:sldMk cId="2271522737" sldId="274"/>
            <ac:inkMk id="17" creationId="{406D53C2-E600-444A-996F-4812AC0B2A54}"/>
          </ac:inkMkLst>
        </pc:inkChg>
        <pc:inkChg chg="del">
          <ac:chgData name="Dursun Dashdamirov" userId="a8b9d0e1f239c75f" providerId="LiveId" clId="{E297FC27-9774-4AAE-B428-959B432F1B03}" dt="2026-02-23T23:53:11.036" v="920"/>
          <ac:inkMkLst>
            <pc:docMk/>
            <pc:sldMk cId="2271522737" sldId="274"/>
            <ac:inkMk id="19" creationId="{FB387D42-DCB6-4F85-BE89-7A47EBE50ED4}"/>
          </ac:inkMkLst>
        </pc:inkChg>
        <pc:inkChg chg="del">
          <ac:chgData name="Dursun Dashdamirov" userId="a8b9d0e1f239c75f" providerId="LiveId" clId="{E297FC27-9774-4AAE-B428-959B432F1B03}" dt="2026-02-23T23:53:11.036" v="917"/>
          <ac:inkMkLst>
            <pc:docMk/>
            <pc:sldMk cId="2271522737" sldId="274"/>
            <ac:inkMk id="21" creationId="{FF27919B-C802-46BC-8D52-4B55B8B10170}"/>
          </ac:inkMkLst>
        </pc:inkChg>
        <pc:inkChg chg="del mod">
          <ac:chgData name="Dursun Dashdamirov" userId="a8b9d0e1f239c75f" providerId="LiveId" clId="{E297FC27-9774-4AAE-B428-959B432F1B03}" dt="2026-02-23T23:53:11.038" v="925"/>
          <ac:inkMkLst>
            <pc:docMk/>
            <pc:sldMk cId="2271522737" sldId="274"/>
            <ac:inkMk id="23" creationId="{9AB51ECA-F98E-414E-A03B-3B622F90773A}"/>
          </ac:inkMkLst>
        </pc:inkChg>
        <pc:inkChg chg="del">
          <ac:chgData name="Dursun Dashdamirov" userId="a8b9d0e1f239c75f" providerId="LiveId" clId="{E297FC27-9774-4AAE-B428-959B432F1B03}" dt="2026-02-23T23:53:11.038" v="927"/>
          <ac:inkMkLst>
            <pc:docMk/>
            <pc:sldMk cId="2271522737" sldId="274"/>
            <ac:inkMk id="25" creationId="{FAD6D917-7127-466B-B1D8-8A427965971C}"/>
          </ac:inkMkLst>
        </pc:inkChg>
        <pc:inkChg chg="del">
          <ac:chgData name="Dursun Dashdamirov" userId="a8b9d0e1f239c75f" providerId="LiveId" clId="{E297FC27-9774-4AAE-B428-959B432F1B03}" dt="2026-02-23T23:53:11.038" v="924"/>
          <ac:inkMkLst>
            <pc:docMk/>
            <pc:sldMk cId="2271522737" sldId="274"/>
            <ac:inkMk id="26" creationId="{9A9FFE12-2FA2-4C74-AD62-5CCEBF27D046}"/>
          </ac:inkMkLst>
        </pc:inkChg>
        <pc:inkChg chg="del">
          <ac:chgData name="Dursun Dashdamirov" userId="a8b9d0e1f239c75f" providerId="LiveId" clId="{E297FC27-9774-4AAE-B428-959B432F1B03}" dt="2026-02-23T23:53:11.036" v="919"/>
          <ac:inkMkLst>
            <pc:docMk/>
            <pc:sldMk cId="2271522737" sldId="274"/>
            <ac:inkMk id="27" creationId="{2ABC96A4-CAE2-43A8-9D56-A7F0FA32A7E7}"/>
          </ac:inkMkLst>
        </pc:inkChg>
      </pc:sldChg>
      <pc:sldChg chg="delSp modSp">
        <pc:chgData name="Dursun Dashdamirov" userId="a8b9d0e1f239c75f" providerId="LiveId" clId="{E297FC27-9774-4AAE-B428-959B432F1B03}" dt="2026-02-23T23:53:45.792" v="1087"/>
        <pc:sldMkLst>
          <pc:docMk/>
          <pc:sldMk cId="4045694687" sldId="275"/>
        </pc:sldMkLst>
        <pc:grpChg chg="del mod">
          <ac:chgData name="Dursun Dashdamirov" userId="a8b9d0e1f239c75f" providerId="LiveId" clId="{E297FC27-9774-4AAE-B428-959B432F1B03}" dt="2026-02-23T23:53:45.786" v="1057"/>
          <ac:grpSpMkLst>
            <pc:docMk/>
            <pc:sldMk cId="4045694687" sldId="275"/>
            <ac:grpSpMk id="25" creationId="{7B38051C-EF96-46EC-BED7-8DA9B5ED92BE}"/>
          </ac:grpSpMkLst>
        </pc:grpChg>
        <pc:grpChg chg="del mod">
          <ac:chgData name="Dursun Dashdamirov" userId="a8b9d0e1f239c75f" providerId="LiveId" clId="{E297FC27-9774-4AAE-B428-959B432F1B03}" dt="2026-02-23T23:53:45.792" v="1085"/>
          <ac:grpSpMkLst>
            <pc:docMk/>
            <pc:sldMk cId="4045694687" sldId="275"/>
            <ac:grpSpMk id="82" creationId="{1D87D855-6646-4945-9DD8-099AAAB4ABC1}"/>
          </ac:grpSpMkLst>
        </pc:grpChg>
        <pc:grpChg chg="del mod">
          <ac:chgData name="Dursun Dashdamirov" userId="a8b9d0e1f239c75f" providerId="LiveId" clId="{E297FC27-9774-4AAE-B428-959B432F1B03}" dt="2026-02-23T23:53:45.781" v="1031"/>
          <ac:grpSpMkLst>
            <pc:docMk/>
            <pc:sldMk cId="4045694687" sldId="275"/>
            <ac:grpSpMk id="109" creationId="{D203AD4B-77C6-44AB-9CA6-D92761B6863B}"/>
          </ac:grpSpMkLst>
        </pc:grpChg>
        <pc:grpChg chg="del mod">
          <ac:chgData name="Dursun Dashdamirov" userId="a8b9d0e1f239c75f" providerId="LiveId" clId="{E297FC27-9774-4AAE-B428-959B432F1B03}" dt="2026-02-23T23:53:45.791" v="1078"/>
          <ac:grpSpMkLst>
            <pc:docMk/>
            <pc:sldMk cId="4045694687" sldId="275"/>
            <ac:grpSpMk id="110" creationId="{C5D7341F-9AFF-4125-BDDB-4E698D385E80}"/>
          </ac:grpSpMkLst>
        </pc:grpChg>
        <pc:inkChg chg="del">
          <ac:chgData name="Dursun Dashdamirov" userId="a8b9d0e1f239c75f" providerId="LiveId" clId="{E297FC27-9774-4AAE-B428-959B432F1B03}" dt="2026-02-23T23:53:45.781" v="1038"/>
          <ac:inkMkLst>
            <pc:docMk/>
            <pc:sldMk cId="4045694687" sldId="275"/>
            <ac:inkMk id="18" creationId="{EE2563CC-D995-44AC-B0A5-299BECB0943E}"/>
          </ac:inkMkLst>
        </pc:inkChg>
        <pc:inkChg chg="del">
          <ac:chgData name="Dursun Dashdamirov" userId="a8b9d0e1f239c75f" providerId="LiveId" clId="{E297FC27-9774-4AAE-B428-959B432F1B03}" dt="2026-02-23T23:53:45.791" v="1080"/>
          <ac:inkMkLst>
            <pc:docMk/>
            <pc:sldMk cId="4045694687" sldId="275"/>
            <ac:inkMk id="19" creationId="{F1DD6305-7C85-4ACA-8B5C-3FE5510E14FF}"/>
          </ac:inkMkLst>
        </pc:inkChg>
        <pc:inkChg chg="del">
          <ac:chgData name="Dursun Dashdamirov" userId="a8b9d0e1f239c75f" providerId="LiveId" clId="{E297FC27-9774-4AAE-B428-959B432F1B03}" dt="2026-02-23T23:53:45.781" v="1040"/>
          <ac:inkMkLst>
            <pc:docMk/>
            <pc:sldMk cId="4045694687" sldId="275"/>
            <ac:inkMk id="20" creationId="{12B7AA80-F315-4534-B90C-F15F87DD855A}"/>
          </ac:inkMkLst>
        </pc:inkChg>
        <pc:inkChg chg="del mod">
          <ac:chgData name="Dursun Dashdamirov" userId="a8b9d0e1f239c75f" providerId="LiveId" clId="{E297FC27-9774-4AAE-B428-959B432F1B03}" dt="2026-02-23T23:53:45.786" v="1057"/>
          <ac:inkMkLst>
            <pc:docMk/>
            <pc:sldMk cId="4045694687" sldId="275"/>
            <ac:inkMk id="21" creationId="{C74E6D15-59EC-4030-B229-0799D19A7DC5}"/>
          </ac:inkMkLst>
        </pc:inkChg>
        <pc:inkChg chg="del">
          <ac:chgData name="Dursun Dashdamirov" userId="a8b9d0e1f239c75f" providerId="LiveId" clId="{E297FC27-9774-4AAE-B428-959B432F1B03}" dt="2026-02-23T23:53:45.781" v="1034"/>
          <ac:inkMkLst>
            <pc:docMk/>
            <pc:sldMk cId="4045694687" sldId="275"/>
            <ac:inkMk id="23" creationId="{3F13C9E1-D177-40C5-98B6-1BE26336B89F}"/>
          </ac:inkMkLst>
        </pc:inkChg>
        <pc:inkChg chg="del mod">
          <ac:chgData name="Dursun Dashdamirov" userId="a8b9d0e1f239c75f" providerId="LiveId" clId="{E297FC27-9774-4AAE-B428-959B432F1B03}" dt="2026-02-23T23:53:45.789" v="1066"/>
          <ac:inkMkLst>
            <pc:docMk/>
            <pc:sldMk cId="4045694687" sldId="275"/>
            <ac:inkMk id="24" creationId="{C54C5C9C-51BB-45BF-BE80-E27716D907B4}"/>
          </ac:inkMkLst>
        </pc:inkChg>
        <pc:inkChg chg="del mod">
          <ac:chgData name="Dursun Dashdamirov" userId="a8b9d0e1f239c75f" providerId="LiveId" clId="{E297FC27-9774-4AAE-B428-959B432F1B03}" dt="2026-02-23T23:53:45.786" v="1054"/>
          <ac:inkMkLst>
            <pc:docMk/>
            <pc:sldMk cId="4045694687" sldId="275"/>
            <ac:inkMk id="26" creationId="{4E5DCEF9-17A3-4478-97C2-F55D15B71338}"/>
          </ac:inkMkLst>
        </pc:inkChg>
        <pc:inkChg chg="del mod">
          <ac:chgData name="Dursun Dashdamirov" userId="a8b9d0e1f239c75f" providerId="LiveId" clId="{E297FC27-9774-4AAE-B428-959B432F1B03}" dt="2026-02-23T23:53:45.789" v="1067"/>
          <ac:inkMkLst>
            <pc:docMk/>
            <pc:sldMk cId="4045694687" sldId="275"/>
            <ac:inkMk id="27" creationId="{664EE348-511D-4DC9-9CF7-5A5D1A4A6CBA}"/>
          </ac:inkMkLst>
        </pc:inkChg>
        <pc:inkChg chg="del mod">
          <ac:chgData name="Dursun Dashdamirov" userId="a8b9d0e1f239c75f" providerId="LiveId" clId="{E297FC27-9774-4AAE-B428-959B432F1B03}" dt="2026-02-23T23:53:45.789" v="1072"/>
          <ac:inkMkLst>
            <pc:docMk/>
            <pc:sldMk cId="4045694687" sldId="275"/>
            <ac:inkMk id="28" creationId="{705C6C8B-92B5-40A0-B773-DEFE048407DA}"/>
          </ac:inkMkLst>
        </pc:inkChg>
        <pc:inkChg chg="del mod">
          <ac:chgData name="Dursun Dashdamirov" userId="a8b9d0e1f239c75f" providerId="LiveId" clId="{E297FC27-9774-4AAE-B428-959B432F1B03}" dt="2026-02-23T23:53:45.781" v="1032"/>
          <ac:inkMkLst>
            <pc:docMk/>
            <pc:sldMk cId="4045694687" sldId="275"/>
            <ac:inkMk id="36" creationId="{30CBD57B-7F01-438C-BA97-04A4652E0888}"/>
          </ac:inkMkLst>
        </pc:inkChg>
        <pc:inkChg chg="del">
          <ac:chgData name="Dursun Dashdamirov" userId="a8b9d0e1f239c75f" providerId="LiveId" clId="{E297FC27-9774-4AAE-B428-959B432F1B03}" dt="2026-02-23T23:53:45.783" v="1041"/>
          <ac:inkMkLst>
            <pc:docMk/>
            <pc:sldMk cId="4045694687" sldId="275"/>
            <ac:inkMk id="38" creationId="{9DDB104B-6586-46D6-9197-3A601A37E8BD}"/>
          </ac:inkMkLst>
        </pc:inkChg>
        <pc:inkChg chg="del mod">
          <ac:chgData name="Dursun Dashdamirov" userId="a8b9d0e1f239c75f" providerId="LiveId" clId="{E297FC27-9774-4AAE-B428-959B432F1B03}" dt="2026-02-23T23:53:45.783" v="1042"/>
          <ac:inkMkLst>
            <pc:docMk/>
            <pc:sldMk cId="4045694687" sldId="275"/>
            <ac:inkMk id="40" creationId="{4D18AD08-3179-40CF-A4E7-CA0897B0F13D}"/>
          </ac:inkMkLst>
        </pc:inkChg>
        <pc:inkChg chg="del mod">
          <ac:chgData name="Dursun Dashdamirov" userId="a8b9d0e1f239c75f" providerId="LiveId" clId="{E297FC27-9774-4AAE-B428-959B432F1B03}" dt="2026-02-23T23:53:45.792" v="1087"/>
          <ac:inkMkLst>
            <pc:docMk/>
            <pc:sldMk cId="4045694687" sldId="275"/>
            <ac:inkMk id="42" creationId="{43B29235-90F2-43C0-929D-78CE08AB9F8D}"/>
          </ac:inkMkLst>
        </pc:inkChg>
        <pc:inkChg chg="del">
          <ac:chgData name="Dursun Dashdamirov" userId="a8b9d0e1f239c75f" providerId="LiveId" clId="{E297FC27-9774-4AAE-B428-959B432F1B03}" dt="2026-02-23T23:53:45.789" v="1074"/>
          <ac:inkMkLst>
            <pc:docMk/>
            <pc:sldMk cId="4045694687" sldId="275"/>
            <ac:inkMk id="45" creationId="{08941C62-18C7-4220-906F-5264C570C7CB}"/>
          </ac:inkMkLst>
        </pc:inkChg>
        <pc:inkChg chg="del mod">
          <ac:chgData name="Dursun Dashdamirov" userId="a8b9d0e1f239c75f" providerId="LiveId" clId="{E297FC27-9774-4AAE-B428-959B432F1B03}" dt="2026-02-23T23:53:45.789" v="1070"/>
          <ac:inkMkLst>
            <pc:docMk/>
            <pc:sldMk cId="4045694687" sldId="275"/>
            <ac:inkMk id="47" creationId="{64FBD9C9-827A-4372-A0FA-35A516D7EC6C}"/>
          </ac:inkMkLst>
        </pc:inkChg>
        <pc:inkChg chg="del mod">
          <ac:chgData name="Dursun Dashdamirov" userId="a8b9d0e1f239c75f" providerId="LiveId" clId="{E297FC27-9774-4AAE-B428-959B432F1B03}" dt="2026-02-23T23:53:45.781" v="1037"/>
          <ac:inkMkLst>
            <pc:docMk/>
            <pc:sldMk cId="4045694687" sldId="275"/>
            <ac:inkMk id="49" creationId="{4A15012C-CCDD-43FA-A577-4C6082E27C08}"/>
          </ac:inkMkLst>
        </pc:inkChg>
        <pc:inkChg chg="del mod">
          <ac:chgData name="Dursun Dashdamirov" userId="a8b9d0e1f239c75f" providerId="LiveId" clId="{E297FC27-9774-4AAE-B428-959B432F1B03}" dt="2026-02-23T23:53:45.783" v="1048"/>
          <ac:inkMkLst>
            <pc:docMk/>
            <pc:sldMk cId="4045694687" sldId="275"/>
            <ac:inkMk id="50" creationId="{B0880A14-DBD6-4378-A93B-EB29198BF125}"/>
          </ac:inkMkLst>
        </pc:inkChg>
        <pc:inkChg chg="del mod">
          <ac:chgData name="Dursun Dashdamirov" userId="a8b9d0e1f239c75f" providerId="LiveId" clId="{E297FC27-9774-4AAE-B428-959B432F1B03}" dt="2026-02-23T23:53:45.791" v="1076"/>
          <ac:inkMkLst>
            <pc:docMk/>
            <pc:sldMk cId="4045694687" sldId="275"/>
            <ac:inkMk id="53" creationId="{E3341CC1-8BF4-44C2-B134-A186DF8C7F17}"/>
          </ac:inkMkLst>
        </pc:inkChg>
        <pc:inkChg chg="mod">
          <ac:chgData name="Dursun Dashdamirov" userId="a8b9d0e1f239c75f" providerId="LiveId" clId="{E297FC27-9774-4AAE-B428-959B432F1B03}" dt="2026-02-23T23:53:45.777" v="1024"/>
          <ac:inkMkLst>
            <pc:docMk/>
            <pc:sldMk cId="4045694687" sldId="275"/>
            <ac:inkMk id="55" creationId="{4D6809E5-2718-4B3B-B828-DA1C0C21CAFF}"/>
          </ac:inkMkLst>
        </pc:inkChg>
        <pc:inkChg chg="del mod">
          <ac:chgData name="Dursun Dashdamirov" userId="a8b9d0e1f239c75f" providerId="LiveId" clId="{E297FC27-9774-4AAE-B428-959B432F1B03}" dt="2026-02-23T23:53:45.789" v="1071"/>
          <ac:inkMkLst>
            <pc:docMk/>
            <pc:sldMk cId="4045694687" sldId="275"/>
            <ac:inkMk id="57" creationId="{F8C7CF7D-B30D-4680-8C38-B1EDC9E18394}"/>
          </ac:inkMkLst>
        </pc:inkChg>
        <pc:inkChg chg="del mod">
          <ac:chgData name="Dursun Dashdamirov" userId="a8b9d0e1f239c75f" providerId="LiveId" clId="{E297FC27-9774-4AAE-B428-959B432F1B03}" dt="2026-02-23T23:53:45.789" v="1073"/>
          <ac:inkMkLst>
            <pc:docMk/>
            <pc:sldMk cId="4045694687" sldId="275"/>
            <ac:inkMk id="58" creationId="{E2C403A9-43DF-4FAE-82A5-4CFF7389090C}"/>
          </ac:inkMkLst>
        </pc:inkChg>
        <pc:inkChg chg="del mod">
          <ac:chgData name="Dursun Dashdamirov" userId="a8b9d0e1f239c75f" providerId="LiveId" clId="{E297FC27-9774-4AAE-B428-959B432F1B03}" dt="2026-02-23T23:53:45.791" v="1079"/>
          <ac:inkMkLst>
            <pc:docMk/>
            <pc:sldMk cId="4045694687" sldId="275"/>
            <ac:inkMk id="61" creationId="{53A69F5D-9233-4BAA-AE40-58D41CFEC0D0}"/>
          </ac:inkMkLst>
        </pc:inkChg>
        <pc:inkChg chg="del mod">
          <ac:chgData name="Dursun Dashdamirov" userId="a8b9d0e1f239c75f" providerId="LiveId" clId="{E297FC27-9774-4AAE-B428-959B432F1B03}" dt="2026-02-23T23:53:45.792" v="1085"/>
          <ac:inkMkLst>
            <pc:docMk/>
            <pc:sldMk cId="4045694687" sldId="275"/>
            <ac:inkMk id="63" creationId="{403390D5-2F45-4632-8F06-4B4A2B9F6511}"/>
          </ac:inkMkLst>
        </pc:inkChg>
        <pc:inkChg chg="mod">
          <ac:chgData name="Dursun Dashdamirov" userId="a8b9d0e1f239c75f" providerId="LiveId" clId="{E297FC27-9774-4AAE-B428-959B432F1B03}" dt="2026-02-23T23:53:45.778" v="1027"/>
          <ac:inkMkLst>
            <pc:docMk/>
            <pc:sldMk cId="4045694687" sldId="275"/>
            <ac:inkMk id="65" creationId="{7B54DAFD-F499-4628-8DD9-5962A7234AF5}"/>
          </ac:inkMkLst>
        </pc:inkChg>
        <pc:inkChg chg="mod">
          <ac:chgData name="Dursun Dashdamirov" userId="a8b9d0e1f239c75f" providerId="LiveId" clId="{E297FC27-9774-4AAE-B428-959B432F1B03}" dt="2026-02-23T23:53:45.778" v="1027"/>
          <ac:inkMkLst>
            <pc:docMk/>
            <pc:sldMk cId="4045694687" sldId="275"/>
            <ac:inkMk id="66" creationId="{1A144AE1-EE6B-49DF-AFF0-9233B4B7A9FC}"/>
          </ac:inkMkLst>
        </pc:inkChg>
        <pc:inkChg chg="mod">
          <ac:chgData name="Dursun Dashdamirov" userId="a8b9d0e1f239c75f" providerId="LiveId" clId="{E297FC27-9774-4AAE-B428-959B432F1B03}" dt="2026-02-23T23:53:45.778" v="1027"/>
          <ac:inkMkLst>
            <pc:docMk/>
            <pc:sldMk cId="4045694687" sldId="275"/>
            <ac:inkMk id="69" creationId="{CF161085-CFF4-4BE5-95CB-D46971CF53F3}"/>
          </ac:inkMkLst>
        </pc:inkChg>
        <pc:inkChg chg="del mod">
          <ac:chgData name="Dursun Dashdamirov" userId="a8b9d0e1f239c75f" providerId="LiveId" clId="{E297FC27-9774-4AAE-B428-959B432F1B03}" dt="2026-02-23T23:53:45.777" v="1023"/>
          <ac:inkMkLst>
            <pc:docMk/>
            <pc:sldMk cId="4045694687" sldId="275"/>
            <ac:inkMk id="70" creationId="{614809BD-B315-45F0-8339-5276AF66AB6A}"/>
          </ac:inkMkLst>
        </pc:inkChg>
        <pc:inkChg chg="del mod">
          <ac:chgData name="Dursun Dashdamirov" userId="a8b9d0e1f239c75f" providerId="LiveId" clId="{E297FC27-9774-4AAE-B428-959B432F1B03}" dt="2026-02-23T23:53:45.789" v="1065"/>
          <ac:inkMkLst>
            <pc:docMk/>
            <pc:sldMk cId="4045694687" sldId="275"/>
            <ac:inkMk id="73" creationId="{C02780CD-7F4C-48E7-9971-B587B611C7CA}"/>
          </ac:inkMkLst>
        </pc:inkChg>
        <pc:inkChg chg="mod">
          <ac:chgData name="Dursun Dashdamirov" userId="a8b9d0e1f239c75f" providerId="LiveId" clId="{E297FC27-9774-4AAE-B428-959B432F1B03}" dt="2026-02-23T23:53:45.778" v="1027"/>
          <ac:inkMkLst>
            <pc:docMk/>
            <pc:sldMk cId="4045694687" sldId="275"/>
            <ac:inkMk id="75" creationId="{CEB4270F-E63B-4828-92D7-3C755CDA67C1}"/>
          </ac:inkMkLst>
        </pc:inkChg>
        <pc:inkChg chg="del mod">
          <ac:chgData name="Dursun Dashdamirov" userId="a8b9d0e1f239c75f" providerId="LiveId" clId="{E297FC27-9774-4AAE-B428-959B432F1B03}" dt="2026-02-23T23:53:45.783" v="1047"/>
          <ac:inkMkLst>
            <pc:docMk/>
            <pc:sldMk cId="4045694687" sldId="275"/>
            <ac:inkMk id="76" creationId="{A1FDA5F0-B299-4AC9-A374-F140EED0C6C0}"/>
          </ac:inkMkLst>
        </pc:inkChg>
        <pc:inkChg chg="del mod">
          <ac:chgData name="Dursun Dashdamirov" userId="a8b9d0e1f239c75f" providerId="LiveId" clId="{E297FC27-9774-4AAE-B428-959B432F1B03}" dt="2026-02-23T23:53:45.791" v="1082"/>
          <ac:inkMkLst>
            <pc:docMk/>
            <pc:sldMk cId="4045694687" sldId="275"/>
            <ac:inkMk id="77" creationId="{0B22933A-41FB-43C9-8917-0B0EE1B63327}"/>
          </ac:inkMkLst>
        </pc:inkChg>
        <pc:inkChg chg="del mod">
          <ac:chgData name="Dursun Dashdamirov" userId="a8b9d0e1f239c75f" providerId="LiveId" clId="{E297FC27-9774-4AAE-B428-959B432F1B03}" dt="2026-02-23T23:53:45.791" v="1083"/>
          <ac:inkMkLst>
            <pc:docMk/>
            <pc:sldMk cId="4045694687" sldId="275"/>
            <ac:inkMk id="78" creationId="{4CFBB075-F081-43FB-A5EB-34F476B19FB5}"/>
          </ac:inkMkLst>
        </pc:inkChg>
        <pc:inkChg chg="mod">
          <ac:chgData name="Dursun Dashdamirov" userId="a8b9d0e1f239c75f" providerId="LiveId" clId="{E297FC27-9774-4AAE-B428-959B432F1B03}" dt="2026-02-23T23:53:45.789" v="1065"/>
          <ac:inkMkLst>
            <pc:docMk/>
            <pc:sldMk cId="4045694687" sldId="275"/>
            <ac:inkMk id="80" creationId="{B9B649F9-DC81-469A-BC1C-D3A211024E11}"/>
          </ac:inkMkLst>
        </pc:inkChg>
        <pc:inkChg chg="del">
          <ac:chgData name="Dursun Dashdamirov" userId="a8b9d0e1f239c75f" providerId="LiveId" clId="{E297FC27-9774-4AAE-B428-959B432F1B03}" dt="2026-02-23T23:53:45.776" v="1018"/>
          <ac:inkMkLst>
            <pc:docMk/>
            <pc:sldMk cId="4045694687" sldId="275"/>
            <ac:inkMk id="83" creationId="{D7FE324F-4201-4144-9A15-3B774C027BBF}"/>
          </ac:inkMkLst>
        </pc:inkChg>
        <pc:inkChg chg="del">
          <ac:chgData name="Dursun Dashdamirov" userId="a8b9d0e1f239c75f" providerId="LiveId" clId="{E297FC27-9774-4AAE-B428-959B432F1B03}" dt="2026-02-23T23:53:45.786" v="1061"/>
          <ac:inkMkLst>
            <pc:docMk/>
            <pc:sldMk cId="4045694687" sldId="275"/>
            <ac:inkMk id="84" creationId="{72624E0D-31EE-4887-9046-C87A26ADF5AD}"/>
          </ac:inkMkLst>
        </pc:inkChg>
        <pc:inkChg chg="del">
          <ac:chgData name="Dursun Dashdamirov" userId="a8b9d0e1f239c75f" providerId="LiveId" clId="{E297FC27-9774-4AAE-B428-959B432F1B03}" dt="2026-02-23T23:53:45.789" v="1075"/>
          <ac:inkMkLst>
            <pc:docMk/>
            <pc:sldMk cId="4045694687" sldId="275"/>
            <ac:inkMk id="85" creationId="{0EF143E5-9334-4A0B-87E7-0277E7781BAC}"/>
          </ac:inkMkLst>
        </pc:inkChg>
        <pc:inkChg chg="del">
          <ac:chgData name="Dursun Dashdamirov" userId="a8b9d0e1f239c75f" providerId="LiveId" clId="{E297FC27-9774-4AAE-B428-959B432F1B03}" dt="2026-02-23T23:53:45.792" v="1084"/>
          <ac:inkMkLst>
            <pc:docMk/>
            <pc:sldMk cId="4045694687" sldId="275"/>
            <ac:inkMk id="86" creationId="{4AF7A9C4-D068-45FD-A309-77C1BCC7C78A}"/>
          </ac:inkMkLst>
        </pc:inkChg>
        <pc:inkChg chg="del">
          <ac:chgData name="Dursun Dashdamirov" userId="a8b9d0e1f239c75f" providerId="LiveId" clId="{E297FC27-9774-4AAE-B428-959B432F1B03}" dt="2026-02-23T23:53:45.783" v="1050"/>
          <ac:inkMkLst>
            <pc:docMk/>
            <pc:sldMk cId="4045694687" sldId="275"/>
            <ac:inkMk id="88" creationId="{43231020-5AC2-4C0C-A170-9BF34B7FEC99}"/>
          </ac:inkMkLst>
        </pc:inkChg>
        <pc:inkChg chg="del">
          <ac:chgData name="Dursun Dashdamirov" userId="a8b9d0e1f239c75f" providerId="LiveId" clId="{E297FC27-9774-4AAE-B428-959B432F1B03}" dt="2026-02-23T23:53:45.792" v="1086"/>
          <ac:inkMkLst>
            <pc:docMk/>
            <pc:sldMk cId="4045694687" sldId="275"/>
            <ac:inkMk id="89" creationId="{0053EA30-094F-48B3-9D02-E0F9B7F6A469}"/>
          </ac:inkMkLst>
        </pc:inkChg>
        <pc:inkChg chg="del mod">
          <ac:chgData name="Dursun Dashdamirov" userId="a8b9d0e1f239c75f" providerId="LiveId" clId="{E297FC27-9774-4AAE-B428-959B432F1B03}" dt="2026-02-23T23:53:45.789" v="1063"/>
          <ac:inkMkLst>
            <pc:docMk/>
            <pc:sldMk cId="4045694687" sldId="275"/>
            <ac:inkMk id="91" creationId="{E5D9A88D-9030-4D19-A3FF-4ACC2A009CDD}"/>
          </ac:inkMkLst>
        </pc:inkChg>
        <pc:inkChg chg="del mod">
          <ac:chgData name="Dursun Dashdamirov" userId="a8b9d0e1f239c75f" providerId="LiveId" clId="{E297FC27-9774-4AAE-B428-959B432F1B03}" dt="2026-02-23T23:53:45.789" v="1062"/>
          <ac:inkMkLst>
            <pc:docMk/>
            <pc:sldMk cId="4045694687" sldId="275"/>
            <ac:inkMk id="92" creationId="{F7F5E6A0-9AA5-4BC4-BCF7-C949685313BE}"/>
          </ac:inkMkLst>
        </pc:inkChg>
        <pc:inkChg chg="del mod">
          <ac:chgData name="Dursun Dashdamirov" userId="a8b9d0e1f239c75f" providerId="LiveId" clId="{E297FC27-9774-4AAE-B428-959B432F1B03}" dt="2026-02-23T23:53:45.786" v="1060"/>
          <ac:inkMkLst>
            <pc:docMk/>
            <pc:sldMk cId="4045694687" sldId="275"/>
            <ac:inkMk id="93" creationId="{A9CD73A1-BA08-4342-8AB3-BF25C26A7DF9}"/>
          </ac:inkMkLst>
        </pc:inkChg>
        <pc:inkChg chg="del mod">
          <ac:chgData name="Dursun Dashdamirov" userId="a8b9d0e1f239c75f" providerId="LiveId" clId="{E297FC27-9774-4AAE-B428-959B432F1B03}" dt="2026-02-23T23:53:45.781" v="1039"/>
          <ac:inkMkLst>
            <pc:docMk/>
            <pc:sldMk cId="4045694687" sldId="275"/>
            <ac:inkMk id="95" creationId="{27626F5E-0A55-4703-94F7-3E3A7AE2919D}"/>
          </ac:inkMkLst>
        </pc:inkChg>
        <pc:inkChg chg="del mod">
          <ac:chgData name="Dursun Dashdamirov" userId="a8b9d0e1f239c75f" providerId="LiveId" clId="{E297FC27-9774-4AAE-B428-959B432F1B03}" dt="2026-02-23T23:53:45.781" v="1030"/>
          <ac:inkMkLst>
            <pc:docMk/>
            <pc:sldMk cId="4045694687" sldId="275"/>
            <ac:inkMk id="96" creationId="{A54D145A-55B4-476A-BBB9-05B186070BB9}"/>
          </ac:inkMkLst>
        </pc:inkChg>
        <pc:inkChg chg="del mod">
          <ac:chgData name="Dursun Dashdamirov" userId="a8b9d0e1f239c75f" providerId="LiveId" clId="{E297FC27-9774-4AAE-B428-959B432F1B03}" dt="2026-02-23T23:53:45.791" v="1081"/>
          <ac:inkMkLst>
            <pc:docMk/>
            <pc:sldMk cId="4045694687" sldId="275"/>
            <ac:inkMk id="97" creationId="{CA15D9D7-C114-4AFE-B730-788C6B1E5341}"/>
          </ac:inkMkLst>
        </pc:inkChg>
        <pc:inkChg chg="del mod">
          <ac:chgData name="Dursun Dashdamirov" userId="a8b9d0e1f239c75f" providerId="LiveId" clId="{E297FC27-9774-4AAE-B428-959B432F1B03}" dt="2026-02-23T23:53:45.791" v="1078"/>
          <ac:inkMkLst>
            <pc:docMk/>
            <pc:sldMk cId="4045694687" sldId="275"/>
            <ac:inkMk id="98" creationId="{FDF4D0F7-7C30-4887-AC8F-BBDA77D98E52}"/>
          </ac:inkMkLst>
        </pc:inkChg>
        <pc:inkChg chg="del mod">
          <ac:chgData name="Dursun Dashdamirov" userId="a8b9d0e1f239c75f" providerId="LiveId" clId="{E297FC27-9774-4AAE-B428-959B432F1B03}" dt="2026-02-23T23:53:45.781" v="1036"/>
          <ac:inkMkLst>
            <pc:docMk/>
            <pc:sldMk cId="4045694687" sldId="275"/>
            <ac:inkMk id="100" creationId="{1C61EB19-2D7D-42C0-8BBC-2930CA0AD772}"/>
          </ac:inkMkLst>
        </pc:inkChg>
        <pc:inkChg chg="del mod">
          <ac:chgData name="Dursun Dashdamirov" userId="a8b9d0e1f239c75f" providerId="LiveId" clId="{E297FC27-9774-4AAE-B428-959B432F1B03}" dt="2026-02-23T23:53:45.777" v="1025"/>
          <ac:inkMkLst>
            <pc:docMk/>
            <pc:sldMk cId="4045694687" sldId="275"/>
            <ac:inkMk id="101" creationId="{8D893B35-29DC-4083-BA39-4D06C4E3FF4C}"/>
          </ac:inkMkLst>
        </pc:inkChg>
        <pc:inkChg chg="del mod">
          <ac:chgData name="Dursun Dashdamirov" userId="a8b9d0e1f239c75f" providerId="LiveId" clId="{E297FC27-9774-4AAE-B428-959B432F1B03}" dt="2026-02-23T23:53:45.786" v="1053"/>
          <ac:inkMkLst>
            <pc:docMk/>
            <pc:sldMk cId="4045694687" sldId="275"/>
            <ac:inkMk id="102" creationId="{7AF2B545-1942-489A-B3DE-CDF8C030F69B}"/>
          </ac:inkMkLst>
        </pc:inkChg>
        <pc:inkChg chg="del mod">
          <ac:chgData name="Dursun Dashdamirov" userId="a8b9d0e1f239c75f" providerId="LiveId" clId="{E297FC27-9774-4AAE-B428-959B432F1B03}" dt="2026-02-23T23:53:45.777" v="1022"/>
          <ac:inkMkLst>
            <pc:docMk/>
            <pc:sldMk cId="4045694687" sldId="275"/>
            <ac:inkMk id="103" creationId="{85CDB9A9-7B03-44BE-8BA4-998848FCEA91}"/>
          </ac:inkMkLst>
        </pc:inkChg>
        <pc:inkChg chg="del mod">
          <ac:chgData name="Dursun Dashdamirov" userId="a8b9d0e1f239c75f" providerId="LiveId" clId="{E297FC27-9774-4AAE-B428-959B432F1B03}" dt="2026-02-23T23:53:45.791" v="1077"/>
          <ac:inkMkLst>
            <pc:docMk/>
            <pc:sldMk cId="4045694687" sldId="275"/>
            <ac:inkMk id="105" creationId="{CF014FE0-79F1-4B8C-B52C-17B2CAD59474}"/>
          </ac:inkMkLst>
        </pc:inkChg>
        <pc:inkChg chg="del mod">
          <ac:chgData name="Dursun Dashdamirov" userId="a8b9d0e1f239c75f" providerId="LiveId" clId="{E297FC27-9774-4AAE-B428-959B432F1B03}" dt="2026-02-23T23:53:45.789" v="1068"/>
          <ac:inkMkLst>
            <pc:docMk/>
            <pc:sldMk cId="4045694687" sldId="275"/>
            <ac:inkMk id="106" creationId="{28DCF6FB-9ACD-4BDD-B9D2-A6F1882197DE}"/>
          </ac:inkMkLst>
        </pc:inkChg>
        <pc:inkChg chg="del">
          <ac:chgData name="Dursun Dashdamirov" userId="a8b9d0e1f239c75f" providerId="LiveId" clId="{E297FC27-9774-4AAE-B428-959B432F1B03}" dt="2026-02-23T23:53:45.781" v="1031"/>
          <ac:inkMkLst>
            <pc:docMk/>
            <pc:sldMk cId="4045694687" sldId="275"/>
            <ac:inkMk id="107" creationId="{99C2018C-2AA0-49B8-9CAF-8F0A6C105EAC}"/>
          </ac:inkMkLst>
        </pc:inkChg>
        <pc:inkChg chg="del mod">
          <ac:chgData name="Dursun Dashdamirov" userId="a8b9d0e1f239c75f" providerId="LiveId" clId="{E297FC27-9774-4AAE-B428-959B432F1B03}" dt="2026-02-23T23:53:45.783" v="1046"/>
          <ac:inkMkLst>
            <pc:docMk/>
            <pc:sldMk cId="4045694687" sldId="275"/>
            <ac:inkMk id="108" creationId="{82A55C77-94DB-4EDD-BF15-1666209453DB}"/>
          </ac:inkMkLst>
        </pc:inkChg>
        <pc:inkChg chg="del">
          <ac:chgData name="Dursun Dashdamirov" userId="a8b9d0e1f239c75f" providerId="LiveId" clId="{E297FC27-9774-4AAE-B428-959B432F1B03}" dt="2026-02-23T23:53:45.778" v="1026"/>
          <ac:inkMkLst>
            <pc:docMk/>
            <pc:sldMk cId="4045694687" sldId="275"/>
            <ac:inkMk id="111" creationId="{1ED32FC8-910B-464D-BAAB-FBF6CA174747}"/>
          </ac:inkMkLst>
        </pc:inkChg>
        <pc:inkChg chg="del">
          <ac:chgData name="Dursun Dashdamirov" userId="a8b9d0e1f239c75f" providerId="LiveId" clId="{E297FC27-9774-4AAE-B428-959B432F1B03}" dt="2026-02-23T23:53:45.776" v="1020"/>
          <ac:inkMkLst>
            <pc:docMk/>
            <pc:sldMk cId="4045694687" sldId="275"/>
            <ac:inkMk id="112" creationId="{FCA246A8-8E17-4C33-A096-EEF3395DEF27}"/>
          </ac:inkMkLst>
        </pc:inkChg>
      </pc:sldChg>
      <pc:sldChg chg="delSp modSp">
        <pc:chgData name="Dursun Dashdamirov" userId="a8b9d0e1f239c75f" providerId="LiveId" clId="{E297FC27-9774-4AAE-B428-959B432F1B03}" dt="2026-02-23T23:54:08.809" v="1158"/>
        <pc:sldMkLst>
          <pc:docMk/>
          <pc:sldMk cId="3274227856" sldId="276"/>
        </pc:sldMkLst>
        <pc:grpChg chg="del mod">
          <ac:chgData name="Dursun Dashdamirov" userId="a8b9d0e1f239c75f" providerId="LiveId" clId="{E297FC27-9774-4AAE-B428-959B432F1B03}" dt="2026-02-23T23:54:08.809" v="1150"/>
          <ac:grpSpMkLst>
            <pc:docMk/>
            <pc:sldMk cId="3274227856" sldId="276"/>
            <ac:grpSpMk id="31" creationId="{D0BFE5F7-0020-4FC1-9207-DDE8298180E2}"/>
          </ac:grpSpMkLst>
        </pc:grpChg>
        <pc:grpChg chg="del mod">
          <ac:chgData name="Dursun Dashdamirov" userId="a8b9d0e1f239c75f" providerId="LiveId" clId="{E297FC27-9774-4AAE-B428-959B432F1B03}" dt="2026-02-23T23:54:08.809" v="1142"/>
          <ac:grpSpMkLst>
            <pc:docMk/>
            <pc:sldMk cId="3274227856" sldId="276"/>
            <ac:grpSpMk id="32" creationId="{89181A81-C90A-48CD-B758-992C60967F3D}"/>
          </ac:grpSpMkLst>
        </pc:grpChg>
        <pc:grpChg chg="del mod">
          <ac:chgData name="Dursun Dashdamirov" userId="a8b9d0e1f239c75f" providerId="LiveId" clId="{E297FC27-9774-4AAE-B428-959B432F1B03}" dt="2026-02-23T23:54:08.809" v="1154"/>
          <ac:grpSpMkLst>
            <pc:docMk/>
            <pc:sldMk cId="3274227856" sldId="276"/>
            <ac:grpSpMk id="47" creationId="{6CD0905A-E161-4426-AEF9-007C6BFB1E74}"/>
          </ac:grpSpMkLst>
        </pc:grpChg>
        <pc:inkChg chg="del">
          <ac:chgData name="Dursun Dashdamirov" userId="a8b9d0e1f239c75f" providerId="LiveId" clId="{E297FC27-9774-4AAE-B428-959B432F1B03}" dt="2026-02-23T23:54:08.809" v="1157"/>
          <ac:inkMkLst>
            <pc:docMk/>
            <pc:sldMk cId="3274227856" sldId="276"/>
            <ac:inkMk id="20" creationId="{F6922324-3FCB-450F-8C20-E2BBCFC8E4E7}"/>
          </ac:inkMkLst>
        </pc:inkChg>
        <pc:inkChg chg="del">
          <ac:chgData name="Dursun Dashdamirov" userId="a8b9d0e1f239c75f" providerId="LiveId" clId="{E297FC27-9774-4AAE-B428-959B432F1B03}" dt="2026-02-23T23:54:08.809" v="1144"/>
          <ac:inkMkLst>
            <pc:docMk/>
            <pc:sldMk cId="3274227856" sldId="276"/>
            <ac:inkMk id="22" creationId="{F387FB13-C4B3-4ED2-9E56-F29E4BF8E715}"/>
          </ac:inkMkLst>
        </pc:inkChg>
        <pc:inkChg chg="del">
          <ac:chgData name="Dursun Dashdamirov" userId="a8b9d0e1f239c75f" providerId="LiveId" clId="{E297FC27-9774-4AAE-B428-959B432F1B03}" dt="2026-02-23T23:54:08.809" v="1143"/>
          <ac:inkMkLst>
            <pc:docMk/>
            <pc:sldMk cId="3274227856" sldId="276"/>
            <ac:inkMk id="24" creationId="{840775C0-CD13-4A37-B16A-17DE42F05F86}"/>
          </ac:inkMkLst>
        </pc:inkChg>
        <pc:inkChg chg="del mod">
          <ac:chgData name="Dursun Dashdamirov" userId="a8b9d0e1f239c75f" providerId="LiveId" clId="{E297FC27-9774-4AAE-B428-959B432F1B03}" dt="2026-02-23T23:54:08.809" v="1153"/>
          <ac:inkMkLst>
            <pc:docMk/>
            <pc:sldMk cId="3274227856" sldId="276"/>
            <ac:inkMk id="25" creationId="{CF4299AA-40C5-4162-941C-7451E4388972}"/>
          </ac:inkMkLst>
        </pc:inkChg>
        <pc:inkChg chg="del">
          <ac:chgData name="Dursun Dashdamirov" userId="a8b9d0e1f239c75f" providerId="LiveId" clId="{E297FC27-9774-4AAE-B428-959B432F1B03}" dt="2026-02-23T23:54:08.809" v="1142"/>
          <ac:inkMkLst>
            <pc:docMk/>
            <pc:sldMk cId="3274227856" sldId="276"/>
            <ac:inkMk id="26" creationId="{617FF197-44DA-4557-BB7B-28C067D38797}"/>
          </ac:inkMkLst>
        </pc:inkChg>
        <pc:inkChg chg="del mod">
          <ac:chgData name="Dursun Dashdamirov" userId="a8b9d0e1f239c75f" providerId="LiveId" clId="{E297FC27-9774-4AAE-B428-959B432F1B03}" dt="2026-02-23T23:54:08.809" v="1148"/>
          <ac:inkMkLst>
            <pc:docMk/>
            <pc:sldMk cId="3274227856" sldId="276"/>
            <ac:inkMk id="27" creationId="{ADBF560B-0477-4C65-8C9A-993E1FCD3F4D}"/>
          </ac:inkMkLst>
        </pc:inkChg>
        <pc:inkChg chg="del mod">
          <ac:chgData name="Dursun Dashdamirov" userId="a8b9d0e1f239c75f" providerId="LiveId" clId="{E297FC27-9774-4AAE-B428-959B432F1B03}" dt="2026-02-23T23:54:08.809" v="1155"/>
          <ac:inkMkLst>
            <pc:docMk/>
            <pc:sldMk cId="3274227856" sldId="276"/>
            <ac:inkMk id="28" creationId="{D91740B9-EA7A-4D5E-8766-FA9B05A0207C}"/>
          </ac:inkMkLst>
        </pc:inkChg>
        <pc:inkChg chg="del">
          <ac:chgData name="Dursun Dashdamirov" userId="a8b9d0e1f239c75f" providerId="LiveId" clId="{E297FC27-9774-4AAE-B428-959B432F1B03}" dt="2026-02-23T23:54:08.809" v="1141"/>
          <ac:inkMkLst>
            <pc:docMk/>
            <pc:sldMk cId="3274227856" sldId="276"/>
            <ac:inkMk id="29" creationId="{8FD0FBCB-8516-4731-BF7B-3E7A3190E699}"/>
          </ac:inkMkLst>
        </pc:inkChg>
        <pc:inkChg chg="del mod">
          <ac:chgData name="Dursun Dashdamirov" userId="a8b9d0e1f239c75f" providerId="LiveId" clId="{E297FC27-9774-4AAE-B428-959B432F1B03}" dt="2026-02-23T23:54:08.809" v="1150"/>
          <ac:inkMkLst>
            <pc:docMk/>
            <pc:sldMk cId="3274227856" sldId="276"/>
            <ac:inkMk id="30" creationId="{F612C577-3721-4108-BEC8-388B28D60E75}"/>
          </ac:inkMkLst>
        </pc:inkChg>
        <pc:inkChg chg="del">
          <ac:chgData name="Dursun Dashdamirov" userId="a8b9d0e1f239c75f" providerId="LiveId" clId="{E297FC27-9774-4AAE-B428-959B432F1B03}" dt="2026-02-23T23:54:08.809" v="1145"/>
          <ac:inkMkLst>
            <pc:docMk/>
            <pc:sldMk cId="3274227856" sldId="276"/>
            <ac:inkMk id="33" creationId="{9EB258EC-C36B-465E-B351-A36CC3810FDD}"/>
          </ac:inkMkLst>
        </pc:inkChg>
        <pc:inkChg chg="del">
          <ac:chgData name="Dursun Dashdamirov" userId="a8b9d0e1f239c75f" providerId="LiveId" clId="{E297FC27-9774-4AAE-B428-959B432F1B03}" dt="2026-02-23T23:54:08.809" v="1156"/>
          <ac:inkMkLst>
            <pc:docMk/>
            <pc:sldMk cId="3274227856" sldId="276"/>
            <ac:inkMk id="34" creationId="{358E7E2A-2499-4864-8F50-46723BF965E9}"/>
          </ac:inkMkLst>
        </pc:inkChg>
        <pc:inkChg chg="del">
          <ac:chgData name="Dursun Dashdamirov" userId="a8b9d0e1f239c75f" providerId="LiveId" clId="{E297FC27-9774-4AAE-B428-959B432F1B03}" dt="2026-02-23T23:54:08.809" v="1152"/>
          <ac:inkMkLst>
            <pc:docMk/>
            <pc:sldMk cId="3274227856" sldId="276"/>
            <ac:inkMk id="35" creationId="{E6BBBE88-B260-40F9-84BB-0D67F7CAFE3D}"/>
          </ac:inkMkLst>
        </pc:inkChg>
        <pc:inkChg chg="del">
          <ac:chgData name="Dursun Dashdamirov" userId="a8b9d0e1f239c75f" providerId="LiveId" clId="{E297FC27-9774-4AAE-B428-959B432F1B03}" dt="2026-02-23T23:54:08.809" v="1147"/>
          <ac:inkMkLst>
            <pc:docMk/>
            <pc:sldMk cId="3274227856" sldId="276"/>
            <ac:inkMk id="36" creationId="{8AEC048F-94E8-4D8F-BB5B-7D2568801994}"/>
          </ac:inkMkLst>
        </pc:inkChg>
        <pc:inkChg chg="del">
          <ac:chgData name="Dursun Dashdamirov" userId="a8b9d0e1f239c75f" providerId="LiveId" clId="{E297FC27-9774-4AAE-B428-959B432F1B03}" dt="2026-02-23T23:54:08.809" v="1149"/>
          <ac:inkMkLst>
            <pc:docMk/>
            <pc:sldMk cId="3274227856" sldId="276"/>
            <ac:inkMk id="37" creationId="{2D8BD870-01DA-48CE-AAD2-F277D0E0B38F}"/>
          </ac:inkMkLst>
        </pc:inkChg>
        <pc:inkChg chg="del">
          <ac:chgData name="Dursun Dashdamirov" userId="a8b9d0e1f239c75f" providerId="LiveId" clId="{E297FC27-9774-4AAE-B428-959B432F1B03}" dt="2026-02-23T23:54:08.809" v="1146"/>
          <ac:inkMkLst>
            <pc:docMk/>
            <pc:sldMk cId="3274227856" sldId="276"/>
            <ac:inkMk id="40" creationId="{ACBEEC3F-0B85-4E71-BD32-3F9113D55697}"/>
          </ac:inkMkLst>
        </pc:inkChg>
        <pc:inkChg chg="del mod">
          <ac:chgData name="Dursun Dashdamirov" userId="a8b9d0e1f239c75f" providerId="LiveId" clId="{E297FC27-9774-4AAE-B428-959B432F1B03}" dt="2026-02-23T23:54:08.809" v="1158"/>
          <ac:inkMkLst>
            <pc:docMk/>
            <pc:sldMk cId="3274227856" sldId="276"/>
            <ac:inkMk id="41" creationId="{82ED8505-5FB3-4006-AF30-AE9A52CDCA46}"/>
          </ac:inkMkLst>
        </pc:inkChg>
        <pc:inkChg chg="del">
          <ac:chgData name="Dursun Dashdamirov" userId="a8b9d0e1f239c75f" providerId="LiveId" clId="{E297FC27-9774-4AAE-B428-959B432F1B03}" dt="2026-02-23T23:54:08.809" v="1151"/>
          <ac:inkMkLst>
            <pc:docMk/>
            <pc:sldMk cId="3274227856" sldId="276"/>
            <ac:inkMk id="43" creationId="{C2AEF6FA-E22B-4DC7-A4DC-7C65C0F2B510}"/>
          </ac:inkMkLst>
        </pc:inkChg>
        <pc:inkChg chg="del mod">
          <ac:chgData name="Dursun Dashdamirov" userId="a8b9d0e1f239c75f" providerId="LiveId" clId="{E297FC27-9774-4AAE-B428-959B432F1B03}" dt="2026-02-23T23:54:08.809" v="1154"/>
          <ac:inkMkLst>
            <pc:docMk/>
            <pc:sldMk cId="3274227856" sldId="276"/>
            <ac:inkMk id="46" creationId="{91296180-1BC7-4DE0-9B01-21985DA3AC3F}"/>
          </ac:inkMkLst>
        </pc:inkChg>
      </pc:sldChg>
      <pc:sldChg chg="delSp modSp">
        <pc:chgData name="Dursun Dashdamirov" userId="a8b9d0e1f239c75f" providerId="LiveId" clId="{E297FC27-9774-4AAE-B428-959B432F1B03}" dt="2026-02-23T23:54:40.698" v="1312"/>
        <pc:sldMkLst>
          <pc:docMk/>
          <pc:sldMk cId="393722421" sldId="277"/>
        </pc:sldMkLst>
        <pc:grpChg chg="del mod">
          <ac:chgData name="Dursun Dashdamirov" userId="a8b9d0e1f239c75f" providerId="LiveId" clId="{E297FC27-9774-4AAE-B428-959B432F1B03}" dt="2026-02-23T23:54:40.688" v="1271"/>
          <ac:grpSpMkLst>
            <pc:docMk/>
            <pc:sldMk cId="393722421" sldId="277"/>
            <ac:grpSpMk id="30" creationId="{450C8E85-D0F3-43C2-A7AE-4AC9079D5A5F}"/>
          </ac:grpSpMkLst>
        </pc:grpChg>
        <pc:grpChg chg="del mod">
          <ac:chgData name="Dursun Dashdamirov" userId="a8b9d0e1f239c75f" providerId="LiveId" clId="{E297FC27-9774-4AAE-B428-959B432F1B03}" dt="2026-02-23T23:54:40.698" v="1288"/>
          <ac:grpSpMkLst>
            <pc:docMk/>
            <pc:sldMk cId="393722421" sldId="277"/>
            <ac:grpSpMk id="33" creationId="{305202E1-6B87-44D6-9D17-0719C5322BAA}"/>
          </ac:grpSpMkLst>
        </pc:grpChg>
        <pc:grpChg chg="del mod">
          <ac:chgData name="Dursun Dashdamirov" userId="a8b9d0e1f239c75f" providerId="LiveId" clId="{E297FC27-9774-4AAE-B428-959B432F1B03}" dt="2026-02-23T23:54:40.698" v="1309"/>
          <ac:grpSpMkLst>
            <pc:docMk/>
            <pc:sldMk cId="393722421" sldId="277"/>
            <ac:grpSpMk id="70" creationId="{F9AFF271-402E-4565-930B-462AED6F7928}"/>
          </ac:grpSpMkLst>
        </pc:grpChg>
        <pc:grpChg chg="del mod">
          <ac:chgData name="Dursun Dashdamirov" userId="a8b9d0e1f239c75f" providerId="LiveId" clId="{E297FC27-9774-4AAE-B428-959B432F1B03}" dt="2026-02-23T23:54:40.698" v="1305"/>
          <ac:grpSpMkLst>
            <pc:docMk/>
            <pc:sldMk cId="393722421" sldId="277"/>
            <ac:grpSpMk id="74" creationId="{479167DA-DD8E-4AD7-B13C-5897F1B48021}"/>
          </ac:grpSpMkLst>
        </pc:grpChg>
        <pc:inkChg chg="del mod">
          <ac:chgData name="Dursun Dashdamirov" userId="a8b9d0e1f239c75f" providerId="LiveId" clId="{E297FC27-9774-4AAE-B428-959B432F1B03}" dt="2026-02-23T23:54:40.698" v="1311"/>
          <ac:inkMkLst>
            <pc:docMk/>
            <pc:sldMk cId="393722421" sldId="277"/>
            <ac:inkMk id="16" creationId="{9AFF848E-E31C-4DBC-9108-EB38B4D63AFD}"/>
          </ac:inkMkLst>
        </pc:inkChg>
        <pc:inkChg chg="del mod">
          <ac:chgData name="Dursun Dashdamirov" userId="a8b9d0e1f239c75f" providerId="LiveId" clId="{E297FC27-9774-4AAE-B428-959B432F1B03}" dt="2026-02-23T23:54:40.698" v="1305"/>
          <ac:inkMkLst>
            <pc:docMk/>
            <pc:sldMk cId="393722421" sldId="277"/>
            <ac:inkMk id="17" creationId="{C4E5D39F-0801-488D-AFE1-3AFA50F51D7A}"/>
          </ac:inkMkLst>
        </pc:inkChg>
        <pc:inkChg chg="del mod">
          <ac:chgData name="Dursun Dashdamirov" userId="a8b9d0e1f239c75f" providerId="LiveId" clId="{E297FC27-9774-4AAE-B428-959B432F1B03}" dt="2026-02-23T23:54:40.698" v="1293"/>
          <ac:inkMkLst>
            <pc:docMk/>
            <pc:sldMk cId="393722421" sldId="277"/>
            <ac:inkMk id="18" creationId="{D25B4FD8-E0ED-4C54-BEB4-DA64526BC583}"/>
          </ac:inkMkLst>
        </pc:inkChg>
        <pc:inkChg chg="del">
          <ac:chgData name="Dursun Dashdamirov" userId="a8b9d0e1f239c75f" providerId="LiveId" clId="{E297FC27-9774-4AAE-B428-959B432F1B03}" dt="2026-02-23T23:54:40.688" v="1276"/>
          <ac:inkMkLst>
            <pc:docMk/>
            <pc:sldMk cId="393722421" sldId="277"/>
            <ac:inkMk id="20" creationId="{C0724D6B-A4B3-40A6-B5F8-E05B2F379E59}"/>
          </ac:inkMkLst>
        </pc:inkChg>
        <pc:inkChg chg="del">
          <ac:chgData name="Dursun Dashdamirov" userId="a8b9d0e1f239c75f" providerId="LiveId" clId="{E297FC27-9774-4AAE-B428-959B432F1B03}" dt="2026-02-23T23:54:40.698" v="1298"/>
          <ac:inkMkLst>
            <pc:docMk/>
            <pc:sldMk cId="393722421" sldId="277"/>
            <ac:inkMk id="23" creationId="{B9284CE3-8059-4AA8-911E-EEBF70E82009}"/>
          </ac:inkMkLst>
        </pc:inkChg>
        <pc:inkChg chg="del">
          <ac:chgData name="Dursun Dashdamirov" userId="a8b9d0e1f239c75f" providerId="LiveId" clId="{E297FC27-9774-4AAE-B428-959B432F1B03}" dt="2026-02-23T23:54:40.698" v="1300"/>
          <ac:inkMkLst>
            <pc:docMk/>
            <pc:sldMk cId="393722421" sldId="277"/>
            <ac:inkMk id="24" creationId="{C81E320F-1174-4CBF-A0BF-A08D888D38F7}"/>
          </ac:inkMkLst>
        </pc:inkChg>
        <pc:inkChg chg="del">
          <ac:chgData name="Dursun Dashdamirov" userId="a8b9d0e1f239c75f" providerId="LiveId" clId="{E297FC27-9774-4AAE-B428-959B432F1B03}" dt="2026-02-23T23:54:40.688" v="1274"/>
          <ac:inkMkLst>
            <pc:docMk/>
            <pc:sldMk cId="393722421" sldId="277"/>
            <ac:inkMk id="25" creationId="{FDC13CFE-D107-4EFF-813D-AFF093BA0949}"/>
          </ac:inkMkLst>
        </pc:inkChg>
        <pc:inkChg chg="del">
          <ac:chgData name="Dursun Dashdamirov" userId="a8b9d0e1f239c75f" providerId="LiveId" clId="{E297FC27-9774-4AAE-B428-959B432F1B03}" dt="2026-02-23T23:54:40.698" v="1285"/>
          <ac:inkMkLst>
            <pc:docMk/>
            <pc:sldMk cId="393722421" sldId="277"/>
            <ac:inkMk id="26" creationId="{47EA2008-7CA9-4923-A95F-3AE1A8D91648}"/>
          </ac:inkMkLst>
        </pc:inkChg>
        <pc:inkChg chg="del">
          <ac:chgData name="Dursun Dashdamirov" userId="a8b9d0e1f239c75f" providerId="LiveId" clId="{E297FC27-9774-4AAE-B428-959B432F1B03}" dt="2026-02-23T23:54:40.688" v="1278"/>
          <ac:inkMkLst>
            <pc:docMk/>
            <pc:sldMk cId="393722421" sldId="277"/>
            <ac:inkMk id="27" creationId="{5314B06C-C27A-4E6D-8707-4E8FE5F32087}"/>
          </ac:inkMkLst>
        </pc:inkChg>
        <pc:inkChg chg="del mod">
          <ac:chgData name="Dursun Dashdamirov" userId="a8b9d0e1f239c75f" providerId="LiveId" clId="{E297FC27-9774-4AAE-B428-959B432F1B03}" dt="2026-02-23T23:54:40.698" v="1299"/>
          <ac:inkMkLst>
            <pc:docMk/>
            <pc:sldMk cId="393722421" sldId="277"/>
            <ac:inkMk id="28" creationId="{CDA5F00F-DB4B-49F6-B9D0-04B49321747A}"/>
          </ac:inkMkLst>
        </pc:inkChg>
        <pc:inkChg chg="del">
          <ac:chgData name="Dursun Dashdamirov" userId="a8b9d0e1f239c75f" providerId="LiveId" clId="{E297FC27-9774-4AAE-B428-959B432F1B03}" dt="2026-02-23T23:54:40.688" v="1271"/>
          <ac:inkMkLst>
            <pc:docMk/>
            <pc:sldMk cId="393722421" sldId="277"/>
            <ac:inkMk id="29" creationId="{002D7E96-0457-4385-A9F2-ED99F8A5CA3A}"/>
          </ac:inkMkLst>
        </pc:inkChg>
        <pc:inkChg chg="del mod">
          <ac:chgData name="Dursun Dashdamirov" userId="a8b9d0e1f239c75f" providerId="LiveId" clId="{E297FC27-9774-4AAE-B428-959B432F1B03}" dt="2026-02-23T23:54:40.698" v="1312"/>
          <ac:inkMkLst>
            <pc:docMk/>
            <pc:sldMk cId="393722421" sldId="277"/>
            <ac:inkMk id="31" creationId="{2CD28C0E-3FAD-466D-BAC8-99F1A061BD9D}"/>
          </ac:inkMkLst>
        </pc:inkChg>
        <pc:inkChg chg="del">
          <ac:chgData name="Dursun Dashdamirov" userId="a8b9d0e1f239c75f" providerId="LiveId" clId="{E297FC27-9774-4AAE-B428-959B432F1B03}" dt="2026-02-23T23:54:40.698" v="1288"/>
          <ac:inkMkLst>
            <pc:docMk/>
            <pc:sldMk cId="393722421" sldId="277"/>
            <ac:inkMk id="32" creationId="{896F41AC-B060-4405-BB15-2F6B1AF2BB05}"/>
          </ac:inkMkLst>
        </pc:inkChg>
        <pc:inkChg chg="del">
          <ac:chgData name="Dursun Dashdamirov" userId="a8b9d0e1f239c75f" providerId="LiveId" clId="{E297FC27-9774-4AAE-B428-959B432F1B03}" dt="2026-02-23T23:54:40.688" v="1277"/>
          <ac:inkMkLst>
            <pc:docMk/>
            <pc:sldMk cId="393722421" sldId="277"/>
            <ac:inkMk id="34" creationId="{F7175C16-4958-402B-84B6-6DADFCFC06AB}"/>
          </ac:inkMkLst>
        </pc:inkChg>
        <pc:inkChg chg="del">
          <ac:chgData name="Dursun Dashdamirov" userId="a8b9d0e1f239c75f" providerId="LiveId" clId="{E297FC27-9774-4AAE-B428-959B432F1B03}" dt="2026-02-23T23:54:40.688" v="1280"/>
          <ac:inkMkLst>
            <pc:docMk/>
            <pc:sldMk cId="393722421" sldId="277"/>
            <ac:inkMk id="35" creationId="{7EDC0F0D-054A-4625-A23B-715D3D2ED7A0}"/>
          </ac:inkMkLst>
        </pc:inkChg>
        <pc:inkChg chg="del mod">
          <ac:chgData name="Dursun Dashdamirov" userId="a8b9d0e1f239c75f" providerId="LiveId" clId="{E297FC27-9774-4AAE-B428-959B432F1B03}" dt="2026-02-23T23:54:40.698" v="1294"/>
          <ac:inkMkLst>
            <pc:docMk/>
            <pc:sldMk cId="393722421" sldId="277"/>
            <ac:inkMk id="36" creationId="{67378727-DF3D-49EC-9CB8-87028753ABE1}"/>
          </ac:inkMkLst>
        </pc:inkChg>
        <pc:inkChg chg="del">
          <ac:chgData name="Dursun Dashdamirov" userId="a8b9d0e1f239c75f" providerId="LiveId" clId="{E297FC27-9774-4AAE-B428-959B432F1B03}" dt="2026-02-23T23:54:40.698" v="1290"/>
          <ac:inkMkLst>
            <pc:docMk/>
            <pc:sldMk cId="393722421" sldId="277"/>
            <ac:inkMk id="37" creationId="{0F8F6B8B-07E4-4489-B6D5-721237554143}"/>
          </ac:inkMkLst>
        </pc:inkChg>
        <pc:inkChg chg="del">
          <ac:chgData name="Dursun Dashdamirov" userId="a8b9d0e1f239c75f" providerId="LiveId" clId="{E297FC27-9774-4AAE-B428-959B432F1B03}" dt="2026-02-23T23:54:40.698" v="1292"/>
          <ac:inkMkLst>
            <pc:docMk/>
            <pc:sldMk cId="393722421" sldId="277"/>
            <ac:inkMk id="38" creationId="{739B055A-47AE-46C5-BFD9-52030863D7B6}"/>
          </ac:inkMkLst>
        </pc:inkChg>
        <pc:inkChg chg="del">
          <ac:chgData name="Dursun Dashdamirov" userId="a8b9d0e1f239c75f" providerId="LiveId" clId="{E297FC27-9774-4AAE-B428-959B432F1B03}" dt="2026-02-23T23:54:40.698" v="1289"/>
          <ac:inkMkLst>
            <pc:docMk/>
            <pc:sldMk cId="393722421" sldId="277"/>
            <ac:inkMk id="40" creationId="{09ED080F-EE30-44AE-A1C9-15A3673845D6}"/>
          </ac:inkMkLst>
        </pc:inkChg>
        <pc:inkChg chg="del mod">
          <ac:chgData name="Dursun Dashdamirov" userId="a8b9d0e1f239c75f" providerId="LiveId" clId="{E297FC27-9774-4AAE-B428-959B432F1B03}" dt="2026-02-23T23:54:40.698" v="1310"/>
          <ac:inkMkLst>
            <pc:docMk/>
            <pc:sldMk cId="393722421" sldId="277"/>
            <ac:inkMk id="43" creationId="{DA4CCE82-0D52-4B4C-A8FB-C1032375E56B}"/>
          </ac:inkMkLst>
        </pc:inkChg>
        <pc:inkChg chg="del mod">
          <ac:chgData name="Dursun Dashdamirov" userId="a8b9d0e1f239c75f" providerId="LiveId" clId="{E297FC27-9774-4AAE-B428-959B432F1B03}" dt="2026-02-23T23:54:40.698" v="1297"/>
          <ac:inkMkLst>
            <pc:docMk/>
            <pc:sldMk cId="393722421" sldId="277"/>
            <ac:inkMk id="45" creationId="{F4E72A69-BD39-4F6C-81B0-CFA81EC3B79C}"/>
          </ac:inkMkLst>
        </pc:inkChg>
        <pc:inkChg chg="del mod">
          <ac:chgData name="Dursun Dashdamirov" userId="a8b9d0e1f239c75f" providerId="LiveId" clId="{E297FC27-9774-4AAE-B428-959B432F1B03}" dt="2026-02-23T23:54:40.698" v="1307"/>
          <ac:inkMkLst>
            <pc:docMk/>
            <pc:sldMk cId="393722421" sldId="277"/>
            <ac:inkMk id="47" creationId="{D6E13837-5876-4550-812A-A85D98AA4FB2}"/>
          </ac:inkMkLst>
        </pc:inkChg>
        <pc:inkChg chg="del mod">
          <ac:chgData name="Dursun Dashdamirov" userId="a8b9d0e1f239c75f" providerId="LiveId" clId="{E297FC27-9774-4AAE-B428-959B432F1B03}" dt="2026-02-23T23:54:40.698" v="1295"/>
          <ac:inkMkLst>
            <pc:docMk/>
            <pc:sldMk cId="393722421" sldId="277"/>
            <ac:inkMk id="48" creationId="{14726C73-6D1C-47DF-806D-55024D8811DA}"/>
          </ac:inkMkLst>
        </pc:inkChg>
        <pc:inkChg chg="del mod">
          <ac:chgData name="Dursun Dashdamirov" userId="a8b9d0e1f239c75f" providerId="LiveId" clId="{E297FC27-9774-4AAE-B428-959B432F1B03}" dt="2026-02-23T23:54:40.698" v="1282"/>
          <ac:inkMkLst>
            <pc:docMk/>
            <pc:sldMk cId="393722421" sldId="277"/>
            <ac:inkMk id="50" creationId="{0239863C-6472-4360-AABD-F4A36D2C72F5}"/>
          </ac:inkMkLst>
        </pc:inkChg>
        <pc:inkChg chg="del mod">
          <ac:chgData name="Dursun Dashdamirov" userId="a8b9d0e1f239c75f" providerId="LiveId" clId="{E297FC27-9774-4AAE-B428-959B432F1B03}" dt="2026-02-23T23:54:40.698" v="1304"/>
          <ac:inkMkLst>
            <pc:docMk/>
            <pc:sldMk cId="393722421" sldId="277"/>
            <ac:inkMk id="53" creationId="{AEA24562-9ED0-4A2D-AD5A-C1EEF9F54CB0}"/>
          </ac:inkMkLst>
        </pc:inkChg>
        <pc:inkChg chg="del mod">
          <ac:chgData name="Dursun Dashdamirov" userId="a8b9d0e1f239c75f" providerId="LiveId" clId="{E297FC27-9774-4AAE-B428-959B432F1B03}" dt="2026-02-23T23:54:40.698" v="1306"/>
          <ac:inkMkLst>
            <pc:docMk/>
            <pc:sldMk cId="393722421" sldId="277"/>
            <ac:inkMk id="54" creationId="{A7EB9E51-5156-450E-BE01-5D8D6AA5C77D}"/>
          </ac:inkMkLst>
        </pc:inkChg>
        <pc:inkChg chg="del mod">
          <ac:chgData name="Dursun Dashdamirov" userId="a8b9d0e1f239c75f" providerId="LiveId" clId="{E297FC27-9774-4AAE-B428-959B432F1B03}" dt="2026-02-23T23:54:40.698" v="1301"/>
          <ac:inkMkLst>
            <pc:docMk/>
            <pc:sldMk cId="393722421" sldId="277"/>
            <ac:inkMk id="55" creationId="{08ABFED2-4F35-40F9-8817-5940A33CC985}"/>
          </ac:inkMkLst>
        </pc:inkChg>
        <pc:inkChg chg="del mod">
          <ac:chgData name="Dursun Dashdamirov" userId="a8b9d0e1f239c75f" providerId="LiveId" clId="{E297FC27-9774-4AAE-B428-959B432F1B03}" dt="2026-02-23T23:54:40.698" v="1296"/>
          <ac:inkMkLst>
            <pc:docMk/>
            <pc:sldMk cId="393722421" sldId="277"/>
            <ac:inkMk id="56" creationId="{B4820697-88B1-4DD8-99E4-9527590467D4}"/>
          </ac:inkMkLst>
        </pc:inkChg>
        <pc:inkChg chg="del mod">
          <ac:chgData name="Dursun Dashdamirov" userId="a8b9d0e1f239c75f" providerId="LiveId" clId="{E297FC27-9774-4AAE-B428-959B432F1B03}" dt="2026-02-23T23:54:40.698" v="1309"/>
          <ac:inkMkLst>
            <pc:docMk/>
            <pc:sldMk cId="393722421" sldId="277"/>
            <ac:inkMk id="61" creationId="{650762DE-BD1A-43FF-9A93-7A20F238A61D}"/>
          </ac:inkMkLst>
        </pc:inkChg>
        <pc:inkChg chg="del mod">
          <ac:chgData name="Dursun Dashdamirov" userId="a8b9d0e1f239c75f" providerId="LiveId" clId="{E297FC27-9774-4AAE-B428-959B432F1B03}" dt="2026-02-23T23:54:40.698" v="1308"/>
          <ac:inkMkLst>
            <pc:docMk/>
            <pc:sldMk cId="393722421" sldId="277"/>
            <ac:inkMk id="62" creationId="{7755DB8C-2BCD-4285-B3CC-88112CD3CF57}"/>
          </ac:inkMkLst>
        </pc:inkChg>
        <pc:inkChg chg="del mod">
          <ac:chgData name="Dursun Dashdamirov" userId="a8b9d0e1f239c75f" providerId="LiveId" clId="{E297FC27-9774-4AAE-B428-959B432F1B03}" dt="2026-02-23T23:54:40.698" v="1302"/>
          <ac:inkMkLst>
            <pc:docMk/>
            <pc:sldMk cId="393722421" sldId="277"/>
            <ac:inkMk id="63" creationId="{EF1CEEDA-9CB4-4F53-9FCA-C4C7BCC5E185}"/>
          </ac:inkMkLst>
        </pc:inkChg>
        <pc:inkChg chg="del mod">
          <ac:chgData name="Dursun Dashdamirov" userId="a8b9d0e1f239c75f" providerId="LiveId" clId="{E297FC27-9774-4AAE-B428-959B432F1B03}" dt="2026-02-23T23:54:40.698" v="1303"/>
          <ac:inkMkLst>
            <pc:docMk/>
            <pc:sldMk cId="393722421" sldId="277"/>
            <ac:inkMk id="65" creationId="{954C7B75-F153-462F-B0CB-24B033000705}"/>
          </ac:inkMkLst>
        </pc:inkChg>
        <pc:inkChg chg="del mod">
          <ac:chgData name="Dursun Dashdamirov" userId="a8b9d0e1f239c75f" providerId="LiveId" clId="{E297FC27-9774-4AAE-B428-959B432F1B03}" dt="2026-02-23T23:54:40.688" v="1279"/>
          <ac:inkMkLst>
            <pc:docMk/>
            <pc:sldMk cId="393722421" sldId="277"/>
            <ac:inkMk id="67" creationId="{E13FAFEE-072F-4657-98CE-FB88DCED49EE}"/>
          </ac:inkMkLst>
        </pc:inkChg>
        <pc:inkChg chg="del">
          <ac:chgData name="Dursun Dashdamirov" userId="a8b9d0e1f239c75f" providerId="LiveId" clId="{E297FC27-9774-4AAE-B428-959B432F1B03}" dt="2026-02-23T23:54:40.688" v="1272"/>
          <ac:inkMkLst>
            <pc:docMk/>
            <pc:sldMk cId="393722421" sldId="277"/>
            <ac:inkMk id="68" creationId="{8C4683E3-220D-4EE9-AC03-8720F80813DA}"/>
          </ac:inkMkLst>
        </pc:inkChg>
        <pc:inkChg chg="del mod">
          <ac:chgData name="Dursun Dashdamirov" userId="a8b9d0e1f239c75f" providerId="LiveId" clId="{E297FC27-9774-4AAE-B428-959B432F1B03}" dt="2026-02-23T23:54:40.698" v="1287"/>
          <ac:inkMkLst>
            <pc:docMk/>
            <pc:sldMk cId="393722421" sldId="277"/>
            <ac:inkMk id="69" creationId="{3ACF52AF-7EAF-4F7C-8763-7226FA760E76}"/>
          </ac:inkMkLst>
        </pc:inkChg>
        <pc:inkChg chg="del mod">
          <ac:chgData name="Dursun Dashdamirov" userId="a8b9d0e1f239c75f" providerId="LiveId" clId="{E297FC27-9774-4AAE-B428-959B432F1B03}" dt="2026-02-23T23:54:40.698" v="1291"/>
          <ac:inkMkLst>
            <pc:docMk/>
            <pc:sldMk cId="393722421" sldId="277"/>
            <ac:inkMk id="73" creationId="{FCD06D7E-3C25-4E6F-8B68-D947471EA275}"/>
          </ac:inkMkLst>
        </pc:inkChg>
      </pc:sldChg>
      <pc:sldChg chg="delSp modSp">
        <pc:chgData name="Dursun Dashdamirov" userId="a8b9d0e1f239c75f" providerId="LiveId" clId="{E297FC27-9774-4AAE-B428-959B432F1B03}" dt="2026-02-23T23:54:51.458" v="1371"/>
        <pc:sldMkLst>
          <pc:docMk/>
          <pc:sldMk cId="2783716274" sldId="278"/>
        </pc:sldMkLst>
        <pc:grpChg chg="del mod">
          <ac:chgData name="Dursun Dashdamirov" userId="a8b9d0e1f239c75f" providerId="LiveId" clId="{E297FC27-9774-4AAE-B428-959B432F1B03}" dt="2026-02-23T23:54:51.452" v="1364"/>
          <ac:grpSpMkLst>
            <pc:docMk/>
            <pc:sldMk cId="2783716274" sldId="278"/>
            <ac:grpSpMk id="84" creationId="{ED99CE87-072A-4959-BB9C-D17E913B4B5E}"/>
          </ac:grpSpMkLst>
        </pc:grpChg>
        <pc:grpChg chg="del mod">
          <ac:chgData name="Dursun Dashdamirov" userId="a8b9d0e1f239c75f" providerId="LiveId" clId="{E297FC27-9774-4AAE-B428-959B432F1B03}" dt="2026-02-23T23:54:47.492" v="1334"/>
          <ac:grpSpMkLst>
            <pc:docMk/>
            <pc:sldMk cId="2783716274" sldId="278"/>
            <ac:grpSpMk id="91" creationId="{4B234EAD-B4F7-4D4E-874A-FE61A493E2AE}"/>
          </ac:grpSpMkLst>
        </pc:grpChg>
        <pc:grpChg chg="del mod">
          <ac:chgData name="Dursun Dashdamirov" userId="a8b9d0e1f239c75f" providerId="LiveId" clId="{E297FC27-9774-4AAE-B428-959B432F1B03}" dt="2026-02-23T23:54:51.454" v="1369"/>
          <ac:grpSpMkLst>
            <pc:docMk/>
            <pc:sldMk cId="2783716274" sldId="278"/>
            <ac:grpSpMk id="94" creationId="{5A38BF56-EF2D-4B6F-AAD7-B17F96CEAA77}"/>
          </ac:grpSpMkLst>
        </pc:grpChg>
        <pc:inkChg chg="del">
          <ac:chgData name="Dursun Dashdamirov" userId="a8b9d0e1f239c75f" providerId="LiveId" clId="{E297FC27-9774-4AAE-B428-959B432F1B03}" dt="2026-02-23T23:54:47.492" v="1325"/>
          <ac:inkMkLst>
            <pc:docMk/>
            <pc:sldMk cId="2783716274" sldId="278"/>
            <ac:inkMk id="16" creationId="{632DF400-D9CE-4070-89EC-90E45C567943}"/>
          </ac:inkMkLst>
        </pc:inkChg>
        <pc:inkChg chg="del">
          <ac:chgData name="Dursun Dashdamirov" userId="a8b9d0e1f239c75f" providerId="LiveId" clId="{E297FC27-9774-4AAE-B428-959B432F1B03}" dt="2026-02-23T23:54:51.452" v="1361"/>
          <ac:inkMkLst>
            <pc:docMk/>
            <pc:sldMk cId="2783716274" sldId="278"/>
            <ac:inkMk id="17" creationId="{0461375D-5CE1-4FDD-BDB9-D93BFEF7F389}"/>
          </ac:inkMkLst>
        </pc:inkChg>
        <pc:inkChg chg="del mod">
          <ac:chgData name="Dursun Dashdamirov" userId="a8b9d0e1f239c75f" providerId="LiveId" clId="{E297FC27-9774-4AAE-B428-959B432F1B03}" dt="2026-02-23T23:54:51.450" v="1358"/>
          <ac:inkMkLst>
            <pc:docMk/>
            <pc:sldMk cId="2783716274" sldId="278"/>
            <ac:inkMk id="18" creationId="{56053A46-96CF-4B43-86E7-03D31EBF3AD9}"/>
          </ac:inkMkLst>
        </pc:inkChg>
        <pc:inkChg chg="del mod">
          <ac:chgData name="Dursun Dashdamirov" userId="a8b9d0e1f239c75f" providerId="LiveId" clId="{E297FC27-9774-4AAE-B428-959B432F1B03}" dt="2026-02-23T23:54:51.449" v="1357"/>
          <ac:inkMkLst>
            <pc:docMk/>
            <pc:sldMk cId="2783716274" sldId="278"/>
            <ac:inkMk id="19" creationId="{0CBF1819-1596-446B-95DB-DEEF8D820979}"/>
          </ac:inkMkLst>
        </pc:inkChg>
        <pc:inkChg chg="del mod">
          <ac:chgData name="Dursun Dashdamirov" userId="a8b9d0e1f239c75f" providerId="LiveId" clId="{E297FC27-9774-4AAE-B428-959B432F1B03}" dt="2026-02-23T23:54:51.454" v="1368"/>
          <ac:inkMkLst>
            <pc:docMk/>
            <pc:sldMk cId="2783716274" sldId="278"/>
            <ac:inkMk id="20" creationId="{D1842C82-85AA-4FEB-9567-9E66036AA73B}"/>
          </ac:inkMkLst>
        </pc:inkChg>
        <pc:inkChg chg="del">
          <ac:chgData name="Dursun Dashdamirov" userId="a8b9d0e1f239c75f" providerId="LiveId" clId="{E297FC27-9774-4AAE-B428-959B432F1B03}" dt="2026-02-23T23:54:51.449" v="1351"/>
          <ac:inkMkLst>
            <pc:docMk/>
            <pc:sldMk cId="2783716274" sldId="278"/>
            <ac:inkMk id="21" creationId="{FFED69E4-11A9-4032-A1FF-3577F1D53F0D}"/>
          </ac:inkMkLst>
        </pc:inkChg>
        <pc:inkChg chg="del mod">
          <ac:chgData name="Dursun Dashdamirov" userId="a8b9d0e1f239c75f" providerId="LiveId" clId="{E297FC27-9774-4AAE-B428-959B432F1B03}" dt="2026-02-23T23:54:51.452" v="1363"/>
          <ac:inkMkLst>
            <pc:docMk/>
            <pc:sldMk cId="2783716274" sldId="278"/>
            <ac:inkMk id="22" creationId="{65A0DB9D-8871-470B-917A-85D753A8863B}"/>
          </ac:inkMkLst>
        </pc:inkChg>
        <pc:inkChg chg="del mod">
          <ac:chgData name="Dursun Dashdamirov" userId="a8b9d0e1f239c75f" providerId="LiveId" clId="{E297FC27-9774-4AAE-B428-959B432F1B03}" dt="2026-02-23T23:54:51.452" v="1362"/>
          <ac:inkMkLst>
            <pc:docMk/>
            <pc:sldMk cId="2783716274" sldId="278"/>
            <ac:inkMk id="24" creationId="{CA668181-E020-4139-95A2-402A81CB44D3}"/>
          </ac:inkMkLst>
        </pc:inkChg>
        <pc:inkChg chg="del mod">
          <ac:chgData name="Dursun Dashdamirov" userId="a8b9d0e1f239c75f" providerId="LiveId" clId="{E297FC27-9774-4AAE-B428-959B432F1B03}" dt="2026-02-23T23:54:51.449" v="1354"/>
          <ac:inkMkLst>
            <pc:docMk/>
            <pc:sldMk cId="2783716274" sldId="278"/>
            <ac:inkMk id="25" creationId="{4415A5A1-4FB5-4EC9-AC41-AC3C0DEDDFAC}"/>
          </ac:inkMkLst>
        </pc:inkChg>
        <pc:inkChg chg="del">
          <ac:chgData name="Dursun Dashdamirov" userId="a8b9d0e1f239c75f" providerId="LiveId" clId="{E297FC27-9774-4AAE-B428-959B432F1B03}" dt="2026-02-23T23:54:51.447" v="1350"/>
          <ac:inkMkLst>
            <pc:docMk/>
            <pc:sldMk cId="2783716274" sldId="278"/>
            <ac:inkMk id="27" creationId="{24FC0D3D-1C50-43DD-BAE4-0F2A2FA69917}"/>
          </ac:inkMkLst>
        </pc:inkChg>
        <pc:inkChg chg="del">
          <ac:chgData name="Dursun Dashdamirov" userId="a8b9d0e1f239c75f" providerId="LiveId" clId="{E297FC27-9774-4AAE-B428-959B432F1B03}" dt="2026-02-23T23:54:51.458" v="1371"/>
          <ac:inkMkLst>
            <pc:docMk/>
            <pc:sldMk cId="2783716274" sldId="278"/>
            <ac:inkMk id="29" creationId="{527EFB0F-12F3-4E88-80F1-59E5DE712C30}"/>
          </ac:inkMkLst>
        </pc:inkChg>
        <pc:inkChg chg="del mod">
          <ac:chgData name="Dursun Dashdamirov" userId="a8b9d0e1f239c75f" providerId="LiveId" clId="{E297FC27-9774-4AAE-B428-959B432F1B03}" dt="2026-02-23T23:54:51.452" v="1365"/>
          <ac:inkMkLst>
            <pc:docMk/>
            <pc:sldMk cId="2783716274" sldId="278"/>
            <ac:inkMk id="31" creationId="{58A4BF73-F2DE-4250-B207-E9F8C51B139D}"/>
          </ac:inkMkLst>
        </pc:inkChg>
        <pc:inkChg chg="del mod">
          <ac:chgData name="Dursun Dashdamirov" userId="a8b9d0e1f239c75f" providerId="LiveId" clId="{E297FC27-9774-4AAE-B428-959B432F1B03}" dt="2026-02-23T23:54:51.454" v="1369"/>
          <ac:inkMkLst>
            <pc:docMk/>
            <pc:sldMk cId="2783716274" sldId="278"/>
            <ac:inkMk id="32" creationId="{EAD55530-263A-498F-A876-25E7A30B9AF9}"/>
          </ac:inkMkLst>
        </pc:inkChg>
        <pc:inkChg chg="del mod">
          <ac:chgData name="Dursun Dashdamirov" userId="a8b9d0e1f239c75f" providerId="LiveId" clId="{E297FC27-9774-4AAE-B428-959B432F1B03}" dt="2026-02-23T23:54:51.450" v="1359"/>
          <ac:inkMkLst>
            <pc:docMk/>
            <pc:sldMk cId="2783716274" sldId="278"/>
            <ac:inkMk id="33" creationId="{3DE5DD28-57B3-4889-995D-BCD421A0BABD}"/>
          </ac:inkMkLst>
        </pc:inkChg>
        <pc:inkChg chg="del mod">
          <ac:chgData name="Dursun Dashdamirov" userId="a8b9d0e1f239c75f" providerId="LiveId" clId="{E297FC27-9774-4AAE-B428-959B432F1B03}" dt="2026-02-23T23:54:51.456" v="1370"/>
          <ac:inkMkLst>
            <pc:docMk/>
            <pc:sldMk cId="2783716274" sldId="278"/>
            <ac:inkMk id="35" creationId="{BEBCE1AF-4C39-4358-84AC-D91578E97698}"/>
          </ac:inkMkLst>
        </pc:inkChg>
        <pc:inkChg chg="del mod">
          <ac:chgData name="Dursun Dashdamirov" userId="a8b9d0e1f239c75f" providerId="LiveId" clId="{E297FC27-9774-4AAE-B428-959B432F1B03}" dt="2026-02-23T23:54:51.449" v="1352"/>
          <ac:inkMkLst>
            <pc:docMk/>
            <pc:sldMk cId="2783716274" sldId="278"/>
            <ac:inkMk id="36" creationId="{295D8B80-F317-477D-AE5C-549323944812}"/>
          </ac:inkMkLst>
        </pc:inkChg>
        <pc:inkChg chg="del mod">
          <ac:chgData name="Dursun Dashdamirov" userId="a8b9d0e1f239c75f" providerId="LiveId" clId="{E297FC27-9774-4AAE-B428-959B432F1B03}" dt="2026-02-23T23:54:51.450" v="1360"/>
          <ac:inkMkLst>
            <pc:docMk/>
            <pc:sldMk cId="2783716274" sldId="278"/>
            <ac:inkMk id="37" creationId="{307CC7F2-FE18-4406-8E38-1381299F3F3A}"/>
          </ac:inkMkLst>
        </pc:inkChg>
        <pc:inkChg chg="mod">
          <ac:chgData name="Dursun Dashdamirov" userId="a8b9d0e1f239c75f" providerId="LiveId" clId="{E297FC27-9774-4AAE-B428-959B432F1B03}" dt="2026-02-23T23:54:47.492" v="1328"/>
          <ac:inkMkLst>
            <pc:docMk/>
            <pc:sldMk cId="2783716274" sldId="278"/>
            <ac:inkMk id="39" creationId="{88D75A51-E3E2-49FE-9985-EF7D48C5F41D}"/>
          </ac:inkMkLst>
        </pc:inkChg>
        <pc:inkChg chg="del mod">
          <ac:chgData name="Dursun Dashdamirov" userId="a8b9d0e1f239c75f" providerId="LiveId" clId="{E297FC27-9774-4AAE-B428-959B432F1B03}" dt="2026-02-23T23:54:47.492" v="1335"/>
          <ac:inkMkLst>
            <pc:docMk/>
            <pc:sldMk cId="2783716274" sldId="278"/>
            <ac:inkMk id="40" creationId="{6CDE7361-D3EE-4866-BD3A-DB9053708AC7}"/>
          </ac:inkMkLst>
        </pc:inkChg>
        <pc:inkChg chg="del mod">
          <ac:chgData name="Dursun Dashdamirov" userId="a8b9d0e1f239c75f" providerId="LiveId" clId="{E297FC27-9774-4AAE-B428-959B432F1B03}" dt="2026-02-23T23:54:47.494" v="1343"/>
          <ac:inkMkLst>
            <pc:docMk/>
            <pc:sldMk cId="2783716274" sldId="278"/>
            <ac:inkMk id="41" creationId="{EB70B1A0-0AB0-4BA0-945E-F839D7A4D813}"/>
          </ac:inkMkLst>
        </pc:inkChg>
        <pc:inkChg chg="del mod">
          <ac:chgData name="Dursun Dashdamirov" userId="a8b9d0e1f239c75f" providerId="LiveId" clId="{E297FC27-9774-4AAE-B428-959B432F1B03}" dt="2026-02-23T23:54:47.494" v="1348"/>
          <ac:inkMkLst>
            <pc:docMk/>
            <pc:sldMk cId="2783716274" sldId="278"/>
            <ac:inkMk id="42" creationId="{D7DB9605-5D70-4055-BCE7-00689057D029}"/>
          </ac:inkMkLst>
        </pc:inkChg>
        <pc:inkChg chg="del mod">
          <ac:chgData name="Dursun Dashdamirov" userId="a8b9d0e1f239c75f" providerId="LiveId" clId="{E297FC27-9774-4AAE-B428-959B432F1B03}" dt="2026-02-23T23:54:47.492" v="1328"/>
          <ac:inkMkLst>
            <pc:docMk/>
            <pc:sldMk cId="2783716274" sldId="278"/>
            <ac:inkMk id="43" creationId="{4D604A10-B493-4B98-AB56-66E77C9EB27F}"/>
          </ac:inkMkLst>
        </pc:inkChg>
        <pc:inkChg chg="mod">
          <ac:chgData name="Dursun Dashdamirov" userId="a8b9d0e1f239c75f" providerId="LiveId" clId="{E297FC27-9774-4AAE-B428-959B432F1B03}" dt="2026-02-23T23:54:47.492" v="1336"/>
          <ac:inkMkLst>
            <pc:docMk/>
            <pc:sldMk cId="2783716274" sldId="278"/>
            <ac:inkMk id="47" creationId="{AD716004-D653-4E4A-9563-1CCB1B71C922}"/>
          </ac:inkMkLst>
        </pc:inkChg>
        <pc:inkChg chg="del mod">
          <ac:chgData name="Dursun Dashdamirov" userId="a8b9d0e1f239c75f" providerId="LiveId" clId="{E297FC27-9774-4AAE-B428-959B432F1B03}" dt="2026-02-23T23:54:47.494" v="1342"/>
          <ac:inkMkLst>
            <pc:docMk/>
            <pc:sldMk cId="2783716274" sldId="278"/>
            <ac:inkMk id="49" creationId="{A344CB51-07F7-439F-98DB-E056EE49AF0E}"/>
          </ac:inkMkLst>
        </pc:inkChg>
        <pc:inkChg chg="del mod">
          <ac:chgData name="Dursun Dashdamirov" userId="a8b9d0e1f239c75f" providerId="LiveId" clId="{E297FC27-9774-4AAE-B428-959B432F1B03}" dt="2026-02-23T23:54:47.492" v="1336"/>
          <ac:inkMkLst>
            <pc:docMk/>
            <pc:sldMk cId="2783716274" sldId="278"/>
            <ac:inkMk id="53" creationId="{57B81B97-D9CD-48D4-B804-8CEBB4F257BF}"/>
          </ac:inkMkLst>
        </pc:inkChg>
        <pc:inkChg chg="mod">
          <ac:chgData name="Dursun Dashdamirov" userId="a8b9d0e1f239c75f" providerId="LiveId" clId="{E297FC27-9774-4AAE-B428-959B432F1B03}" dt="2026-02-23T23:54:47.492" v="1336"/>
          <ac:inkMkLst>
            <pc:docMk/>
            <pc:sldMk cId="2783716274" sldId="278"/>
            <ac:inkMk id="54" creationId="{3B37D839-4A6B-4C9B-8C7B-41645127255B}"/>
          </ac:inkMkLst>
        </pc:inkChg>
        <pc:inkChg chg="del mod">
          <ac:chgData name="Dursun Dashdamirov" userId="a8b9d0e1f239c75f" providerId="LiveId" clId="{E297FC27-9774-4AAE-B428-959B432F1B03}" dt="2026-02-23T23:54:51.449" v="1353"/>
          <ac:inkMkLst>
            <pc:docMk/>
            <pc:sldMk cId="2783716274" sldId="278"/>
            <ac:inkMk id="56" creationId="{154C9221-5F92-485C-AA62-0C92F3EC4AC6}"/>
          </ac:inkMkLst>
        </pc:inkChg>
        <pc:inkChg chg="del mod">
          <ac:chgData name="Dursun Dashdamirov" userId="a8b9d0e1f239c75f" providerId="LiveId" clId="{E297FC27-9774-4AAE-B428-959B432F1B03}" dt="2026-02-23T23:54:51.447" v="1349"/>
          <ac:inkMkLst>
            <pc:docMk/>
            <pc:sldMk cId="2783716274" sldId="278"/>
            <ac:inkMk id="59" creationId="{AAE599BA-719A-4E71-8C15-A65AFAC49C9E}"/>
          </ac:inkMkLst>
        </pc:inkChg>
        <pc:inkChg chg="del mod">
          <ac:chgData name="Dursun Dashdamirov" userId="a8b9d0e1f239c75f" providerId="LiveId" clId="{E297FC27-9774-4AAE-B428-959B432F1B03}" dt="2026-02-23T23:54:51.452" v="1364"/>
          <ac:inkMkLst>
            <pc:docMk/>
            <pc:sldMk cId="2783716274" sldId="278"/>
            <ac:inkMk id="60" creationId="{C735EF7F-C9FA-4C00-9508-4F53F73745CF}"/>
          </ac:inkMkLst>
        </pc:inkChg>
        <pc:inkChg chg="del mod">
          <ac:chgData name="Dursun Dashdamirov" userId="a8b9d0e1f239c75f" providerId="LiveId" clId="{E297FC27-9774-4AAE-B428-959B432F1B03}" dt="2026-02-23T23:54:51.452" v="1366"/>
          <ac:inkMkLst>
            <pc:docMk/>
            <pc:sldMk cId="2783716274" sldId="278"/>
            <ac:inkMk id="61" creationId="{46C49AD5-CCC4-4F19-928F-A707D7BEF552}"/>
          </ac:inkMkLst>
        </pc:inkChg>
        <pc:inkChg chg="del mod">
          <ac:chgData name="Dursun Dashdamirov" userId="a8b9d0e1f239c75f" providerId="LiveId" clId="{E297FC27-9774-4AAE-B428-959B432F1B03}" dt="2026-02-23T23:54:47.487" v="1320"/>
          <ac:inkMkLst>
            <pc:docMk/>
            <pc:sldMk cId="2783716274" sldId="278"/>
            <ac:inkMk id="62" creationId="{BDBB248A-FBFB-4543-8051-0ECDFA2F0C0A}"/>
          </ac:inkMkLst>
        </pc:inkChg>
        <pc:inkChg chg="del mod">
          <ac:chgData name="Dursun Dashdamirov" userId="a8b9d0e1f239c75f" providerId="LiveId" clId="{E297FC27-9774-4AAE-B428-959B432F1B03}" dt="2026-02-23T23:54:51.449" v="1355"/>
          <ac:inkMkLst>
            <pc:docMk/>
            <pc:sldMk cId="2783716274" sldId="278"/>
            <ac:inkMk id="66" creationId="{FF049400-658A-4F03-87D0-2DC2B58CDB4E}"/>
          </ac:inkMkLst>
        </pc:inkChg>
        <pc:inkChg chg="del mod">
          <ac:chgData name="Dursun Dashdamirov" userId="a8b9d0e1f239c75f" providerId="LiveId" clId="{E297FC27-9774-4AAE-B428-959B432F1B03}" dt="2026-02-23T23:54:47.494" v="1344"/>
          <ac:inkMkLst>
            <pc:docMk/>
            <pc:sldMk cId="2783716274" sldId="278"/>
            <ac:inkMk id="68" creationId="{A801D785-BEC2-46FA-8D90-6C4A9D58F2D0}"/>
          </ac:inkMkLst>
        </pc:inkChg>
        <pc:inkChg chg="del mod">
          <ac:chgData name="Dursun Dashdamirov" userId="a8b9d0e1f239c75f" providerId="LiveId" clId="{E297FC27-9774-4AAE-B428-959B432F1B03}" dt="2026-02-23T23:54:47.494" v="1340"/>
          <ac:inkMkLst>
            <pc:docMk/>
            <pc:sldMk cId="2783716274" sldId="278"/>
            <ac:inkMk id="69" creationId="{E3989E9C-2E5A-4094-A53A-48C59B0BD69E}"/>
          </ac:inkMkLst>
        </pc:inkChg>
        <pc:inkChg chg="del mod">
          <ac:chgData name="Dursun Dashdamirov" userId="a8b9d0e1f239c75f" providerId="LiveId" clId="{E297FC27-9774-4AAE-B428-959B432F1B03}" dt="2026-02-23T23:54:47.494" v="1345"/>
          <ac:inkMkLst>
            <pc:docMk/>
            <pc:sldMk cId="2783716274" sldId="278"/>
            <ac:inkMk id="70" creationId="{C56CA2B7-032C-42A5-8AA1-AC6A5142FB7F}"/>
          </ac:inkMkLst>
        </pc:inkChg>
        <pc:inkChg chg="mod">
          <ac:chgData name="Dursun Dashdamirov" userId="a8b9d0e1f239c75f" providerId="LiveId" clId="{E297FC27-9774-4AAE-B428-959B432F1B03}" dt="2026-02-23T23:54:47.492" v="1336"/>
          <ac:inkMkLst>
            <pc:docMk/>
            <pc:sldMk cId="2783716274" sldId="278"/>
            <ac:inkMk id="72" creationId="{17BC8338-769A-4B09-9E07-591515F4A2DB}"/>
          </ac:inkMkLst>
        </pc:inkChg>
        <pc:inkChg chg="del mod">
          <ac:chgData name="Dursun Dashdamirov" userId="a8b9d0e1f239c75f" providerId="LiveId" clId="{E297FC27-9774-4AAE-B428-959B432F1B03}" dt="2026-02-23T23:54:47.494" v="1341"/>
          <ac:inkMkLst>
            <pc:docMk/>
            <pc:sldMk cId="2783716274" sldId="278"/>
            <ac:inkMk id="75" creationId="{A38740C8-EBCA-4BE2-B277-1002B704659C}"/>
          </ac:inkMkLst>
        </pc:inkChg>
        <pc:inkChg chg="del mod">
          <ac:chgData name="Dursun Dashdamirov" userId="a8b9d0e1f239c75f" providerId="LiveId" clId="{E297FC27-9774-4AAE-B428-959B432F1B03}" dt="2026-02-23T23:54:47.492" v="1327"/>
          <ac:inkMkLst>
            <pc:docMk/>
            <pc:sldMk cId="2783716274" sldId="278"/>
            <ac:inkMk id="77" creationId="{DC9B360A-5DB1-4EFC-A39E-01927C35EF1B}"/>
          </ac:inkMkLst>
        </pc:inkChg>
        <pc:inkChg chg="del mod">
          <ac:chgData name="Dursun Dashdamirov" userId="a8b9d0e1f239c75f" providerId="LiveId" clId="{E297FC27-9774-4AAE-B428-959B432F1B03}" dt="2026-02-23T23:54:47.494" v="1346"/>
          <ac:inkMkLst>
            <pc:docMk/>
            <pc:sldMk cId="2783716274" sldId="278"/>
            <ac:inkMk id="78" creationId="{FC8B79F2-256A-4A2D-B566-F5A1C0A4FD67}"/>
          </ac:inkMkLst>
        </pc:inkChg>
        <pc:inkChg chg="del mod">
          <ac:chgData name="Dursun Dashdamirov" userId="a8b9d0e1f239c75f" providerId="LiveId" clId="{E297FC27-9774-4AAE-B428-959B432F1B03}" dt="2026-02-23T23:54:47.494" v="1347"/>
          <ac:inkMkLst>
            <pc:docMk/>
            <pc:sldMk cId="2783716274" sldId="278"/>
            <ac:inkMk id="85" creationId="{8564BB55-127F-4BED-BAE4-7DCB168D426F}"/>
          </ac:inkMkLst>
        </pc:inkChg>
        <pc:inkChg chg="del mod">
          <ac:chgData name="Dursun Dashdamirov" userId="a8b9d0e1f239c75f" providerId="LiveId" clId="{E297FC27-9774-4AAE-B428-959B432F1B03}" dt="2026-02-23T23:54:47.492" v="1333"/>
          <ac:inkMkLst>
            <pc:docMk/>
            <pc:sldMk cId="2783716274" sldId="278"/>
            <ac:inkMk id="86" creationId="{DA80E7CA-E5CD-4BD8-A208-8DAB40518C42}"/>
          </ac:inkMkLst>
        </pc:inkChg>
        <pc:inkChg chg="del mod">
          <ac:chgData name="Dursun Dashdamirov" userId="a8b9d0e1f239c75f" providerId="LiveId" clId="{E297FC27-9774-4AAE-B428-959B432F1B03}" dt="2026-02-23T23:54:47.492" v="1334"/>
          <ac:inkMkLst>
            <pc:docMk/>
            <pc:sldMk cId="2783716274" sldId="278"/>
            <ac:inkMk id="88" creationId="{8F747FBE-ACDE-4588-9EC3-1096702B40F2}"/>
          </ac:inkMkLst>
        </pc:inkChg>
        <pc:inkChg chg="del">
          <ac:chgData name="Dursun Dashdamirov" userId="a8b9d0e1f239c75f" providerId="LiveId" clId="{E297FC27-9774-4AAE-B428-959B432F1B03}" dt="2026-02-23T23:54:47.492" v="1329"/>
          <ac:inkMkLst>
            <pc:docMk/>
            <pc:sldMk cId="2783716274" sldId="278"/>
            <ac:inkMk id="89" creationId="{52B0BB6B-BF5F-4EEC-AA84-8A76643F0FFA}"/>
          </ac:inkMkLst>
        </pc:inkChg>
        <pc:inkChg chg="del mod">
          <ac:chgData name="Dursun Dashdamirov" userId="a8b9d0e1f239c75f" providerId="LiveId" clId="{E297FC27-9774-4AAE-B428-959B432F1B03}" dt="2026-02-23T23:54:47.492" v="1331"/>
          <ac:inkMkLst>
            <pc:docMk/>
            <pc:sldMk cId="2783716274" sldId="278"/>
            <ac:inkMk id="90" creationId="{95FCE6C6-423D-4916-91D2-7B657330722D}"/>
          </ac:inkMkLst>
        </pc:inkChg>
        <pc:inkChg chg="del">
          <ac:chgData name="Dursun Dashdamirov" userId="a8b9d0e1f239c75f" providerId="LiveId" clId="{E297FC27-9774-4AAE-B428-959B432F1B03}" dt="2026-02-23T23:54:51.449" v="1356"/>
          <ac:inkMkLst>
            <pc:docMk/>
            <pc:sldMk cId="2783716274" sldId="278"/>
            <ac:inkMk id="92" creationId="{76670D0B-704E-4A54-B20B-9A0B41BD01C7}"/>
          </ac:inkMkLst>
        </pc:inkChg>
        <pc:inkChg chg="del mod">
          <ac:chgData name="Dursun Dashdamirov" userId="a8b9d0e1f239c75f" providerId="LiveId" clId="{E297FC27-9774-4AAE-B428-959B432F1B03}" dt="2026-02-23T23:54:51.452" v="1367"/>
          <ac:inkMkLst>
            <pc:docMk/>
            <pc:sldMk cId="2783716274" sldId="278"/>
            <ac:inkMk id="93" creationId="{45A99B80-E64E-4FA6-A938-917F4F7D7715}"/>
          </ac:inkMkLst>
        </pc:ink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A381D771-2C7A-4DBC-BF45-E34CFB85F4A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7B7C8D3-822E-43CC-8DEE-84FA2D765F2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0B301A2-28B8-47C2-B901-5306CD3948AF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C9E461B-0F25-4285-A746-86D28B46A55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74A97D9-5A45-4D28-8FA9-2EBF0CA76DB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0463956-844A-4EE1-8F8A-94AE2F2D82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5128766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2-22T14:36:47.622"/>
    </inkml:context>
    <inkml:brush xml:id="br0">
      <inkml:brushProperty name="width" value="0.05" units="cm"/>
      <inkml:brushProperty name="height" value="0.05" units="cm"/>
      <inkml:brushProperty name="color" value="#004F8B"/>
      <inkml:brushProperty name="ignorePressure" value="1"/>
    </inkml:brush>
  </inkml:definitions>
  <inkml:trace contextRef="#ctx0" brushRef="#br0">173 19,'0'9</inkml:trace>
  <inkml:trace contextRef="#ctx0" brushRef="#br0">181 39,'0'0,"-2"-3,0 0,0 1,0-1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2-22T14:56:30.581"/>
    </inkml:context>
    <inkml:brush xml:id="br0">
      <inkml:brushProperty name="width" value="0.05" units="cm"/>
      <inkml:brushProperty name="height" value="0.05" units="cm"/>
      <inkml:brushProperty name="color" value="#66CC00"/>
      <inkml:brushProperty name="ignorePressure" value="1"/>
    </inkml:brush>
  </inkml:definitions>
  <inkml:trace contextRef="#ctx0" brushRef="#br0">477 1381,'-2'0,"-49"5,40-5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2-22T15:00:12.850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0 2578,'10'-4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2-22T15:23:30.319"/>
    </inkml:context>
    <inkml:brush xml:id="br0">
      <inkml:brushProperty name="width" value="0.05" units="cm"/>
      <inkml:brushProperty name="height" value="0.05" units="cm"/>
      <inkml:brushProperty name="ignorePressure" value="1"/>
    </inkml:brush>
  </inkml:definitions>
  <inkml:trace contextRef="#ctx0" brushRef="#br0">0 0,'0'0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2-22T15:03:17.588"/>
    </inkml:context>
    <inkml:brush xml:id="br0">
      <inkml:brushProperty name="width" value="0.05" units="cm"/>
      <inkml:brushProperty name="height" value="0.05" units="cm"/>
      <inkml:brushProperty name="ignorePressure" value="1"/>
    </inkml:brush>
  </inkml:definitions>
  <inkml:trace contextRef="#ctx0" brushRef="#br0">0 0,'0'0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2-22T15:03:06.001"/>
    </inkml:context>
    <inkml:brush xml:id="br0">
      <inkml:brushProperty name="width" value="0.05" units="cm"/>
      <inkml:brushProperty name="height" value="0.05" units="cm"/>
      <inkml:brushProperty name="ignorePressure" value="1"/>
    </inkml:brush>
  </inkml:definitions>
  <inkml:trace contextRef="#ctx0" brushRef="#br0">0 0,'3'0,"0"0,0 0,0 0,1 0,-3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2-22T15:03:59.173"/>
    </inkml:context>
    <inkml:brush xml:id="br0">
      <inkml:brushProperty name="width" value="0.05" units="cm"/>
      <inkml:brushProperty name="height" value="0.05" units="cm"/>
      <inkml:brushProperty name="ignorePressure" value="1"/>
    </inkml:brush>
  </inkml:definitions>
  <inkml:trace contextRef="#ctx0" brushRef="#br0">6 267,'0'1,"-5"20,4-4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2-22T15:04:13.233"/>
    </inkml:context>
    <inkml:brush xml:id="br0">
      <inkml:brushProperty name="width" value="0.05" units="cm"/>
      <inkml:brushProperty name="height" value="0.05" units="cm"/>
      <inkml:brushProperty name="ignorePressure" value="1"/>
    </inkml:brush>
  </inkml:definitions>
  <inkml:trace contextRef="#ctx0" brushRef="#br0">28 3053,'4'28,"18"69,-21-92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2-22T15:05:00.970"/>
    </inkml:context>
    <inkml:brush xml:id="br0">
      <inkml:brushProperty name="width" value="0.05" units="cm"/>
      <inkml:brushProperty name="height" value="0.05" units="cm"/>
      <inkml:brushProperty name="ignorePressure" value="1"/>
    </inkml:brush>
  </inkml:definitions>
  <inkml:trace contextRef="#ctx0" brushRef="#br0">0 0,'4'4,"5"9,17 11,21 17,17 13,11 2,4 4,-8-1,-11-7,-12-11,-10-9,-8-11,-5-3,-2-6,-2-5,-4 1,-5-2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2-22T15:05:01.337"/>
    </inkml:context>
    <inkml:brush xml:id="br0">
      <inkml:brushProperty name="width" value="0.05" units="cm"/>
      <inkml:brushProperty name="height" value="0.05" units="cm"/>
      <inkml:brushProperty name="ignorePressure" value="1"/>
    </inkml:brush>
  </inkml:definitions>
  <inkml:trace contextRef="#ctx0" brushRef="#br0">65 0,'-4'4,"-1"6,-4 0,-4 3,-5 4,2-2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2-22T15:05:10.976"/>
    </inkml:context>
    <inkml:brush xml:id="br0">
      <inkml:brushProperty name="width" value="0.05" units="cm"/>
      <inkml:brushProperty name="height" value="0.05" units="cm"/>
      <inkml:brushProperty name="ignorePressure" value="1"/>
    </inkml:brush>
  </inkml:definitions>
  <inkml:trace contextRef="#ctx0" brushRef="#br0">1487 5363,'50'111,"-43"-98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2-22T15:05:11.605"/>
    </inkml:context>
    <inkml:brush xml:id="br0">
      <inkml:brushProperty name="width" value="0.05" units="cm"/>
      <inkml:brushProperty name="height" value="0.05" units="cm"/>
      <inkml:brushProperty name="ignorePressure" value="1"/>
    </inkml:brush>
  </inkml:definitions>
  <inkml:trace contextRef="#ctx0" brushRef="#br0">424 0,'-2'13,"0"0,-1-1,-1 1,0-1,-1 0,0 0,-1 0,-11 17,0 3,-245 444,259-472,0 0,0 1,0-1,0 0,-1-1,1 1,-9 6,11-9,-1 0,1-1,-1 1,1 0,-1-1,0 1,1-1,-1 1,0-1,1 0,-1 1,0-1,1 0,-1 0,0 0,0-1,1 1,-1 0,0-1,1 1,-1-1,1 1,-1-1,1 0,-1 0,-2-1,-13-12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2-22T15:05:12.143"/>
    </inkml:context>
    <inkml:brush xml:id="br0">
      <inkml:brushProperty name="width" value="0.05" units="cm"/>
      <inkml:brushProperty name="height" value="0.05" units="cm"/>
      <inkml:brushProperty name="ignorePressure" value="1"/>
    </inkml:brush>
  </inkml:definitions>
  <inkml:trace contextRef="#ctx0" brushRef="#br0">0 0,'42'0,"1"1,49 9,-73-6,0 1,-1 0,0 1,0 1,-1 1,0 0,22 15,66 47,128 80,-207-135,43 33,-58-39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2-22T15:05:16.810"/>
    </inkml:context>
    <inkml:brush xml:id="br0">
      <inkml:brushProperty name="width" value="0.05" units="cm"/>
      <inkml:brushProperty name="height" value="0.05" units="cm"/>
      <inkml:brushProperty name="ignorePressure" value="1"/>
    </inkml:brush>
  </inkml:definitions>
  <inkml:trace contextRef="#ctx0" brushRef="#br0">0 0,'0'0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2-22T15:04:02.867"/>
    </inkml:context>
    <inkml:brush xml:id="br0">
      <inkml:brushProperty name="width" value="0.05" units="cm"/>
      <inkml:brushProperty name="height" value="0.05" units="cm"/>
      <inkml:brushProperty name="ignorePressure" value="1"/>
    </inkml:brush>
  </inkml:definitions>
  <inkml:trace contextRef="#ctx0" brushRef="#br0">239 428,'7'6,"32"21,-4-8,-8-7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2-22T15:07:48.049"/>
    </inkml:context>
    <inkml:brush xml:id="br0">
      <inkml:brushProperty name="width" value="0.05" units="cm"/>
      <inkml:brushProperty name="height" value="0.05" units="cm"/>
      <inkml:brushProperty name="ignorePressure" value="1"/>
    </inkml:brush>
  </inkml:definitions>
  <inkml:trace contextRef="#ctx0" brushRef="#br0">1766 0,'0'12,"-2"0,0 1,0-1,-1 0,-1 0,0-1,-1 1,0-1,0 0,-2 0,1 0,-1-1,-1 0,1 0,-16 13,-15 13,-1-2,-63 41,50-38,16-10,-2-2,-1-2,-1-2,-74 29,-24 10,-15 5,-68 24,206-81,1 0,-1 1,2 1,-1 0,1 1,1 0,0 1,0 0,2 1,-12 17,-9 18,-40 84,59-106,-4 3,2 1,2 1,0 0,2 1,2 0,0 0,3 1,0 0,1 51,6-8,1-32,-2 0,-2 0,-2 1,-15 73,-159 444,134-472,32-72,1 1,1 0,1 1,1 0,0 0,2 0,-6 35,9 226,5-140,-3-123,0 0,2 1,0-2,1 1,1 0,0 0,1-1,1 0,1 0,1-1,0 0,1 0,15 21,-16-26,-1-1,0 1,0 0,-2 0,1 1,-1 0,-1 0,0 0,-1 1,0-1,-1 1,0 13,1 8,0 12,1 0,2 0,3-1,18 59,-21-89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2-22T15:07:48.784"/>
    </inkml:context>
    <inkml:brush xml:id="br0">
      <inkml:brushProperty name="width" value="0.05" units="cm"/>
      <inkml:brushProperty name="height" value="0.05" units="cm"/>
      <inkml:brushProperty name="ignorePressure" value="1"/>
    </inkml:brush>
  </inkml:definitions>
  <inkml:trace contextRef="#ctx0" brushRef="#br0">0 0,'2'10,"0"0,0 0,1-1,0 1,0-1,1 1,1-1,0 0,0-1,6 9,25 50,-22-25,-5-11,24 48,-33-78,0-1,0 1,1 0,-1 0,0-1,0 1,1 0,-1-1,1 1,-1 0,0-1,1 1,-1-1,1 1,0 0,-1-1,1 1,-1-1,1 0,0 1,-1-1,1 1,0-1,0 0,-1 0,1 1,0-1,0 0,-1 0,1 0,0 0,0 0,-1 0,1 0,0 0,0 0,1-1,0 0,0-1,-1 0,1 1,0-1,-1 0,1 0,-1 0,1-1,-1 1,0 0,2-4,19-69,-6-70,-11 129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2-22T15:08:46.336"/>
    </inkml:context>
    <inkml:brush xml:id="br0">
      <inkml:brushProperty name="width" value="0.05" units="cm"/>
      <inkml:brushProperty name="height" value="0.05" units="cm"/>
      <inkml:brushProperty name="ignorePressure" value="1"/>
    </inkml:brush>
  </inkml:definitions>
  <inkml:trace contextRef="#ctx0" brushRef="#br0">43 86,'5'0,"-1"1,1-1,-1 1,1 1,-1-1,0 1,0-1,5 4,27 7,-36-12,0 0,1 0,-1 0,0 0,0 0,0 0,1 0,-1 0,0 0,0 0,0 0,1-1,-1 1,0 0,0 0,0 0,0 0,1 0,-1 0,0-1,0 1,0 0,0 0,1 0,-1 0,0-1,0 1,0 0,0 0,0 0,0-1,0 1,0 0,0 0,0 0,0-1,0 1,0 0,0 0,0 0,0-1,0 1,0 0,0 0,0 0,0-1,0 1,0 0,0 0,-8-19,-15-19,22 36,-2-2,1 0,-2 0,1 0,0 1,-1 0,1 0,-1 0,0 0,0 0,0 1,0-1,-6-1,9 3,-1 1,1 0,0-1,-1 1,1 0,0 0,-1 0,1 0,0 0,-1 0,1 0,0 0,0 1,-1-1,1 1,0-1,0 0,-1 1,0 0,0 1,1-1,-1 1,1-1,0 1,-1 0,1 0,0-1,0 1,0 0,0 0,1 0,-1 0,1 0,-1 0,1 0,-1 3,1 1,0 0,0 0,0-1,1 1,0 0,0 0,1-1,0 1,-1 0,2-1,-1 0,6 9,1 3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2-22T15:08:46.675"/>
    </inkml:context>
    <inkml:brush xml:id="br0">
      <inkml:brushProperty name="width" value="0.05" units="cm"/>
      <inkml:brushProperty name="height" value="0.05" units="cm"/>
      <inkml:brushProperty name="ignorePressure" value="1"/>
    </inkml:brush>
  </inkml:definitions>
  <inkml:trace contextRef="#ctx0" brushRef="#br0">0 9,'0'-4,"0"-1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2-22T15:08:52.619"/>
    </inkml:context>
    <inkml:brush xml:id="br0">
      <inkml:brushProperty name="width" value="0.05" units="cm"/>
      <inkml:brushProperty name="height" value="0.05" units="cm"/>
      <inkml:brushProperty name="ignorePressure" value="1"/>
    </inkml:brush>
  </inkml:definitions>
  <inkml:trace contextRef="#ctx0" brushRef="#br0">0 0,'33'33,"20"19,89 113,-128-145,-7-10,-1 0,2 0,-1-1,16 14,-23-24,-1-4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2-22T15:08:53.663"/>
    </inkml:context>
    <inkml:brush xml:id="br0">
      <inkml:brushProperty name="width" value="0.05" units="cm"/>
      <inkml:brushProperty name="height" value="0.05" units="cm"/>
      <inkml:brushProperty name="ignorePressure" value="1"/>
    </inkml:brush>
  </inkml:definitions>
  <inkml:trace contextRef="#ctx0" brushRef="#br0">130 0,'-49'69,"40"-48,1 1,1 0,0 0,2 0,1 0,0 1,0 36,4-57,0 4,-1 0,-1-1,1 1,-1 0,0 0,0-1,-1 0,1 1,-1-1,-4 5,-1 2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2-22T15:11:59.517"/>
    </inkml:context>
    <inkml:brush xml:id="br0">
      <inkml:brushProperty name="width" value="0.05" units="cm"/>
      <inkml:brushProperty name="height" value="0.05" units="cm"/>
      <inkml:brushProperty name="ignorePressure" value="1"/>
    </inkml:brush>
  </inkml:definitions>
  <inkml:trace contextRef="#ctx0" brushRef="#br0">0 0,'0'0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2-22T15:29:05.333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1 1,'0'0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2-22T15:30:02.263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0 1,'0'3,"5"3,0-1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2-22T15:32:43.584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0 0,'0'0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2-22T16:01:59.053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1 0,'0'0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2-22T16:05:31.800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1 0,'0'0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2-22T16:17:04.112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1 1,'0'0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2-22T16:21:30.235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0 1,'0'0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2-22T16:24:58.821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0 1,'0'0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6B23F4A-F496-4B89-8671-BE90AFB9C853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D1C8995-A13A-4735-84C3-A407DCD4A0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6485831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351495-37DD-2889-BD90-0FC24E34A8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6E5BE8D-22FB-467D-321A-98351C6A62A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68B3D42-B498-571F-A626-CC0E453C86A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1. Measurement noise 2. Unobserved / missing variables 3. Intrinsic randomness (human behavior, turbulent flow regimes etc.)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51C805-A2F6-E8D5-85A8-9A331DA6B1A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58FE3C-DA3D-45F5-8CC0-22CEBDF27EBB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805130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B04AC0-8064-29E9-BC84-69DEF15992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BF09F91-C2EA-7246-688F-19EF6F2A819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02B7F79-848D-EE27-ACE5-613DA66E51E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correlated observations give less information. The model treats that cluster as 10 times more important than it actually is. 100 people from the same professional basketball team give you a "certain" result that is totally wrong.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6149D4-B7CC-A4EE-F70C-F20E94424E9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58FE3C-DA3D-45F5-8CC0-22CEBDF27EBB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33991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591CFC-0D4B-4926-B24C-A3FEA977402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F5769A3-951E-461D-9C52-0EEB0D42D18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9E8945-06F3-448F-907E-C86616A6F3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88169D-0CF4-407C-8FCC-5B1E9DF7D99B}" type="datetime1">
              <a:rPr lang="en-US" smtClean="0"/>
              <a:t>2/23/2026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67AEC5-BAD6-4A06-B447-4C8211A789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8A27F0-0B31-45BA-9F2D-31FA6A3285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47F556-5E24-4E51-B104-C830D8968D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47451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BD2FF9-22A4-45EF-9C93-226722C87A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115E6A-980A-4BCE-BEC7-922AC1C5EB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CFFB89-6CCC-4008-B0BD-82C64A275E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D755E8-F282-431F-BFA7-8562E15ABB7B}" type="datetime1">
              <a:rPr lang="en-US" smtClean="0"/>
              <a:t>2/23/2026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DA4871-FD6A-472B-91C5-49AC7C0EF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3E6169-99D5-4B9D-B9F0-733F883EB5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47F556-5E24-4E51-B104-C830D8968D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18665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3722CB-0BFF-4B11-BD9A-C0DECB18FD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3530A9-4986-4CAC-852E-C5523C4C54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3AF5E2-7584-426E-9A6D-4E2870317C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33B21C-799A-4ECB-93AE-AE18F24FCCB5}" type="datetime1">
              <a:rPr lang="en-US" smtClean="0"/>
              <a:t>2/23/2026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EB4F32-FD55-4163-BF42-6E9F0C1EAD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148668-C260-48D2-9B7B-6B7F0C81D7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47F556-5E24-4E51-B104-C830D8968D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90219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991EC2-0F33-4CFB-B000-3518CF7CE7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8FCB3B-B0B7-4427-AF9D-455BD0C75FF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D7B38D8-B510-44AF-AAB2-DBDCA4843BD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965AF0-4CF4-47E3-A6FC-AD81D5B202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865969-8326-49B7-AE36-8B45EEAB37E7}" type="datetime1">
              <a:rPr lang="en-US" smtClean="0"/>
              <a:t>2/23/2026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B9EE7B2-3522-4070-A6AA-78F9B16E45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BA9EE56-A0C2-4042-A7DD-A3E17885FB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47F556-5E24-4E51-B104-C830D8968D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2276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6B342A-0BF1-4964-93F7-94FA63846B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670782-0310-4194-82D8-5AF8FCAAF5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5F33BD7-4B71-4A35-A05D-85A5B1E65D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1B71775-F89A-46BB-AAF6-DC2998C437B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CF52DF7-E96F-441E-868E-FD9708F6043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1EC72B4-6D20-4E85-A8DA-B504A9EA31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D3BA97-6BC2-41CD-8521-11E72264EB7C}" type="datetime1">
              <a:rPr lang="en-US" smtClean="0"/>
              <a:t>2/23/2026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C9F92DD-5854-49BC-9294-1BFE80ACE6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FDB2486-F450-4E9D-B2E7-E946435AAB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47F556-5E24-4E51-B104-C830D8968D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81448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809502-7206-45D8-93DE-80174E5E6C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FB923A3-1030-466C-ADA6-F27B93A631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505EDA-D76B-415D-9B82-63C427C5BAD0}" type="datetime1">
              <a:rPr lang="en-US" smtClean="0"/>
              <a:t>2/23/2026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4B7B46E-D764-49B8-9E3A-1E5609F23E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FCB6DD7-DF7B-4301-92D8-AC907EAE9E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47F556-5E24-4E51-B104-C830D8968D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74812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A0E5191-234A-4514-A4A9-A53F8962A6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8B79F0-F6BA-47FB-A1B5-17D0BFE53A32}" type="datetime1">
              <a:rPr lang="en-US" smtClean="0"/>
              <a:t>2/23/2026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3C34D0A-9C66-4E29-9B77-9154974B15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7C7A83-56A6-4FC4-9387-6FC349FC42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47F556-5E24-4E51-B104-C830D8968D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61296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A0F929-40AA-4CA8-A5AD-DF0F9B557A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4E0EC2-7085-418C-8E49-C57DDA1537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149E218-4976-40AC-92CA-70DC0EDE742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ABF3014-B9A8-4CE8-B656-5EC54BE0DE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B7ADD3-CC58-4664-BF52-9D18891EE98D}" type="datetime1">
              <a:rPr lang="en-US" smtClean="0"/>
              <a:t>2/23/2026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480174-E40E-4E87-B5FD-A14179026C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3A26BF1-BEAB-42D9-A800-52762805EF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47F556-5E24-4E51-B104-C830D8968D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95850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9A0B35-06F9-475A-805C-FBD7A2F4C3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D6C1D39-D97F-47E1-8FBE-58CE96A4243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7A2FA7E-900D-4C3A-B124-B8A764092D5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9AE517-EFCC-48C3-A3A2-C3397A25AD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183AE9-6507-4F07-BD9C-E6FC4A1F5253}" type="datetime1">
              <a:rPr lang="en-US" smtClean="0"/>
              <a:t>2/23/2026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A219660-D374-47F5-BA01-A3AB19BDB6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27356EB-5D75-4C38-8295-E200940E4B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47F556-5E24-4E51-B104-C830D8968D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78053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5C2536-D49B-4BB9-B02C-D47B22F4B9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6657428-5116-44FE-88B6-88EA42AEF52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0E87B2-AB25-4314-9157-59325B65AE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8D184C-6BC3-44DC-B79E-440BA5D6F2F5}" type="datetime1">
              <a:rPr lang="en-US" smtClean="0"/>
              <a:t>2/23/2026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6764AF-3134-4DA4-82AB-7DCC6309D7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F1B08E-BCDC-478E-AD6D-362E818D9A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47F556-5E24-4E51-B104-C830D8968D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47131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4D524BE-B41F-4508-B6B2-F87CF2034A9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F3B80F-62B9-4C87-BEE7-B0CC8A2DF72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FBD3C5-0D4F-4B9F-88C0-647A740B9E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98F19F-4992-40A5-A2D8-2A5F79FFBE01}" type="datetime1">
              <a:rPr lang="en-US" smtClean="0"/>
              <a:t>2/23/2026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66EED2-6B1F-4AF6-8602-5E7856B22A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55A783-8F51-4373-956C-465D0C347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47F556-5E24-4E51-B104-C830D8968D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30531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6D33809-516D-4829-9FFE-4176A65147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D57634-A6E3-4801-8E68-462D671E9F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7D18FD-C2DD-400A-856F-AE96F03B787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81D31C-91B7-4DEE-9657-B1A8F7B357E6}" type="datetime1">
              <a:rPr lang="en-US" smtClean="0"/>
              <a:t>2/23/2026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B33D1A-0A95-4174-89D7-7757B35319B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72A36B-9BD9-43BE-A623-A8FDEEA1E0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47F556-5E24-4E51-B104-C830D8968D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03710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3.png"/><Relationship Id="rId13" Type="http://schemas.openxmlformats.org/officeDocument/2006/relationships/image" Target="../media/image108.png"/><Relationship Id="rId18" Type="http://schemas.openxmlformats.org/officeDocument/2006/relationships/image" Target="../media/image113.png"/><Relationship Id="rId3" Type="http://schemas.openxmlformats.org/officeDocument/2006/relationships/image" Target="../media/image98.png"/><Relationship Id="rId7" Type="http://schemas.openxmlformats.org/officeDocument/2006/relationships/image" Target="../media/image102.png"/><Relationship Id="rId12" Type="http://schemas.openxmlformats.org/officeDocument/2006/relationships/image" Target="../media/image107.png"/><Relationship Id="rId17" Type="http://schemas.openxmlformats.org/officeDocument/2006/relationships/image" Target="../media/image112.png"/><Relationship Id="rId2" Type="http://schemas.openxmlformats.org/officeDocument/2006/relationships/image" Target="../media/image97.png"/><Relationship Id="rId16" Type="http://schemas.openxmlformats.org/officeDocument/2006/relationships/image" Target="../media/image1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1.png"/><Relationship Id="rId11" Type="http://schemas.openxmlformats.org/officeDocument/2006/relationships/image" Target="../media/image106.png"/><Relationship Id="rId5" Type="http://schemas.openxmlformats.org/officeDocument/2006/relationships/image" Target="../media/image100.png"/><Relationship Id="rId15" Type="http://schemas.openxmlformats.org/officeDocument/2006/relationships/image" Target="../media/image110.png"/><Relationship Id="rId10" Type="http://schemas.openxmlformats.org/officeDocument/2006/relationships/image" Target="../media/image105.png"/><Relationship Id="rId4" Type="http://schemas.openxmlformats.org/officeDocument/2006/relationships/image" Target="../media/image99.png"/><Relationship Id="rId9" Type="http://schemas.openxmlformats.org/officeDocument/2006/relationships/image" Target="../media/image104.png"/><Relationship Id="rId14" Type="http://schemas.openxmlformats.org/officeDocument/2006/relationships/image" Target="../media/image10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8.png"/><Relationship Id="rId2" Type="http://schemas.openxmlformats.org/officeDocument/2006/relationships/image" Target="../media/image234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.xml"/><Relationship Id="rId5" Type="http://schemas.openxmlformats.org/officeDocument/2006/relationships/image" Target="../media/image236.png"/><Relationship Id="rId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442.png"/><Relationship Id="rId7" Type="http://schemas.openxmlformats.org/officeDocument/2006/relationships/customXml" Target="../ink/ink2.xml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444.png"/><Relationship Id="rId4" Type="http://schemas.openxmlformats.org/officeDocument/2006/relationships/image" Target="../media/image44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84" Type="http://schemas.openxmlformats.org/officeDocument/2006/relationships/image" Target="../media/image638.png"/><Relationship Id="rId7" Type="http://schemas.openxmlformats.org/officeDocument/2006/relationships/customXml" Target="../ink/ink4.xm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customXml" Target="../ink/ink3.xml"/><Relationship Id="rId4" Type="http://schemas.openxmlformats.org/officeDocument/2006/relationships/image" Target="../media/image16.png"/></Relationships>
</file>

<file path=ppt/slides/_rels/slide15.xml.rels><?xml version="1.0" encoding="UTF-8" standalone="yes"?>
<Relationships xmlns="http://schemas.openxmlformats.org/package/2006/relationships"><Relationship Id="rId39" Type="http://schemas.openxmlformats.org/officeDocument/2006/relationships/image" Target="../media/image19.png"/><Relationship Id="rId117" Type="http://schemas.openxmlformats.org/officeDocument/2006/relationships/customXml" Target="../ink/ink11.xml"/><Relationship Id="rId3" Type="http://schemas.openxmlformats.org/officeDocument/2006/relationships/image" Target="../media/image15.png"/><Relationship Id="rId42" Type="http://schemas.openxmlformats.org/officeDocument/2006/relationships/customXml" Target="../ink/ink8.xml"/><Relationship Id="rId125" Type="http://schemas.openxmlformats.org/officeDocument/2006/relationships/customXml" Target="../ink/ink13.xml"/><Relationship Id="rId38" Type="http://schemas.openxmlformats.org/officeDocument/2006/relationships/customXml" Target="../ink/ink6.xml"/><Relationship Id="rId116" Type="http://schemas.openxmlformats.org/officeDocument/2006/relationships/image" Target="../media/image693.png"/><Relationship Id="rId124" Type="http://schemas.openxmlformats.org/officeDocument/2006/relationships/image" Target="../media/image697.png"/><Relationship Id="rId129" Type="http://schemas.openxmlformats.org/officeDocument/2006/relationships/image" Target="../media/image24.png"/><Relationship Id="rId2" Type="http://schemas.openxmlformats.org/officeDocument/2006/relationships/image" Target="../media/image18.png"/><Relationship Id="rId41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37" Type="http://schemas.openxmlformats.org/officeDocument/2006/relationships/image" Target="../media/image638.png"/><Relationship Id="rId40" Type="http://schemas.openxmlformats.org/officeDocument/2006/relationships/customXml" Target="../ink/ink7.xml"/><Relationship Id="rId115" Type="http://schemas.openxmlformats.org/officeDocument/2006/relationships/customXml" Target="../ink/ink10.xml"/><Relationship Id="rId128" Type="http://schemas.openxmlformats.org/officeDocument/2006/relationships/customXml" Target="../ink/ink15.xml"/><Relationship Id="rId114" Type="http://schemas.openxmlformats.org/officeDocument/2006/relationships/image" Target="../media/image692.png"/><Relationship Id="rId119" Type="http://schemas.openxmlformats.org/officeDocument/2006/relationships/customXml" Target="../ink/ink12.xml"/><Relationship Id="rId127" Type="http://schemas.openxmlformats.org/officeDocument/2006/relationships/customXml" Target="../ink/ink14.xml"/><Relationship Id="rId44" Type="http://schemas.openxmlformats.org/officeDocument/2006/relationships/customXml" Target="../ink/ink9.xml"/><Relationship Id="rId4" Type="http://schemas.openxmlformats.org/officeDocument/2006/relationships/customXml" Target="../ink/ink5.xml"/><Relationship Id="rId43" Type="http://schemas.openxmlformats.org/officeDocument/2006/relationships/image" Target="../media/image21.png"/><Relationship Id="rId118" Type="http://schemas.openxmlformats.org/officeDocument/2006/relationships/image" Target="../media/image22.png"/><Relationship Id="rId126" Type="http://schemas.openxmlformats.org/officeDocument/2006/relationships/image" Target="../media/image698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customXml" Target="../ink/ink16.xml"/><Relationship Id="rId80" Type="http://schemas.openxmlformats.org/officeDocument/2006/relationships/customXml" Target="../ink/ink18.xml"/><Relationship Id="rId93" Type="http://schemas.openxmlformats.org/officeDocument/2006/relationships/customXml" Target="../ink/ink21.xml"/><Relationship Id="rId3" Type="http://schemas.openxmlformats.org/officeDocument/2006/relationships/image" Target="../media/image26.png"/><Relationship Id="rId89" Type="http://schemas.openxmlformats.org/officeDocument/2006/relationships/image" Target="../media/image757.png"/><Relationship Id="rId7" Type="http://schemas.openxmlformats.org/officeDocument/2006/relationships/image" Target="../media/image18.png"/><Relationship Id="rId92" Type="http://schemas.openxmlformats.org/officeDocument/2006/relationships/image" Target="../media/image758.png"/><Relationship Id="rId2" Type="http://schemas.openxmlformats.org/officeDocument/2006/relationships/image" Target="../media/image25.png"/><Relationship Id="rId91" Type="http://schemas.openxmlformats.org/officeDocument/2006/relationships/customXml" Target="../ink/ink2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17.png"/><Relationship Id="rId79" Type="http://schemas.openxmlformats.org/officeDocument/2006/relationships/image" Target="../media/image752.png"/><Relationship Id="rId5" Type="http://schemas.openxmlformats.org/officeDocument/2006/relationships/image" Target="../media/image27.png"/><Relationship Id="rId90" Type="http://schemas.openxmlformats.org/officeDocument/2006/relationships/customXml" Target="../ink/ink19.xml"/><Relationship Id="rId61" Type="http://schemas.openxmlformats.org/officeDocument/2006/relationships/image" Target="../media/image638.png"/><Relationship Id="rId78" Type="http://schemas.openxmlformats.org/officeDocument/2006/relationships/customXml" Target="../ink/ink17.xml"/><Relationship Id="rId94" Type="http://schemas.openxmlformats.org/officeDocument/2006/relationships/image" Target="../media/image759.png"/><Relationship Id="rId4" Type="http://schemas.openxmlformats.org/officeDocument/2006/relationships/image" Target="../media/image715.png"/><Relationship Id="rId77" Type="http://schemas.openxmlformats.org/officeDocument/2006/relationships/image" Target="../media/image75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customXml" Target="../ink/ink22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13" Type="http://schemas.openxmlformats.org/officeDocument/2006/relationships/customXml" Target="../ink/ink23.xml"/><Relationship Id="rId3" Type="http://schemas.openxmlformats.org/officeDocument/2006/relationships/image" Target="../media/image29.png"/><Relationship Id="rId7" Type="http://schemas.openxmlformats.org/officeDocument/2006/relationships/image" Target="../media/image32.png"/><Relationship Id="rId12" Type="http://schemas.openxmlformats.org/officeDocument/2006/relationships/image" Target="../media/image16.png"/><Relationship Id="rId2" Type="http://schemas.openxmlformats.org/officeDocument/2006/relationships/image" Target="../media/image25.png"/><Relationship Id="rId16" Type="http://schemas.openxmlformats.org/officeDocument/2006/relationships/image" Target="../media/image3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.png"/><Relationship Id="rId11" Type="http://schemas.openxmlformats.org/officeDocument/2006/relationships/image" Target="../media/image36.png"/><Relationship Id="rId5" Type="http://schemas.openxmlformats.org/officeDocument/2006/relationships/image" Target="../media/image30.png"/><Relationship Id="rId15" Type="http://schemas.openxmlformats.org/officeDocument/2006/relationships/customXml" Target="../ink/ink24.xml"/><Relationship Id="rId10" Type="http://schemas.openxmlformats.org/officeDocument/2006/relationships/image" Target="../media/image35.png"/><Relationship Id="rId4" Type="http://schemas.openxmlformats.org/officeDocument/2006/relationships/image" Target="../media/image814.png"/><Relationship Id="rId9" Type="http://schemas.openxmlformats.org/officeDocument/2006/relationships/image" Target="../media/image34.png"/><Relationship Id="rId14" Type="http://schemas.openxmlformats.org/officeDocument/2006/relationships/image" Target="../media/image37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png"/><Relationship Id="rId3" Type="http://schemas.openxmlformats.org/officeDocument/2006/relationships/image" Target="../media/image881.png"/><Relationship Id="rId7" Type="http://schemas.openxmlformats.org/officeDocument/2006/relationships/image" Target="../media/image39.png"/><Relationship Id="rId2" Type="http://schemas.openxmlformats.org/officeDocument/2006/relationships/image" Target="../media/image88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84.png"/><Relationship Id="rId5" Type="http://schemas.openxmlformats.org/officeDocument/2006/relationships/image" Target="../media/image883.png"/><Relationship Id="rId10" Type="http://schemas.openxmlformats.org/officeDocument/2006/relationships/image" Target="../media/image37.png"/><Relationship Id="rId4" Type="http://schemas.openxmlformats.org/officeDocument/2006/relationships/image" Target="../media/image882.png"/><Relationship Id="rId9" Type="http://schemas.openxmlformats.org/officeDocument/2006/relationships/customXml" Target="../ink/ink25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png"/><Relationship Id="rId3" Type="http://schemas.openxmlformats.org/officeDocument/2006/relationships/image" Target="../media/image42.png"/><Relationship Id="rId7" Type="http://schemas.openxmlformats.org/officeDocument/2006/relationships/image" Target="../media/image39.png"/><Relationship Id="rId12" Type="http://schemas.openxmlformats.org/officeDocument/2006/relationships/image" Target="../media/image50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5.png"/><Relationship Id="rId11" Type="http://schemas.openxmlformats.org/officeDocument/2006/relationships/image" Target="../media/image49.png"/><Relationship Id="rId5" Type="http://schemas.openxmlformats.org/officeDocument/2006/relationships/image" Target="../media/image44.png"/><Relationship Id="rId10" Type="http://schemas.openxmlformats.org/officeDocument/2006/relationships/image" Target="../media/image48.png"/><Relationship Id="rId4" Type="http://schemas.openxmlformats.org/officeDocument/2006/relationships/image" Target="../media/image43.png"/><Relationship Id="rId9" Type="http://schemas.openxmlformats.org/officeDocument/2006/relationships/image" Target="../media/image47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8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97.png"/><Relationship Id="rId2" Type="http://schemas.openxmlformats.org/officeDocument/2006/relationships/image" Target="../media/image5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4.png"/><Relationship Id="rId5" Type="http://schemas.openxmlformats.org/officeDocument/2006/relationships/image" Target="../media/image53.png"/><Relationship Id="rId4" Type="http://schemas.openxmlformats.org/officeDocument/2006/relationships/image" Target="../media/image52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88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6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62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26.xml"/><Relationship Id="rId53" Type="http://schemas.openxmlformats.org/officeDocument/2006/relationships/image" Target="../media/image252.png"/><Relationship Id="rId5" Type="http://schemas.openxmlformats.org/officeDocument/2006/relationships/image" Target="../media/image1164.png"/><Relationship Id="rId4" Type="http://schemas.openxmlformats.org/officeDocument/2006/relationships/image" Target="../media/image1163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18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27.xml"/><Relationship Id="rId11" Type="http://schemas.openxmlformats.org/officeDocument/2006/relationships/image" Target="../media/image252.png"/><Relationship Id="rId5" Type="http://schemas.openxmlformats.org/officeDocument/2006/relationships/image" Target="../media/image1220.png"/><Relationship Id="rId4" Type="http://schemas.openxmlformats.org/officeDocument/2006/relationships/image" Target="../media/image1219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44.png"/><Relationship Id="rId3" Type="http://schemas.openxmlformats.org/officeDocument/2006/relationships/image" Target="../media/image1239.png"/><Relationship Id="rId7" Type="http://schemas.openxmlformats.org/officeDocument/2006/relationships/image" Target="../media/image1243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0.png"/><Relationship Id="rId11" Type="http://schemas.openxmlformats.org/officeDocument/2006/relationships/customXml" Target="../ink/ink29.xml"/><Relationship Id="rId5" Type="http://schemas.openxmlformats.org/officeDocument/2006/relationships/image" Target="../media/image59.png"/><Relationship Id="rId10" Type="http://schemas.openxmlformats.org/officeDocument/2006/relationships/image" Target="../media/image37.png"/><Relationship Id="rId60" Type="http://schemas.openxmlformats.org/officeDocument/2006/relationships/image" Target="../media/image252.png"/><Relationship Id="rId4" Type="http://schemas.openxmlformats.org/officeDocument/2006/relationships/image" Target="../media/image1240.png"/><Relationship Id="rId9" Type="http://schemas.openxmlformats.org/officeDocument/2006/relationships/customXml" Target="../ink/ink28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7" Type="http://schemas.openxmlformats.org/officeDocument/2006/relationships/image" Target="../media/image1360.pn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3.png"/></Relationships>
</file>

<file path=ppt/slides/_rels/slide28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52.png"/><Relationship Id="rId3" Type="http://schemas.openxmlformats.org/officeDocument/2006/relationships/image" Target="../media/image65.png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30.xml"/><Relationship Id="rId5" Type="http://schemas.openxmlformats.org/officeDocument/2006/relationships/image" Target="../media/image66.png"/><Relationship Id="rId4" Type="http://schemas.openxmlformats.org/officeDocument/2006/relationships/image" Target="../media/image43.png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F3102E-F10F-1750-7D61-EA82DAB719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A89718-6B35-4F95-AFF3-F3DDA665684B}" type="slidenum">
              <a:rPr lang="en-US" smtClean="0"/>
              <a:t>1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F0D6026-F385-EBF7-CB6C-6F08328E6942}"/>
              </a:ext>
            </a:extLst>
          </p:cNvPr>
          <p:cNvSpPr txBox="1"/>
          <p:nvPr/>
        </p:nvSpPr>
        <p:spPr>
          <a:xfrm>
            <a:off x="533399" y="4069197"/>
            <a:ext cx="9448801" cy="4801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all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Posterama"/>
                <a:ea typeface="+mj-ea"/>
                <a:cs typeface="+mj-cs"/>
              </a:rPr>
              <a:t>Machine Learning for Subsurface engineers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DB994A0-2106-6A73-A1F2-B386900A0C71}"/>
              </a:ext>
            </a:extLst>
          </p:cNvPr>
          <p:cNvSpPr txBox="1"/>
          <p:nvPr/>
        </p:nvSpPr>
        <p:spPr>
          <a:xfrm>
            <a:off x="533399" y="5175840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sz="1800" b="1" i="0" u="none" strike="noStrike" kern="1200" cap="all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Posterama"/>
                <a:ea typeface="+mj-ea"/>
                <a:cs typeface="+mj-cs"/>
              </a:rPr>
              <a:t>Session II, 22 February 2026</a:t>
            </a: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E1E4CB7-29EB-CE75-9A0F-B37D47FCA3C9}"/>
              </a:ext>
            </a:extLst>
          </p:cNvPr>
          <p:cNvSpPr txBox="1"/>
          <p:nvPr/>
        </p:nvSpPr>
        <p:spPr>
          <a:xfrm>
            <a:off x="533399" y="4677918"/>
            <a:ext cx="902898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sz="1800" b="1" i="0" u="none" strike="noStrike" kern="1200" cap="all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Posterama"/>
                <a:ea typeface="+mj-ea"/>
                <a:cs typeface="+mj-cs"/>
              </a:rPr>
              <a:t>Dursun Dashdamirov, Nadir Zeynalli,</a:t>
            </a:r>
            <a:r>
              <a:rPr lang="en-US" b="1" cap="all" dirty="0">
                <a:solidFill>
                  <a:sysClr val="windowText" lastClr="000000"/>
                </a:solidFill>
                <a:latin typeface="Posterama"/>
                <a:ea typeface="+mj-ea"/>
                <a:cs typeface="+mj-cs"/>
              </a:rPr>
              <a:t> Vugar Dunyamaliyev </a:t>
            </a:r>
            <a:endParaRPr lang="en-US" dirty="0"/>
          </a:p>
        </p:txBody>
      </p:sp>
      <p:pic>
        <p:nvPicPr>
          <p:cNvPr id="2" name="Picture 2" descr="The Norne field model. Well locations are indicated by arrows. | Download  Scientific Diagram">
            <a:extLst>
              <a:ext uri="{FF2B5EF4-FFF2-40B4-BE49-F238E27FC236}">
                <a16:creationId xmlns:a16="http://schemas.microsoft.com/office/drawing/2014/main" id="{9935104B-95EC-BC9F-EF70-173653BF33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34966" y="945900"/>
            <a:ext cx="4082467" cy="2483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96352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2B8407-BFB7-3262-B347-2F50568C68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632" y="1591814"/>
            <a:ext cx="5483643" cy="3842828"/>
          </a:xfrm>
        </p:spPr>
        <p:txBody>
          <a:bodyPr anchor="t"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000" dirty="0">
                <a:solidFill>
                  <a:prstClr val="black"/>
                </a:solidFill>
                <a:latin typeface="Avenir Next LT Pro Light"/>
              </a:rPr>
              <a:t>2 </a:t>
            </a:r>
            <a:r>
              <a:rPr lang="en-US" sz="2000" dirty="0" err="1">
                <a:solidFill>
                  <a:prstClr val="black"/>
                </a:solidFill>
                <a:latin typeface="Avenir Next LT Pro Light"/>
              </a:rPr>
              <a:t>hr</a:t>
            </a:r>
            <a:r>
              <a:rPr lang="en-US" sz="2000" dirty="0">
                <a:solidFill>
                  <a:prstClr val="black"/>
                </a:solidFill>
                <a:latin typeface="Avenir Next LT Pro Light"/>
              </a:rPr>
              <a:t> lecture w/15 min break midway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solidFill>
                  <a:prstClr val="black"/>
                </a:solidFill>
                <a:latin typeface="Avenir Next LT Pro Light"/>
              </a:rPr>
              <a:t>Feel free to interrupt 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solidFill>
                  <a:prstClr val="black"/>
                </a:solidFill>
                <a:latin typeface="Avenir Next LT Pro Light"/>
              </a:rPr>
              <a:t>Do not hesitate to ask questions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solidFill>
                  <a:prstClr val="black"/>
                </a:solidFill>
                <a:latin typeface="Avenir Next LT Pro Light"/>
              </a:rPr>
              <a:t>For best learning experience</a:t>
            </a:r>
            <a:r>
              <a:rPr lang="az-Latn-AZ" sz="2000" dirty="0">
                <a:solidFill>
                  <a:prstClr val="black"/>
                </a:solidFill>
                <a:latin typeface="Avenir Next LT Pro Light"/>
              </a:rPr>
              <a:t> cover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2000" dirty="0">
                <a:solidFill>
                  <a:prstClr val="black"/>
                </a:solidFill>
                <a:latin typeface="Avenir Next LT Pro Light"/>
              </a:rPr>
              <a:t> extra references </a:t>
            </a:r>
          </a:p>
        </p:txBody>
      </p:sp>
      <p:pic>
        <p:nvPicPr>
          <p:cNvPr id="8194" name="Picture 2" descr="Hey kids, let's do science in my car... - Meme by ThmNbvHu :) Memedroid">
            <a:extLst>
              <a:ext uri="{FF2B5EF4-FFF2-40B4-BE49-F238E27FC236}">
                <a16:creationId xmlns:a16="http://schemas.microsoft.com/office/drawing/2014/main" id="{10FE0428-5A62-F925-5D9F-7C8C15EAC5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376809" y="1872178"/>
            <a:ext cx="5560080" cy="311364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EDB69A-D5D5-F82C-2545-DA4107D984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A89718-6B35-4F95-AFF3-F3DDA665684B}" type="slidenum">
              <a:rPr lang="en-US" smtClean="0"/>
              <a:t>2</a:t>
            </a:fld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62FBB524-6BD1-3F38-5893-9582585B440F}"/>
              </a:ext>
            </a:extLst>
          </p:cNvPr>
          <p:cNvSpPr txBox="1">
            <a:spLocks/>
          </p:cNvSpPr>
          <p:nvPr/>
        </p:nvSpPr>
        <p:spPr>
          <a:xfrm>
            <a:off x="341375" y="296674"/>
            <a:ext cx="5011498" cy="7466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800" b="1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all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Posterama"/>
                <a:ea typeface="+mj-ea"/>
                <a:cs typeface="+mj-cs"/>
              </a:rPr>
              <a:t>Logistics of lectures</a:t>
            </a:r>
          </a:p>
        </p:txBody>
      </p:sp>
    </p:spTree>
    <p:extLst>
      <p:ext uri="{BB962C8B-B14F-4D97-AF65-F5344CB8AC3E}">
        <p14:creationId xmlns:p14="http://schemas.microsoft.com/office/powerpoint/2010/main" val="11787435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70D797-A385-E3CE-0F37-C7F739A235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E52572F7-843A-5782-FFB2-1032562C3C5C}"/>
              </a:ext>
            </a:extLst>
          </p:cNvPr>
          <p:cNvSpPr txBox="1">
            <a:spLocks/>
          </p:cNvSpPr>
          <p:nvPr/>
        </p:nvSpPr>
        <p:spPr>
          <a:xfrm>
            <a:off x="224845" y="172997"/>
            <a:ext cx="10878539" cy="8787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800" b="1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all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Posterama"/>
                <a:ea typeface="+mj-ea"/>
                <a:cs typeface="+mj-cs"/>
              </a:rPr>
              <a:t>About me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378073C-2DA6-A0CB-C0A6-D3B19EE20E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A89718-6B35-4F95-AFF3-F3DDA665684B}" type="slidenum">
              <a:rPr lang="en-US" smtClean="0"/>
              <a:t>3</a:t>
            </a:fld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DE12532-5A5B-170B-DC01-0CCC44C9A53F}"/>
              </a:ext>
            </a:extLst>
          </p:cNvPr>
          <p:cNvSpPr txBox="1"/>
          <p:nvPr/>
        </p:nvSpPr>
        <p:spPr>
          <a:xfrm>
            <a:off x="468581" y="3967032"/>
            <a:ext cx="7970250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prstClr val="black"/>
                </a:solidFill>
                <a:latin typeface="Avenir Next LT Pro Light"/>
              </a:rPr>
              <a:t>BSc in Petroleum Engineering from BHOS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prstClr val="black"/>
                </a:solidFill>
                <a:latin typeface="Avenir Next LT Pro Light"/>
              </a:rPr>
              <a:t>MSc in Petroleum Engineering from ASOIU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prstClr val="black"/>
                </a:solidFill>
                <a:latin typeface="Avenir Next LT Pro Light"/>
              </a:rPr>
              <a:t>4+ years in reservoir engineering and data science @eiLink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prstClr val="black"/>
                </a:solidFill>
                <a:latin typeface="Avenir Next LT Pro Light"/>
              </a:rPr>
              <a:t>Specialized in subsurface modelling and uncertainty-aware predictions</a:t>
            </a:r>
            <a:endParaRPr lang="az-Latn-AZ" sz="2000" dirty="0">
              <a:solidFill>
                <a:prstClr val="black"/>
              </a:solidFill>
              <a:latin typeface="Avenir Next LT Pro Light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FFD96D43-7BAC-4A19-846F-A277EEA0A55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63794" y="1536822"/>
            <a:ext cx="2167237" cy="21672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01127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E8B8BB-06D3-D740-9FF3-66EE2F7587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B63496C6-9E5A-2C6F-CE88-886644A51D33}"/>
              </a:ext>
            </a:extLst>
          </p:cNvPr>
          <p:cNvSpPr txBox="1">
            <a:spLocks/>
          </p:cNvSpPr>
          <p:nvPr/>
        </p:nvSpPr>
        <p:spPr>
          <a:xfrm>
            <a:off x="127425" y="127645"/>
            <a:ext cx="8224622" cy="8787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800" b="1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all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Posterama"/>
                <a:ea typeface="+mj-ea"/>
                <a:cs typeface="+mj-cs"/>
              </a:rPr>
              <a:t>1.1 </a:t>
            </a:r>
            <a:r>
              <a:rPr lang="en-US" sz="3200" dirty="0">
                <a:solidFill>
                  <a:sysClr val="windowText" lastClr="000000"/>
                </a:solidFill>
                <a:latin typeface="Posterama"/>
              </a:rPr>
              <a:t>Supervised machine learning</a:t>
            </a:r>
            <a:endParaRPr kumimoji="0" lang="en-US" sz="3200" b="1" i="0" u="none" strike="noStrike" kern="1200" cap="all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Posterama"/>
              <a:ea typeface="+mj-ea"/>
              <a:cs typeface="+mj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1782273-2BB4-92FF-B163-4E8C69F4AEA0}"/>
              </a:ext>
            </a:extLst>
          </p:cNvPr>
          <p:cNvSpPr txBox="1"/>
          <p:nvPr/>
        </p:nvSpPr>
        <p:spPr>
          <a:xfrm>
            <a:off x="127425" y="729537"/>
            <a:ext cx="12216975" cy="4599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sz="1400" dirty="0">
                <a:solidFill>
                  <a:prstClr val="black"/>
                </a:solidFill>
                <a:latin typeface="Avenir Next LT Pro Light"/>
              </a:rPr>
              <a:t>This is a type of machine learning paradigm where an algorithm learns to map input data to a specific output based on example input-output pairs.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31B905-875A-8C5F-81AF-281D5F2B82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A89718-6B35-4F95-AFF3-F3DDA665684B}" type="slidenum">
              <a:rPr lang="en-US" smtClean="0"/>
              <a:t>4</a:t>
            </a:fld>
            <a:endParaRPr lang="en-US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0D3DF314-F048-6A23-04D2-D3D6E1AC0CA3}"/>
              </a:ext>
            </a:extLst>
          </p:cNvPr>
          <p:cNvGraphicFramePr>
            <a:graphicFrameLocks noGrp="1"/>
          </p:cNvGraphicFramePr>
          <p:nvPr/>
        </p:nvGraphicFramePr>
        <p:xfrm>
          <a:off x="1945329" y="4516249"/>
          <a:ext cx="4007730" cy="1508760"/>
        </p:xfrm>
        <a:graphic>
          <a:graphicData uri="http://schemas.openxmlformats.org/drawingml/2006/table">
            <a:tbl>
              <a:tblPr>
                <a:tableStyleId>{69CF1AB2-1976-4502-BF36-3FF5EA218861}</a:tableStyleId>
              </a:tblPr>
              <a:tblGrid>
                <a:gridCol w="1477336">
                  <a:extLst>
                    <a:ext uri="{9D8B030D-6E8A-4147-A177-3AD203B41FA5}">
                      <a16:colId xmlns:a16="http://schemas.microsoft.com/office/drawing/2014/main" val="2073464926"/>
                    </a:ext>
                  </a:extLst>
                </a:gridCol>
                <a:gridCol w="1194484">
                  <a:extLst>
                    <a:ext uri="{9D8B030D-6E8A-4147-A177-3AD203B41FA5}">
                      <a16:colId xmlns:a16="http://schemas.microsoft.com/office/drawing/2014/main" val="2080108990"/>
                    </a:ext>
                  </a:extLst>
                </a:gridCol>
                <a:gridCol w="1335910">
                  <a:extLst>
                    <a:ext uri="{9D8B030D-6E8A-4147-A177-3AD203B41FA5}">
                      <a16:colId xmlns:a16="http://schemas.microsoft.com/office/drawing/2014/main" val="314469406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b="1" dirty="0"/>
                        <a:t>k (</a:t>
                      </a:r>
                      <a:r>
                        <a:rPr lang="en-US" sz="1050" b="1" dirty="0" err="1"/>
                        <a:t>mD</a:t>
                      </a:r>
                      <a:r>
                        <a:rPr lang="en-US" sz="1050" b="1" dirty="0"/>
                        <a:t>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b="1" dirty="0"/>
                        <a:t>Net Pay (ft)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b="1" dirty="0" err="1"/>
                        <a:t>Sw</a:t>
                      </a:r>
                      <a:endParaRPr lang="en-US" sz="105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515499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dirty="0"/>
                        <a:t>12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/>
                        <a:t>18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/>
                        <a:t>55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6496927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/>
                        <a:t>35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/>
                        <a:t>25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/>
                        <a:t>48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457229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dirty="0"/>
                        <a:t>120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/>
                        <a:t>42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/>
                        <a:t>32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2835283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dirty="0"/>
                        <a:t>250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/>
                        <a:t>55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/>
                        <a:t>28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5630439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dirty="0"/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dirty="0"/>
                        <a:t>15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dirty="0"/>
                        <a:t>60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37055917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12671B39-AB89-7B42-B913-8EE66258BC0B}"/>
              </a:ext>
            </a:extLst>
          </p:cNvPr>
          <p:cNvGraphicFramePr>
            <a:graphicFrameLocks noGrp="1"/>
          </p:cNvGraphicFramePr>
          <p:nvPr/>
        </p:nvGraphicFramePr>
        <p:xfrm>
          <a:off x="8047202" y="4454681"/>
          <a:ext cx="1982624" cy="1673782"/>
        </p:xfrm>
        <a:graphic>
          <a:graphicData uri="http://schemas.openxmlformats.org/drawingml/2006/table">
            <a:tbl>
              <a:tblPr>
                <a:tableStyleId>{69CF1AB2-1976-4502-BF36-3FF5EA218861}</a:tableStyleId>
              </a:tblPr>
              <a:tblGrid>
                <a:gridCol w="1982624">
                  <a:extLst>
                    <a:ext uri="{9D8B030D-6E8A-4147-A177-3AD203B41FA5}">
                      <a16:colId xmlns:a16="http://schemas.microsoft.com/office/drawing/2014/main" val="3422204330"/>
                    </a:ext>
                  </a:extLst>
                </a:gridCol>
              </a:tblGrid>
              <a:tr h="30218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Productivity (y)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56977188"/>
                  </a:ext>
                </a:extLst>
              </a:tr>
              <a:tr h="26090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8225525"/>
                  </a:ext>
                </a:extLst>
              </a:tr>
              <a:tr h="26090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21142067"/>
                  </a:ext>
                </a:extLst>
              </a:tr>
              <a:tr h="26090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65832233"/>
                  </a:ext>
                </a:extLst>
              </a:tr>
              <a:tr h="26063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46770527"/>
                  </a:ext>
                </a:extLst>
              </a:tr>
              <a:tr h="26090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39463078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A53A3DD8-9522-D464-618C-280C07A4D69C}"/>
              </a:ext>
            </a:extLst>
          </p:cNvPr>
          <p:cNvSpPr txBox="1"/>
          <p:nvPr/>
        </p:nvSpPr>
        <p:spPr>
          <a:xfrm>
            <a:off x="986558" y="4178766"/>
            <a:ext cx="891591" cy="186204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500" dirty="0">
                <a:latin typeface="Gabriola" panose="04040605051002020D02" pitchFamily="82" charset="0"/>
                <a:cs typeface="Arabic Typesetting" panose="020F0502020204030204" pitchFamily="66" charset="-78"/>
              </a:rPr>
              <a:t>f(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EE1BF6D-4D76-CF4C-2CB5-2B2B8B133121}"/>
              </a:ext>
            </a:extLst>
          </p:cNvPr>
          <p:cNvSpPr txBox="1"/>
          <p:nvPr/>
        </p:nvSpPr>
        <p:spPr>
          <a:xfrm>
            <a:off x="5994839" y="4233748"/>
            <a:ext cx="771257" cy="1862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500" dirty="0">
                <a:latin typeface="Gabriola" panose="04040605051002020D02" pitchFamily="82" charset="0"/>
                <a:cs typeface="Arabic Typesetting" panose="020F0502020204030204" pitchFamily="66" charset="-78"/>
              </a:rPr>
              <a:t>)</a:t>
            </a:r>
            <a:endParaRPr lang="en-US" sz="115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99BE2E5-8384-E08F-F6E1-C804FA29EC48}"/>
              </a:ext>
            </a:extLst>
          </p:cNvPr>
          <p:cNvSpPr txBox="1"/>
          <p:nvPr/>
        </p:nvSpPr>
        <p:spPr>
          <a:xfrm>
            <a:off x="6766096" y="3912472"/>
            <a:ext cx="1101272" cy="22159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3800" dirty="0">
                <a:latin typeface="Gabriola" panose="04040605051002020D02" pitchFamily="82" charset="0"/>
                <a:cs typeface="Arabic Typesetting" panose="020F0502020204030204" pitchFamily="66" charset="-78"/>
              </a:rPr>
              <a:t>=</a:t>
            </a:r>
            <a:endParaRPr lang="en-US" sz="13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E9F21C89-7A82-70B4-E81A-8D71D39E23E1}"/>
                  </a:ext>
                </a:extLst>
              </p:cNvPr>
              <p:cNvSpPr txBox="1"/>
              <p:nvPr/>
            </p:nvSpPr>
            <p:spPr>
              <a:xfrm>
                <a:off x="3282247" y="1543414"/>
                <a:ext cx="2757422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400" b="0" i="0" smtClean="0">
                          <a:latin typeface="Cambria Math" panose="02040503050406030204" pitchFamily="18" charset="0"/>
                        </a:rPr>
                        <m:t>Y</m:t>
                      </m:r>
                      <m:r>
                        <a:rPr lang="en-US" sz="2400" b="0" i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2400" b="0" i="0" smtClean="0">
                          <a:latin typeface="Cambria Math" panose="02040503050406030204" pitchFamily="18" charset="0"/>
                        </a:rPr>
                        <m:t>f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400" b="0" i="0" smtClean="0">
                                  <a:latin typeface="Cambria Math" panose="02040503050406030204" pitchFamily="18" charset="0"/>
                                </a:rPr>
                                <m:t>x</m:t>
                              </m:r>
                            </m:e>
                            <m:sub>
                              <m:r>
                                <a:rPr lang="en-US" sz="2400" b="0" i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400" b="0" i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400" b="0" i="0" smtClean="0">
                                  <a:latin typeface="Cambria Math" panose="02040503050406030204" pitchFamily="18" charset="0"/>
                                </a:rPr>
                                <m:t>x</m:t>
                              </m:r>
                            </m:e>
                            <m:sub>
                              <m:r>
                                <a:rPr lang="en-US" sz="2400" b="0" i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2400" b="0" i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400" b="0" i="0" smtClean="0">
                                  <a:latin typeface="Cambria Math" panose="02040503050406030204" pitchFamily="18" charset="0"/>
                                </a:rPr>
                                <m:t>x</m:t>
                              </m:r>
                            </m:e>
                            <m:sub>
                              <m:r>
                                <a:rPr lang="en-US" sz="2400" b="0" i="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  <m:r>
                        <a:rPr lang="en-US" sz="2400" b="0" i="0" smtClean="0">
                          <a:latin typeface="Cambria Math" panose="02040503050406030204" pitchFamily="18" charset="0"/>
                        </a:rPr>
                        <m:t> + </m:t>
                      </m:r>
                      <m:r>
                        <a:rPr lang="el-GR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𝜀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E9F21C89-7A82-70B4-E81A-8D71D39E23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82247" y="1543414"/>
                <a:ext cx="2757422" cy="369332"/>
              </a:xfrm>
              <a:prstGeom prst="rect">
                <a:avLst/>
              </a:prstGeom>
              <a:blipFill>
                <a:blip r:embed="rId3"/>
                <a:stretch>
                  <a:fillRect l="-1987" r="-662" b="-131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CBD63934-AE9B-7A32-6985-59B40F6CD45D}"/>
              </a:ext>
            </a:extLst>
          </p:cNvPr>
          <p:cNvCxnSpPr>
            <a:cxnSpLocks/>
          </p:cNvCxnSpPr>
          <p:nvPr/>
        </p:nvCxnSpPr>
        <p:spPr>
          <a:xfrm flipH="1">
            <a:off x="1877914" y="1912746"/>
            <a:ext cx="1225550" cy="27415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10D55C63-EE3B-73C6-979C-07AB97BEF38A}"/>
              </a:ext>
            </a:extLst>
          </p:cNvPr>
          <p:cNvSpPr txBox="1"/>
          <p:nvPr/>
        </p:nvSpPr>
        <p:spPr>
          <a:xfrm>
            <a:off x="867855" y="2258002"/>
            <a:ext cx="178271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prstClr val="black"/>
                </a:solidFill>
                <a:latin typeface="Avenir Next LT Pro Light"/>
              </a:rPr>
              <a:t>Target</a:t>
            </a:r>
          </a:p>
          <a:p>
            <a:r>
              <a:rPr lang="en-US" dirty="0">
                <a:solidFill>
                  <a:prstClr val="black"/>
                </a:solidFill>
                <a:latin typeface="Avenir Next LT Pro Light"/>
              </a:rPr>
              <a:t>Response</a:t>
            </a:r>
          </a:p>
          <a:p>
            <a:r>
              <a:rPr lang="en-US" dirty="0">
                <a:solidFill>
                  <a:prstClr val="black"/>
                </a:solidFill>
                <a:latin typeface="Avenir Next LT Pro Light"/>
              </a:rPr>
              <a:t>Independent </a:t>
            </a:r>
            <a:endParaRPr lang="en-US" dirty="0"/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CAAC69C6-0CAC-F1DD-C51C-A754C54C464C}"/>
              </a:ext>
            </a:extLst>
          </p:cNvPr>
          <p:cNvCxnSpPr>
            <a:cxnSpLocks/>
          </p:cNvCxnSpPr>
          <p:nvPr/>
        </p:nvCxnSpPr>
        <p:spPr>
          <a:xfrm>
            <a:off x="4905828" y="2110981"/>
            <a:ext cx="123372" cy="69027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E37C1002-D03A-67DC-1FDE-A83E19BC55B4}"/>
              </a:ext>
            </a:extLst>
          </p:cNvPr>
          <p:cNvSpPr txBox="1"/>
          <p:nvPr/>
        </p:nvSpPr>
        <p:spPr>
          <a:xfrm>
            <a:off x="4591772" y="2869644"/>
            <a:ext cx="178271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prstClr val="black"/>
                </a:solidFill>
                <a:latin typeface="Avenir Next LT Pro Light"/>
              </a:rPr>
              <a:t>Predictor</a:t>
            </a:r>
          </a:p>
          <a:p>
            <a:r>
              <a:rPr lang="en-US" dirty="0">
                <a:solidFill>
                  <a:prstClr val="black"/>
                </a:solidFill>
                <a:latin typeface="Avenir Next LT Pro Light"/>
              </a:rPr>
              <a:t>Input</a:t>
            </a:r>
          </a:p>
          <a:p>
            <a:r>
              <a:rPr lang="en-US" dirty="0">
                <a:solidFill>
                  <a:prstClr val="black"/>
                </a:solidFill>
                <a:latin typeface="Avenir Next LT Pro Light"/>
              </a:rPr>
              <a:t>Dependent </a:t>
            </a:r>
            <a:endParaRPr lang="en-US" dirty="0"/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02F31DBF-3B41-62DF-984C-2812798BD88B}"/>
              </a:ext>
            </a:extLst>
          </p:cNvPr>
          <p:cNvCxnSpPr>
            <a:cxnSpLocks/>
          </p:cNvCxnSpPr>
          <p:nvPr/>
        </p:nvCxnSpPr>
        <p:spPr>
          <a:xfrm>
            <a:off x="6096000" y="1954017"/>
            <a:ext cx="943429" cy="57146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1E61E98F-5A0F-2EB0-B3C1-2397E35BF25F}"/>
              </a:ext>
            </a:extLst>
          </p:cNvPr>
          <p:cNvSpPr txBox="1"/>
          <p:nvPr/>
        </p:nvSpPr>
        <p:spPr>
          <a:xfrm>
            <a:off x="7039429" y="2436457"/>
            <a:ext cx="2452914" cy="15081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prstClr val="black"/>
                </a:solidFill>
                <a:latin typeface="Avenir Next LT Pro Light"/>
              </a:rPr>
              <a:t>Irreducible error</a:t>
            </a:r>
          </a:p>
          <a:p>
            <a:endParaRPr lang="en-US" dirty="0">
              <a:solidFill>
                <a:prstClr val="black"/>
              </a:solidFill>
              <a:latin typeface="Avenir Next LT Pro Light"/>
            </a:endParaRPr>
          </a:p>
          <a:p>
            <a:r>
              <a:rPr lang="en-US" sz="1400" dirty="0">
                <a:solidFill>
                  <a:prstClr val="black"/>
                </a:solidFill>
                <a:latin typeface="Avenir Next LT Pro Light"/>
              </a:rPr>
              <a:t>Caused by</a:t>
            </a:r>
          </a:p>
          <a:p>
            <a:r>
              <a:rPr lang="en-US" sz="1400" dirty="0">
                <a:solidFill>
                  <a:prstClr val="black"/>
                </a:solidFill>
                <a:latin typeface="Avenir Next LT Pro Light"/>
              </a:rPr>
              <a:t>1.</a:t>
            </a:r>
          </a:p>
          <a:p>
            <a:r>
              <a:rPr lang="en-US" sz="1400" dirty="0">
                <a:solidFill>
                  <a:prstClr val="black"/>
                </a:solidFill>
                <a:latin typeface="Avenir Next LT Pro Light"/>
              </a:rPr>
              <a:t>2.</a:t>
            </a:r>
          </a:p>
          <a:p>
            <a:r>
              <a:rPr lang="en-US" sz="1400" dirty="0">
                <a:solidFill>
                  <a:prstClr val="black"/>
                </a:solidFill>
                <a:latin typeface="Avenir Next LT Pro Light"/>
              </a:rPr>
              <a:t>Bonus:</a:t>
            </a:r>
            <a:endParaRPr lang="en-US" sz="1400" dirty="0"/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F8F23097-5BD6-59C3-401B-BFBE82D7926D}"/>
              </a:ext>
            </a:extLst>
          </p:cNvPr>
          <p:cNvCxnSpPr>
            <a:cxnSpLocks/>
          </p:cNvCxnSpPr>
          <p:nvPr/>
        </p:nvCxnSpPr>
        <p:spPr>
          <a:xfrm flipH="1">
            <a:off x="3460360" y="1990615"/>
            <a:ext cx="362857" cy="61810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A495B410-0EE3-35F3-18B7-FD78CF70E51A}"/>
              </a:ext>
            </a:extLst>
          </p:cNvPr>
          <p:cNvSpPr txBox="1"/>
          <p:nvPr/>
        </p:nvSpPr>
        <p:spPr>
          <a:xfrm>
            <a:off x="2535726" y="2686590"/>
            <a:ext cx="178271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prstClr val="black"/>
                </a:solidFill>
                <a:latin typeface="Avenir Next LT Pro Light"/>
              </a:rPr>
              <a:t>Deterministic structure relating 𝑥 to 𝑦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16563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717250-EE0F-D687-5665-1464F6D819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B92E73ED-BCE3-F396-E262-D37C094F464D}"/>
              </a:ext>
            </a:extLst>
          </p:cNvPr>
          <p:cNvSpPr txBox="1">
            <a:spLocks/>
          </p:cNvSpPr>
          <p:nvPr/>
        </p:nvSpPr>
        <p:spPr>
          <a:xfrm>
            <a:off x="127425" y="127645"/>
            <a:ext cx="8224622" cy="8787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800" b="1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all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Posterama"/>
                <a:ea typeface="+mj-ea"/>
                <a:cs typeface="+mj-cs"/>
              </a:rPr>
              <a:t>1.1 Assumptions of </a:t>
            </a:r>
            <a:r>
              <a:rPr lang="en-US" sz="3200" dirty="0">
                <a:solidFill>
                  <a:sysClr val="windowText" lastClr="000000"/>
                </a:solidFill>
                <a:latin typeface="Posterama"/>
              </a:rPr>
              <a:t>Supervised ML</a:t>
            </a:r>
            <a:endParaRPr kumimoji="0" lang="en-US" sz="3200" b="1" i="0" u="none" strike="noStrike" kern="1200" cap="all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Posterama"/>
              <a:ea typeface="+mj-ea"/>
              <a:cs typeface="+mj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C888ED4-A962-117A-0BCA-D33B1B16884F}"/>
              </a:ext>
            </a:extLst>
          </p:cNvPr>
          <p:cNvSpPr txBox="1"/>
          <p:nvPr/>
        </p:nvSpPr>
        <p:spPr>
          <a:xfrm>
            <a:off x="127425" y="839840"/>
            <a:ext cx="12216975" cy="4599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sz="1400" dirty="0">
                <a:solidFill>
                  <a:prstClr val="black"/>
                </a:solidFill>
                <a:latin typeface="Avenir Next LT Pro Light"/>
              </a:rPr>
              <a:t>The word “prediction” sounds magical. In reality, it rests on </a:t>
            </a:r>
            <a:r>
              <a:rPr lang="en-US" sz="1400" b="1" dirty="0">
                <a:solidFill>
                  <a:prstClr val="black"/>
                </a:solidFill>
                <a:latin typeface="Avenir Next LT Pro Light"/>
              </a:rPr>
              <a:t>two fundamental statistical assumptions: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14210D-FED1-59DE-C096-24F90FB8F0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A89718-6B35-4F95-AFF3-F3DDA665684B}" type="slidenum">
              <a:rPr lang="en-US" smtClean="0"/>
              <a:t>5</a:t>
            </a:fld>
            <a:endParaRPr lang="en-US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54C98B3A-BC62-9F96-D321-1F3C9719D312}"/>
              </a:ext>
            </a:extLst>
          </p:cNvPr>
          <p:cNvGraphicFramePr>
            <a:graphicFrameLocks noGrp="1"/>
          </p:cNvGraphicFramePr>
          <p:nvPr/>
        </p:nvGraphicFramePr>
        <p:xfrm>
          <a:off x="8045583" y="5106838"/>
          <a:ext cx="1982624" cy="822960"/>
        </p:xfrm>
        <a:graphic>
          <a:graphicData uri="http://schemas.openxmlformats.org/drawingml/2006/table">
            <a:tbl>
              <a:tblPr>
                <a:tableStyleId>{69CF1AB2-1976-4502-BF36-3FF5EA218861}</a:tableStyleId>
              </a:tblPr>
              <a:tblGrid>
                <a:gridCol w="1982624">
                  <a:extLst>
                    <a:ext uri="{9D8B030D-6E8A-4147-A177-3AD203B41FA5}">
                      <a16:colId xmlns:a16="http://schemas.microsoft.com/office/drawing/2014/main" val="3422204330"/>
                    </a:ext>
                  </a:extLst>
                </a:gridCol>
              </a:tblGrid>
              <a:tr h="21731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Productivity (y)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56977188"/>
                  </a:ext>
                </a:extLst>
              </a:tr>
              <a:tr h="26090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?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8225525"/>
                  </a:ext>
                </a:extLst>
              </a:tr>
              <a:tr h="26090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?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21142067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787CC1A7-C8B8-ACE1-81B1-21B41156C967}"/>
              </a:ext>
            </a:extLst>
          </p:cNvPr>
          <p:cNvSpPr txBox="1"/>
          <p:nvPr/>
        </p:nvSpPr>
        <p:spPr>
          <a:xfrm>
            <a:off x="1032565" y="4382801"/>
            <a:ext cx="891591" cy="186204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500" dirty="0">
                <a:latin typeface="Gabriola" panose="04040605051002020D02" pitchFamily="82" charset="0"/>
                <a:cs typeface="Arabic Typesetting" panose="020F0502020204030204" pitchFamily="66" charset="-78"/>
              </a:rPr>
              <a:t>f(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33EF3A0-501F-5686-8628-32947A85D681}"/>
              </a:ext>
            </a:extLst>
          </p:cNvPr>
          <p:cNvSpPr txBox="1"/>
          <p:nvPr/>
        </p:nvSpPr>
        <p:spPr>
          <a:xfrm>
            <a:off x="6040846" y="4437783"/>
            <a:ext cx="771257" cy="1862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500" dirty="0">
                <a:latin typeface="Gabriola" panose="04040605051002020D02" pitchFamily="82" charset="0"/>
                <a:cs typeface="Arabic Typesetting" panose="020F0502020204030204" pitchFamily="66" charset="-78"/>
              </a:rPr>
              <a:t>)</a:t>
            </a:r>
            <a:endParaRPr lang="en-US" sz="115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CC0D70C-11D6-22E1-037D-20A4F2916962}"/>
              </a:ext>
            </a:extLst>
          </p:cNvPr>
          <p:cNvSpPr txBox="1"/>
          <p:nvPr/>
        </p:nvSpPr>
        <p:spPr>
          <a:xfrm>
            <a:off x="6673702" y="4205829"/>
            <a:ext cx="1101272" cy="22159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3800" dirty="0">
                <a:latin typeface="Gabriola" panose="04040605051002020D02" pitchFamily="82" charset="0"/>
                <a:cs typeface="Arabic Typesetting" panose="020F0502020204030204" pitchFamily="66" charset="-78"/>
              </a:rPr>
              <a:t>=</a:t>
            </a:r>
            <a:endParaRPr lang="en-US" sz="13800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B13BE94E-6BE2-CADF-2D4E-15D184F26CC8}"/>
              </a:ext>
            </a:extLst>
          </p:cNvPr>
          <p:cNvGraphicFramePr>
            <a:graphicFrameLocks noGrp="1"/>
          </p:cNvGraphicFramePr>
          <p:nvPr/>
        </p:nvGraphicFramePr>
        <p:xfrm>
          <a:off x="1991697" y="5118417"/>
          <a:ext cx="4007730" cy="754380"/>
        </p:xfrm>
        <a:graphic>
          <a:graphicData uri="http://schemas.openxmlformats.org/drawingml/2006/table">
            <a:tbl>
              <a:tblPr>
                <a:tableStyleId>{69CF1AB2-1976-4502-BF36-3FF5EA218861}</a:tableStyleId>
              </a:tblPr>
              <a:tblGrid>
                <a:gridCol w="1477336">
                  <a:extLst>
                    <a:ext uri="{9D8B030D-6E8A-4147-A177-3AD203B41FA5}">
                      <a16:colId xmlns:a16="http://schemas.microsoft.com/office/drawing/2014/main" val="740269229"/>
                    </a:ext>
                  </a:extLst>
                </a:gridCol>
                <a:gridCol w="1194484">
                  <a:extLst>
                    <a:ext uri="{9D8B030D-6E8A-4147-A177-3AD203B41FA5}">
                      <a16:colId xmlns:a16="http://schemas.microsoft.com/office/drawing/2014/main" val="81006765"/>
                    </a:ext>
                  </a:extLst>
                </a:gridCol>
                <a:gridCol w="1335910">
                  <a:extLst>
                    <a:ext uri="{9D8B030D-6E8A-4147-A177-3AD203B41FA5}">
                      <a16:colId xmlns:a16="http://schemas.microsoft.com/office/drawing/2014/main" val="286374082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b="1" dirty="0"/>
                        <a:t>k (</a:t>
                      </a:r>
                      <a:r>
                        <a:rPr lang="en-US" sz="1050" b="1" dirty="0" err="1"/>
                        <a:t>mD</a:t>
                      </a:r>
                      <a:r>
                        <a:rPr lang="en-US" sz="1050" b="1" dirty="0"/>
                        <a:t>)</a:t>
                      </a:r>
                    </a:p>
                  </a:txBody>
                  <a:tcPr anchor="ctr">
                    <a:solidFill>
                      <a:srgbClr val="F3800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b="1" dirty="0"/>
                        <a:t>Net Pay (ft)</a:t>
                      </a:r>
                    </a:p>
                  </a:txBody>
                  <a:tcPr anchor="ctr">
                    <a:solidFill>
                      <a:srgbClr val="F3800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b="1" dirty="0" err="1"/>
                        <a:t>Sw</a:t>
                      </a:r>
                      <a:endParaRPr lang="en-US" sz="1050" b="1" dirty="0"/>
                    </a:p>
                  </a:txBody>
                  <a:tcPr anchor="ctr">
                    <a:solidFill>
                      <a:srgbClr val="F3800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55594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dirty="0"/>
                        <a:t>1200</a:t>
                      </a:r>
                    </a:p>
                  </a:txBody>
                  <a:tcPr anchor="ctr">
                    <a:solidFill>
                      <a:srgbClr val="F3800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dirty="0"/>
                        <a:t>2</a:t>
                      </a:r>
                    </a:p>
                  </a:txBody>
                  <a:tcPr anchor="ctr">
                    <a:solidFill>
                      <a:srgbClr val="F3800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dirty="0"/>
                        <a:t>89</a:t>
                      </a:r>
                    </a:p>
                  </a:txBody>
                  <a:tcPr anchor="ctr">
                    <a:solidFill>
                      <a:srgbClr val="F3800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5887651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dirty="0"/>
                        <a:t>1800</a:t>
                      </a:r>
                    </a:p>
                  </a:txBody>
                  <a:tcPr anchor="ctr">
                    <a:solidFill>
                      <a:srgbClr val="F3800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dirty="0"/>
                        <a:t>1</a:t>
                      </a:r>
                    </a:p>
                  </a:txBody>
                  <a:tcPr anchor="ctr">
                    <a:solidFill>
                      <a:srgbClr val="F3800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dirty="0"/>
                        <a:t>78</a:t>
                      </a:r>
                    </a:p>
                  </a:txBody>
                  <a:tcPr anchor="ctr">
                    <a:solidFill>
                      <a:srgbClr val="F3800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9725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9A1E9863-B119-CB1A-74C5-FA672AA1F389}"/>
              </a:ext>
            </a:extLst>
          </p:cNvPr>
          <p:cNvSpPr txBox="1"/>
          <p:nvPr/>
        </p:nvSpPr>
        <p:spPr>
          <a:xfrm>
            <a:off x="192151" y="1449971"/>
            <a:ext cx="12216975" cy="8908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200000"/>
              </a:lnSpc>
              <a:buAutoNum type="arabicParenR"/>
            </a:pPr>
            <a:r>
              <a:rPr lang="en-US" sz="1400" dirty="0">
                <a:solidFill>
                  <a:prstClr val="black"/>
                </a:solidFill>
                <a:latin typeface="Avenir Next LT Pro Light"/>
              </a:rPr>
              <a:t>There is a probability distribution D over (x, y) pairs</a:t>
            </a:r>
          </a:p>
          <a:p>
            <a:pPr marL="342900" indent="-342900">
              <a:lnSpc>
                <a:spcPct val="200000"/>
              </a:lnSpc>
              <a:buAutoNum type="arabicParenR"/>
            </a:pPr>
            <a:r>
              <a:rPr lang="en-US" sz="1400" dirty="0">
                <a:solidFill>
                  <a:prstClr val="black"/>
                </a:solidFill>
                <a:latin typeface="Avenir Next LT Pro Light"/>
              </a:rPr>
              <a:t>The training and test data are random samples (x1, y1), . . . ,(</a:t>
            </a:r>
            <a:r>
              <a:rPr lang="en-US" sz="1400" dirty="0" err="1">
                <a:solidFill>
                  <a:prstClr val="black"/>
                </a:solidFill>
                <a:latin typeface="Avenir Next LT Pro Light"/>
              </a:rPr>
              <a:t>xn</a:t>
            </a:r>
            <a:r>
              <a:rPr lang="en-US" sz="1400" dirty="0">
                <a:solidFill>
                  <a:prstClr val="black"/>
                </a:solidFill>
                <a:latin typeface="Avenir Next LT Pro Light"/>
              </a:rPr>
              <a:t>, </a:t>
            </a:r>
            <a:r>
              <a:rPr lang="en-US" sz="1400" dirty="0" err="1">
                <a:solidFill>
                  <a:prstClr val="black"/>
                </a:solidFill>
                <a:latin typeface="Avenir Next LT Pro Light"/>
              </a:rPr>
              <a:t>yn</a:t>
            </a:r>
            <a:r>
              <a:rPr lang="en-US" sz="1400" dirty="0">
                <a:solidFill>
                  <a:prstClr val="black"/>
                </a:solidFill>
                <a:latin typeface="Avenir Next LT Pro Light"/>
              </a:rPr>
              <a:t>),(x, y) </a:t>
            </a:r>
            <a:r>
              <a:rPr lang="en-US" sz="1400" dirty="0" err="1">
                <a:solidFill>
                  <a:prstClr val="black"/>
                </a:solidFill>
                <a:latin typeface="Avenir Next LT Pro Light"/>
              </a:rPr>
              <a:t>i.i.d.</a:t>
            </a:r>
            <a:r>
              <a:rPr lang="en-US" sz="1400" dirty="0">
                <a:solidFill>
                  <a:prstClr val="black"/>
                </a:solidFill>
                <a:latin typeface="Avenir Next LT Pro Light"/>
              </a:rPr>
              <a:t> ∼ D</a:t>
            </a:r>
            <a:endParaRPr lang="en-US" sz="1400" b="1" dirty="0">
              <a:solidFill>
                <a:prstClr val="black"/>
              </a:solidFill>
              <a:latin typeface="Avenir Next LT Pro Light"/>
            </a:endParaRP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CD443D1B-C6B6-4DA0-7083-A4140BD90A9C}"/>
              </a:ext>
            </a:extLst>
          </p:cNvPr>
          <p:cNvSpPr txBox="1"/>
          <p:nvPr/>
        </p:nvSpPr>
        <p:spPr>
          <a:xfrm>
            <a:off x="315890" y="3087781"/>
            <a:ext cx="621574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>
                <a:solidFill>
                  <a:prstClr val="black"/>
                </a:solidFill>
                <a:latin typeface="Avenir Next LT Pro Light"/>
              </a:rPr>
              <a:t>i.i.d</a:t>
            </a:r>
            <a:r>
              <a:rPr lang="en-US" dirty="0">
                <a:solidFill>
                  <a:prstClr val="black"/>
                </a:solidFill>
                <a:latin typeface="Avenir Next LT Pro Light"/>
              </a:rPr>
              <a:t> = independent and identically distributed</a:t>
            </a:r>
            <a:r>
              <a:rPr lang="en-US" sz="1800" dirty="0">
                <a:solidFill>
                  <a:prstClr val="black"/>
                </a:solidFill>
                <a:latin typeface="Avenir Next LT Pro Light"/>
              </a:rPr>
              <a:t> </a:t>
            </a:r>
            <a:endParaRPr lang="en-US" dirty="0"/>
          </a:p>
        </p:txBody>
      </p: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C8016626-BF77-304B-2263-6BDCA55F3894}"/>
              </a:ext>
            </a:extLst>
          </p:cNvPr>
          <p:cNvCxnSpPr>
            <a:cxnSpLocks/>
          </p:cNvCxnSpPr>
          <p:nvPr/>
        </p:nvCxnSpPr>
        <p:spPr>
          <a:xfrm flipV="1">
            <a:off x="5332319" y="2766285"/>
            <a:ext cx="2398627" cy="50456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8" name="Picture 2">
            <a:extLst>
              <a:ext uri="{FF2B5EF4-FFF2-40B4-BE49-F238E27FC236}">
                <a16:creationId xmlns:a16="http://schemas.microsoft.com/office/drawing/2014/main" id="{2AE2C7F5-8799-F42E-1425-399B7BDC01E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246" r="73555"/>
          <a:stretch>
            <a:fillRect/>
          </a:stretch>
        </p:blipFill>
        <p:spPr bwMode="auto">
          <a:xfrm>
            <a:off x="8990888" y="1126175"/>
            <a:ext cx="2461524" cy="19437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4CD03AA4-6933-02BD-BE83-03C8BC57F560}"/>
              </a:ext>
            </a:extLst>
          </p:cNvPr>
          <p:cNvCxnSpPr>
            <a:cxnSpLocks/>
          </p:cNvCxnSpPr>
          <p:nvPr/>
        </p:nvCxnSpPr>
        <p:spPr>
          <a:xfrm>
            <a:off x="5332319" y="3274045"/>
            <a:ext cx="2246227" cy="63842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TextBox 72">
            <a:extLst>
              <a:ext uri="{FF2B5EF4-FFF2-40B4-BE49-F238E27FC236}">
                <a16:creationId xmlns:a16="http://schemas.microsoft.com/office/drawing/2014/main" id="{1DA3BCA5-2358-FC3F-9E7C-5F657D09A7ED}"/>
              </a:ext>
            </a:extLst>
          </p:cNvPr>
          <p:cNvSpPr txBox="1"/>
          <p:nvPr/>
        </p:nvSpPr>
        <p:spPr>
          <a:xfrm>
            <a:off x="8737846" y="3566562"/>
            <a:ext cx="3394461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prstClr val="black"/>
                </a:solidFill>
                <a:latin typeface="Avenir Next LT Pro Light"/>
              </a:rPr>
              <a:t>Each (</a:t>
            </a:r>
            <a:r>
              <a:rPr lang="en-US" dirty="0" err="1">
                <a:solidFill>
                  <a:prstClr val="black"/>
                </a:solidFill>
                <a:latin typeface="Avenir Next LT Pro Light"/>
              </a:rPr>
              <a:t>x,y</a:t>
            </a:r>
            <a:r>
              <a:rPr lang="en-US" dirty="0">
                <a:solidFill>
                  <a:prstClr val="black"/>
                </a:solidFill>
                <a:latin typeface="Avenir Next LT Pro Light"/>
              </a:rPr>
              <a:t>) pair is randomly drawn from a population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71657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EB9FF1F8-D2D2-7E02-AB3C-738D4EEA725C}"/>
              </a:ext>
            </a:extLst>
          </p:cNvPr>
          <p:cNvSpPr txBox="1">
            <a:spLocks/>
          </p:cNvSpPr>
          <p:nvPr/>
        </p:nvSpPr>
        <p:spPr>
          <a:xfrm>
            <a:off x="322611" y="2076396"/>
            <a:ext cx="10878539" cy="8787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800" b="1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200" dirty="0">
                <a:solidFill>
                  <a:sysClr val="windowText" lastClr="000000"/>
                </a:solidFill>
                <a:latin typeface="Posterama"/>
              </a:rPr>
              <a:t>2</a:t>
            </a:r>
            <a:r>
              <a:rPr kumimoji="0" lang="en-US" sz="3200" b="1" i="0" u="none" strike="noStrike" kern="1200" cap="all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Posterama"/>
                <a:ea typeface="+mj-ea"/>
                <a:cs typeface="+mj-cs"/>
              </a:rPr>
              <a:t>. </a:t>
            </a:r>
            <a:r>
              <a:rPr lang="en-US" sz="3200" dirty="0">
                <a:solidFill>
                  <a:sysClr val="windowText" lastClr="000000"/>
                </a:solidFill>
                <a:latin typeface="Posterama"/>
              </a:rPr>
              <a:t>Regression</a:t>
            </a:r>
            <a:endParaRPr kumimoji="0" lang="en-US" sz="3200" b="1" i="0" u="none" strike="noStrike" kern="1200" cap="all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Posterama"/>
              <a:ea typeface="+mj-ea"/>
              <a:cs typeface="+mj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27F754C-22B0-05C5-1953-AD492AC5C9A0}"/>
              </a:ext>
            </a:extLst>
          </p:cNvPr>
          <p:cNvSpPr txBox="1"/>
          <p:nvPr/>
        </p:nvSpPr>
        <p:spPr>
          <a:xfrm>
            <a:off x="322611" y="2827631"/>
            <a:ext cx="7056583" cy="4201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prstClr val="black"/>
                </a:solidFill>
                <a:latin typeface="Avenir Next LT Pro Light"/>
              </a:rPr>
              <a:t>Nadir Zeynalli</a:t>
            </a:r>
            <a:endParaRPr lang="en-ZA" sz="1600" dirty="0">
              <a:solidFill>
                <a:prstClr val="black"/>
              </a:solidFill>
              <a:latin typeface="Avenir Next LT Pro Light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172FB9B-B737-3E34-9DB8-ABBA178B65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A89718-6B35-4F95-AFF3-F3DDA665684B}" type="slidenum">
              <a:rPr lang="en-US" smtClean="0"/>
              <a:t>6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0F994E6-9ED9-A6B1-97BF-61D3C92671E8}"/>
              </a:ext>
            </a:extLst>
          </p:cNvPr>
          <p:cNvSpPr txBox="1"/>
          <p:nvPr/>
        </p:nvSpPr>
        <p:spPr>
          <a:xfrm>
            <a:off x="322611" y="3497457"/>
            <a:ext cx="6096000" cy="341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1" cap="all" dirty="0">
                <a:solidFill>
                  <a:sysClr val="windowText" lastClr="000000"/>
                </a:solidFill>
                <a:latin typeface="Posterama"/>
                <a:ea typeface="+mj-ea"/>
                <a:cs typeface="+mj-cs"/>
              </a:rPr>
              <a:t>2.</a:t>
            </a:r>
            <a:r>
              <a:rPr kumimoji="0" lang="en-US" sz="1800" b="1" i="0" u="none" strike="noStrike" kern="1200" cap="all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Posterama"/>
                <a:ea typeface="+mj-ea"/>
                <a:cs typeface="+mj-cs"/>
              </a:rPr>
              <a:t>1 Linear regression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08DCE4B-C705-75D6-126D-5D18748F630D}"/>
              </a:ext>
            </a:extLst>
          </p:cNvPr>
          <p:cNvSpPr txBox="1"/>
          <p:nvPr/>
        </p:nvSpPr>
        <p:spPr>
          <a:xfrm>
            <a:off x="322611" y="3994913"/>
            <a:ext cx="6096000" cy="341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1" cap="all" dirty="0">
                <a:solidFill>
                  <a:sysClr val="windowText" lastClr="000000"/>
                </a:solidFill>
                <a:latin typeface="Posterama"/>
                <a:ea typeface="+mj-ea"/>
                <a:cs typeface="+mj-cs"/>
              </a:rPr>
              <a:t>2</a:t>
            </a:r>
            <a:r>
              <a:rPr kumimoji="0" lang="en-US" sz="1800" b="1" i="0" u="none" strike="noStrike" kern="1200" cap="all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Posterama"/>
                <a:ea typeface="+mj-ea"/>
                <a:cs typeface="+mj-cs"/>
              </a:rPr>
              <a:t>.</a:t>
            </a:r>
            <a:r>
              <a:rPr kumimoji="0" lang="az-Latn-AZ" sz="1800" b="1" i="0" u="none" strike="noStrike" kern="1200" cap="all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Posterama"/>
                <a:ea typeface="+mj-ea"/>
                <a:cs typeface="+mj-cs"/>
              </a:rPr>
              <a:t>2</a:t>
            </a:r>
            <a:r>
              <a:rPr kumimoji="0" lang="en-US" sz="1800" b="1" i="0" u="none" strike="noStrike" kern="1200" cap="all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Posterama"/>
                <a:ea typeface="+mj-ea"/>
                <a:cs typeface="+mj-cs"/>
              </a:rPr>
              <a:t> Cost function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3CCC8D9-7393-2FF5-7626-59DD1C8DBAE6}"/>
              </a:ext>
            </a:extLst>
          </p:cNvPr>
          <p:cNvSpPr txBox="1"/>
          <p:nvPr/>
        </p:nvSpPr>
        <p:spPr>
          <a:xfrm>
            <a:off x="322611" y="4492370"/>
            <a:ext cx="6096000" cy="341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1" cap="all" dirty="0">
                <a:solidFill>
                  <a:sysClr val="windowText" lastClr="000000"/>
                </a:solidFill>
                <a:latin typeface="Posterama"/>
                <a:ea typeface="+mj-ea"/>
                <a:cs typeface="+mj-cs"/>
              </a:rPr>
              <a:t>2</a:t>
            </a:r>
            <a:r>
              <a:rPr kumimoji="0" lang="en-US" sz="1800" b="1" i="0" u="none" strike="noStrike" kern="1200" cap="all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Posterama"/>
                <a:ea typeface="+mj-ea"/>
                <a:cs typeface="+mj-cs"/>
              </a:rPr>
              <a:t>.3 Gradient descent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E52723C-C7EC-4592-8A36-8C20B268D032}"/>
              </a:ext>
            </a:extLst>
          </p:cNvPr>
          <p:cNvSpPr txBox="1"/>
          <p:nvPr/>
        </p:nvSpPr>
        <p:spPr>
          <a:xfrm>
            <a:off x="322611" y="5984741"/>
            <a:ext cx="6096000" cy="341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1" cap="all" dirty="0">
                <a:solidFill>
                  <a:sysClr val="windowText" lastClr="000000"/>
                </a:solidFill>
                <a:latin typeface="Posterama"/>
                <a:ea typeface="+mj-ea"/>
                <a:cs typeface="+mj-cs"/>
              </a:rPr>
              <a:t>2</a:t>
            </a:r>
            <a:r>
              <a:rPr kumimoji="0" lang="en-US" sz="1800" b="1" i="0" u="none" strike="noStrike" kern="1200" cap="all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Posterama"/>
                <a:ea typeface="+mj-ea"/>
                <a:cs typeface="+mj-cs"/>
              </a:rPr>
              <a:t>.6 Regularization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2B038DD-EA33-43D0-82A3-D7C02F5C9D61}"/>
              </a:ext>
            </a:extLst>
          </p:cNvPr>
          <p:cNvSpPr txBox="1"/>
          <p:nvPr/>
        </p:nvSpPr>
        <p:spPr>
          <a:xfrm>
            <a:off x="322611" y="4989827"/>
            <a:ext cx="6096000" cy="341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1" cap="all" dirty="0">
                <a:solidFill>
                  <a:sysClr val="windowText" lastClr="000000"/>
                </a:solidFill>
                <a:latin typeface="Posterama"/>
                <a:ea typeface="+mj-ea"/>
                <a:cs typeface="+mj-cs"/>
              </a:rPr>
              <a:t>2</a:t>
            </a:r>
            <a:r>
              <a:rPr kumimoji="0" lang="en-US" sz="1800" b="1" i="0" u="none" strike="noStrike" kern="1200" cap="all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Posterama"/>
                <a:ea typeface="+mj-ea"/>
                <a:cs typeface="+mj-cs"/>
              </a:rPr>
              <a:t>.4 Multivariate linear regression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B03D081-2910-453F-9EA2-6D4D03881955}"/>
              </a:ext>
            </a:extLst>
          </p:cNvPr>
          <p:cNvSpPr txBox="1"/>
          <p:nvPr/>
        </p:nvSpPr>
        <p:spPr>
          <a:xfrm>
            <a:off x="322611" y="5487284"/>
            <a:ext cx="6096000" cy="341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1" cap="all" dirty="0">
                <a:solidFill>
                  <a:sysClr val="windowText" lastClr="000000"/>
                </a:solidFill>
                <a:latin typeface="Posterama"/>
                <a:ea typeface="+mj-ea"/>
                <a:cs typeface="+mj-cs"/>
              </a:rPr>
              <a:t>2</a:t>
            </a:r>
            <a:r>
              <a:rPr kumimoji="0" lang="en-US" sz="1800" b="1" i="0" u="none" strike="noStrike" kern="1200" cap="all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Posterama"/>
                <a:ea typeface="+mj-ea"/>
                <a:cs typeface="+mj-cs"/>
              </a:rPr>
              <a:t>.5 Polynomial regression</a:t>
            </a:r>
          </a:p>
        </p:txBody>
      </p:sp>
    </p:spTree>
    <p:extLst>
      <p:ext uri="{BB962C8B-B14F-4D97-AF65-F5344CB8AC3E}">
        <p14:creationId xmlns:p14="http://schemas.microsoft.com/office/powerpoint/2010/main" val="27244249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9D715D-169C-4A08-863F-9DB074FAAF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028267" cy="1154642"/>
          </a:xfrm>
        </p:spPr>
        <p:txBody>
          <a:bodyPr>
            <a:normAutofit/>
          </a:bodyPr>
          <a:lstStyle/>
          <a:p>
            <a:r>
              <a:rPr lang="en-US" sz="1400" dirty="0"/>
              <a:t>Models linear relationship between inputs and output</a:t>
            </a:r>
          </a:p>
          <a:p>
            <a:r>
              <a:rPr lang="en-US" sz="1400" dirty="0"/>
              <a:t>Fast to train and computationally efficient</a:t>
            </a:r>
            <a:endParaRPr lang="az-Latn-AZ" sz="1400" dirty="0"/>
          </a:p>
          <a:p>
            <a:r>
              <a:rPr lang="en-US" sz="1400" dirty="0"/>
              <a:t>Serves as foundation for many advanced ML models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62E41FFD-63F5-434D-8496-C628A32394B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4394010"/>
              </p:ext>
            </p:extLst>
          </p:nvPr>
        </p:nvGraphicFramePr>
        <p:xfrm>
          <a:off x="1572226" y="3937401"/>
          <a:ext cx="1477336" cy="1760220"/>
        </p:xfrm>
        <a:graphic>
          <a:graphicData uri="http://schemas.openxmlformats.org/drawingml/2006/table">
            <a:tbl>
              <a:tblPr>
                <a:tableStyleId>{69CF1AB2-1976-4502-BF36-3FF5EA218861}</a:tableStyleId>
              </a:tblPr>
              <a:tblGrid>
                <a:gridCol w="1477336">
                  <a:extLst>
                    <a:ext uri="{9D8B030D-6E8A-4147-A177-3AD203B41FA5}">
                      <a16:colId xmlns:a16="http://schemas.microsoft.com/office/drawing/2014/main" val="207346492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b="1" dirty="0"/>
                        <a:t>k</a:t>
                      </a:r>
                      <a:r>
                        <a:rPr lang="az-Latn-AZ" sz="1050" b="1" dirty="0"/>
                        <a:t>h</a:t>
                      </a:r>
                      <a:r>
                        <a:rPr lang="en-US" sz="1050" b="1" dirty="0"/>
                        <a:t> (</a:t>
                      </a:r>
                      <a:r>
                        <a:rPr lang="en-US" sz="1050" b="1" dirty="0" err="1"/>
                        <a:t>mD</a:t>
                      </a:r>
                      <a:r>
                        <a:rPr lang="az-Latn-AZ" sz="1050" b="1" dirty="0"/>
                        <a:t>*</a:t>
                      </a:r>
                      <a:r>
                        <a:rPr lang="en-US" sz="1050" b="1" dirty="0"/>
                        <a:t>m)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515499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az-Latn-AZ" sz="1050" dirty="0"/>
                        <a:t>50</a:t>
                      </a:r>
                      <a:endParaRPr lang="en-US" sz="105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6496927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az-Latn-AZ" sz="1050" dirty="0"/>
                        <a:t>100</a:t>
                      </a:r>
                      <a:endParaRPr lang="en-US" sz="105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457229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az-Latn-AZ" sz="1050" dirty="0"/>
                        <a:t>80</a:t>
                      </a:r>
                      <a:endParaRPr lang="en-US" sz="105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2835283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dirty="0"/>
                        <a:t>250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5630439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az-Latn-AZ" sz="1050" dirty="0"/>
                        <a:t>150</a:t>
                      </a:r>
                      <a:endParaRPr lang="en-US" sz="105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3705591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az-Latn-AZ" sz="1050" dirty="0"/>
                        <a:t>200</a:t>
                      </a:r>
                      <a:endParaRPr lang="en-US" sz="105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02259782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53B46E26-1E5A-452A-865C-17E62ED20B4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83996745"/>
              </p:ext>
            </p:extLst>
          </p:nvPr>
        </p:nvGraphicFramePr>
        <p:xfrm>
          <a:off x="4445000" y="3843460"/>
          <a:ext cx="1982624" cy="1948102"/>
        </p:xfrm>
        <a:graphic>
          <a:graphicData uri="http://schemas.openxmlformats.org/drawingml/2006/table">
            <a:tbl>
              <a:tblPr>
                <a:tableStyleId>{69CF1AB2-1976-4502-BF36-3FF5EA218861}</a:tableStyleId>
              </a:tblPr>
              <a:tblGrid>
                <a:gridCol w="1982624">
                  <a:extLst>
                    <a:ext uri="{9D8B030D-6E8A-4147-A177-3AD203B41FA5}">
                      <a16:colId xmlns:a16="http://schemas.microsoft.com/office/drawing/2014/main" val="3422204330"/>
                    </a:ext>
                  </a:extLst>
                </a:gridCol>
              </a:tblGrid>
              <a:tr h="30218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 dirty="0"/>
                        <a:t>Productivity (y)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56977188"/>
                  </a:ext>
                </a:extLst>
              </a:tr>
              <a:tr h="26090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az-Latn-AZ" sz="1200" dirty="0"/>
                        <a:t>1.2</a:t>
                      </a:r>
                      <a:endParaRPr 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8225525"/>
                  </a:ext>
                </a:extLst>
              </a:tr>
              <a:tr h="26090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az-Latn-AZ" sz="1200" dirty="0"/>
                        <a:t>2.2</a:t>
                      </a:r>
                      <a:endParaRPr 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21142067"/>
                  </a:ext>
                </a:extLst>
              </a:tr>
              <a:tr h="26090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az-Latn-AZ" sz="1200" dirty="0"/>
                        <a:t>1.6</a:t>
                      </a:r>
                      <a:endParaRPr 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65832233"/>
                  </a:ext>
                </a:extLst>
              </a:tr>
              <a:tr h="26063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az-Latn-AZ" sz="1200" dirty="0"/>
                        <a:t>5</a:t>
                      </a:r>
                      <a:endParaRPr 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46770527"/>
                  </a:ext>
                </a:extLst>
              </a:tr>
              <a:tr h="26090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az-Latn-AZ" sz="1200" dirty="0"/>
                        <a:t>3.4</a:t>
                      </a:r>
                      <a:endParaRPr 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39463078"/>
                  </a:ext>
                </a:extLst>
              </a:tr>
              <a:tr h="26090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az-Latn-AZ" sz="1200" dirty="0"/>
                        <a:t>4</a:t>
                      </a:r>
                      <a:endParaRPr 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10275473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A7A567D1-84E8-48E3-908A-3DD280C1B17B}"/>
              </a:ext>
            </a:extLst>
          </p:cNvPr>
          <p:cNvSpPr txBox="1"/>
          <p:nvPr/>
        </p:nvSpPr>
        <p:spPr>
          <a:xfrm>
            <a:off x="605558" y="3704705"/>
            <a:ext cx="891591" cy="186204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500" dirty="0">
                <a:latin typeface="Gabriola" panose="04040605051002020D02" pitchFamily="82" charset="0"/>
                <a:cs typeface="Arabic Typesetting" panose="020F0502020204030204" pitchFamily="66" charset="-78"/>
              </a:rPr>
              <a:t>f(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3C02E62-0B75-4779-AD33-69C3B15B40D7}"/>
              </a:ext>
            </a:extLst>
          </p:cNvPr>
          <p:cNvSpPr txBox="1"/>
          <p:nvPr/>
        </p:nvSpPr>
        <p:spPr>
          <a:xfrm>
            <a:off x="3124639" y="3792354"/>
            <a:ext cx="1320361" cy="1862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500" dirty="0">
                <a:latin typeface="Gabriola" panose="04040605051002020D02" pitchFamily="82" charset="0"/>
                <a:cs typeface="Arabic Typesetting" panose="020F0502020204030204" pitchFamily="66" charset="-78"/>
              </a:rPr>
              <a:t>)</a:t>
            </a:r>
            <a:r>
              <a:rPr lang="az-Latn-AZ" sz="11500" dirty="0">
                <a:latin typeface="Gabriola" panose="04040605051002020D02" pitchFamily="82" charset="0"/>
                <a:cs typeface="Arabic Typesetting" panose="020F0502020204030204" pitchFamily="66" charset="-78"/>
              </a:rPr>
              <a:t>=</a:t>
            </a:r>
            <a:endParaRPr lang="en-US" sz="115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975E31F-FEEC-4C5E-A691-20BE3B8B19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13003" y="1463477"/>
            <a:ext cx="4237375" cy="3164623"/>
          </a:xfrm>
          <a:prstGeom prst="rect">
            <a:avLst/>
          </a:prstGeom>
        </p:spPr>
      </p:pic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01E50106-9EEB-4307-A355-5DBC9BAEB6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47F556-5E24-4E51-B104-C830D8968DD6}" type="slidenum">
              <a:rPr lang="en-US" smtClean="0"/>
              <a:t>7</a:t>
            </a:fld>
            <a:endParaRPr lang="en-US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D955D41D-49A4-46BC-A64E-2611F77CA149}"/>
              </a:ext>
            </a:extLst>
          </p:cNvPr>
          <p:cNvSpPr txBox="1">
            <a:spLocks/>
          </p:cNvSpPr>
          <p:nvPr/>
        </p:nvSpPr>
        <p:spPr>
          <a:xfrm>
            <a:off x="265327" y="258792"/>
            <a:ext cx="8224622" cy="76897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800" b="1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200" dirty="0">
                <a:solidFill>
                  <a:sysClr val="windowText" lastClr="000000"/>
                </a:solidFill>
                <a:latin typeface="Posterama" panose="020B0504020200020000" pitchFamily="34" charset="0"/>
                <a:cs typeface="Posterama" panose="020B0504020200020000" pitchFamily="34" charset="0"/>
              </a:rPr>
              <a:t>2</a:t>
            </a:r>
            <a:r>
              <a:rPr kumimoji="0" lang="en-US" sz="3200" b="1" i="0" u="none" strike="noStrike" kern="1200" cap="all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Posterama" panose="020B0504020200020000" pitchFamily="34" charset="0"/>
                <a:cs typeface="Posterama" panose="020B0504020200020000" pitchFamily="34" charset="0"/>
              </a:rPr>
              <a:t>.1 </a:t>
            </a:r>
            <a:r>
              <a:rPr lang="az-Latn-AZ" sz="3600" dirty="0">
                <a:latin typeface="Posterama" panose="020B0504020200020000" pitchFamily="34" charset="0"/>
                <a:cs typeface="Posterama" panose="020B0504020200020000" pitchFamily="34" charset="0"/>
              </a:rPr>
              <a:t>L</a:t>
            </a:r>
            <a:r>
              <a:rPr lang="en-US" sz="3600" dirty="0">
                <a:latin typeface="Posterama" panose="020B0504020200020000" pitchFamily="34" charset="0"/>
                <a:cs typeface="Posterama" panose="020B0504020200020000" pitchFamily="34" charset="0"/>
              </a:rPr>
              <a:t>IN</a:t>
            </a:r>
            <a:r>
              <a:rPr lang="az-Latn-AZ" sz="3600" dirty="0">
                <a:latin typeface="Posterama" panose="020B0504020200020000" pitchFamily="34" charset="0"/>
                <a:cs typeface="Posterama" panose="020B0504020200020000" pitchFamily="34" charset="0"/>
              </a:rPr>
              <a:t>ear regress</a:t>
            </a:r>
            <a:r>
              <a:rPr lang="en-US" sz="3600" dirty="0">
                <a:latin typeface="Posterama" panose="020B0504020200020000" pitchFamily="34" charset="0"/>
                <a:cs typeface="Posterama" panose="020B0504020200020000" pitchFamily="34" charset="0"/>
              </a:rPr>
              <a:t>I</a:t>
            </a:r>
            <a:r>
              <a:rPr lang="az-Latn-AZ" sz="3600" dirty="0">
                <a:latin typeface="Posterama" panose="020B0504020200020000" pitchFamily="34" charset="0"/>
                <a:cs typeface="Posterama" panose="020B0504020200020000" pitchFamily="34" charset="0"/>
              </a:rPr>
              <a:t>on</a:t>
            </a:r>
            <a:endParaRPr kumimoji="0" lang="en-US" sz="3200" i="0" u="none" strike="noStrike" kern="1200" cap="all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Posterama" panose="020B0504020200020000" pitchFamily="34" charset="0"/>
              <a:cs typeface="Posterama" panose="020B0504020200020000" pitchFamily="34" charset="0"/>
            </a:endParaRP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C3D5C43A-8E0B-44FD-ABBC-4FA29A9B53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76683" y="5451349"/>
            <a:ext cx="2267266" cy="905001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FF843D27-C181-4D40-8A05-5A683C7A7D05}"/>
              </a:ext>
            </a:extLst>
          </p:cNvPr>
          <p:cNvSpPr txBox="1"/>
          <p:nvPr/>
        </p:nvSpPr>
        <p:spPr>
          <a:xfrm>
            <a:off x="8642350" y="5198494"/>
            <a:ext cx="153221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Analytical solution</a:t>
            </a:r>
          </a:p>
        </p:txBody>
      </p:sp>
    </p:spTree>
    <p:extLst>
      <p:ext uri="{BB962C8B-B14F-4D97-AF65-F5344CB8AC3E}">
        <p14:creationId xmlns:p14="http://schemas.microsoft.com/office/powerpoint/2010/main" val="33485318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4BC538-8454-4D51-9EBE-C4AFB48917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299025" cy="914400"/>
          </a:xfrm>
        </p:spPr>
        <p:txBody>
          <a:bodyPr>
            <a:normAutofit/>
          </a:bodyPr>
          <a:lstStyle/>
          <a:p>
            <a:r>
              <a:rPr lang="en-US" sz="1800" dirty="0"/>
              <a:t>What is the model of linear regression?</a:t>
            </a:r>
          </a:p>
          <a:p>
            <a:r>
              <a:rPr lang="en-US" sz="1800" dirty="0"/>
              <a:t>How to represent hypothesis?</a:t>
            </a: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3E384EDE-469B-4EA5-A349-EB561340AF9E}"/>
              </a:ext>
            </a:extLst>
          </p:cNvPr>
          <p:cNvGrpSpPr/>
          <p:nvPr/>
        </p:nvGrpSpPr>
        <p:grpSpPr>
          <a:xfrm>
            <a:off x="5837605" y="965729"/>
            <a:ext cx="5973395" cy="3254377"/>
            <a:chOff x="3280671" y="2989263"/>
            <a:chExt cx="5973395" cy="3254377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0BB354AD-C674-4F7B-85B7-D38F8918E8C3}"/>
                </a:ext>
              </a:extLst>
            </p:cNvPr>
            <p:cNvSpPr/>
            <p:nvPr/>
          </p:nvSpPr>
          <p:spPr>
            <a:xfrm>
              <a:off x="5295738" y="2989263"/>
              <a:ext cx="1625600" cy="914400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az-Latn-AZ" sz="1400" dirty="0">
                  <a:solidFill>
                    <a:schemeClr val="tx1"/>
                  </a:solidFill>
                </a:rPr>
                <a:t>Training set</a:t>
              </a:r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8" name="Rectangle: Rounded Corners 7">
              <a:extLst>
                <a:ext uri="{FF2B5EF4-FFF2-40B4-BE49-F238E27FC236}">
                  <a16:creationId xmlns:a16="http://schemas.microsoft.com/office/drawing/2014/main" id="{3D01C5AC-5AEC-4B1C-8E76-D6C50D195794}"/>
                </a:ext>
              </a:extLst>
            </p:cNvPr>
            <p:cNvSpPr/>
            <p:nvPr/>
          </p:nvSpPr>
          <p:spPr>
            <a:xfrm>
              <a:off x="5295738" y="4152901"/>
              <a:ext cx="1625600" cy="914400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az-Latn-AZ" sz="1400" dirty="0">
                  <a:solidFill>
                    <a:schemeClr val="tx1"/>
                  </a:solidFill>
                </a:rPr>
                <a:t>Learning algorithm</a:t>
              </a:r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0" name="Rectangle: Rounded Corners 9">
              <a:extLst>
                <a:ext uri="{FF2B5EF4-FFF2-40B4-BE49-F238E27FC236}">
                  <a16:creationId xmlns:a16="http://schemas.microsoft.com/office/drawing/2014/main" id="{C87D4956-C750-460E-9CD4-AE570FBF1480}"/>
                </a:ext>
              </a:extLst>
            </p:cNvPr>
            <p:cNvSpPr/>
            <p:nvPr/>
          </p:nvSpPr>
          <p:spPr>
            <a:xfrm>
              <a:off x="5295738" y="5329240"/>
              <a:ext cx="1625600" cy="914400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az-Latn-AZ" sz="1400" dirty="0">
                  <a:solidFill>
                    <a:schemeClr val="tx1"/>
                  </a:solidFill>
                </a:rPr>
                <a:t>Hypothesis</a:t>
              </a:r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1" name="Rectangle: Rounded Corners 10">
              <a:extLst>
                <a:ext uri="{FF2B5EF4-FFF2-40B4-BE49-F238E27FC236}">
                  <a16:creationId xmlns:a16="http://schemas.microsoft.com/office/drawing/2014/main" id="{35A2AFEB-CF49-4CD4-B43F-11782287541B}"/>
                </a:ext>
              </a:extLst>
            </p:cNvPr>
            <p:cNvSpPr/>
            <p:nvPr/>
          </p:nvSpPr>
          <p:spPr>
            <a:xfrm>
              <a:off x="3280671" y="5329240"/>
              <a:ext cx="1625600" cy="914400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solidFill>
                    <a:schemeClr val="tx1"/>
                  </a:solidFill>
                </a:rPr>
                <a:t>X (input)</a:t>
              </a:r>
            </a:p>
            <a:p>
              <a:pPr algn="ctr"/>
              <a:endParaRPr lang="en-US" sz="14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1400" dirty="0">
                  <a:solidFill>
                    <a:schemeClr val="tx1"/>
                  </a:solidFill>
                </a:rPr>
                <a:t>KH</a:t>
              </a:r>
            </a:p>
          </p:txBody>
        </p:sp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1C9F1370-7E43-48E8-B350-D5F97844E60F}"/>
                </a:ext>
              </a:extLst>
            </p:cNvPr>
            <p:cNvSpPr/>
            <p:nvPr/>
          </p:nvSpPr>
          <p:spPr>
            <a:xfrm>
              <a:off x="7423147" y="5329240"/>
              <a:ext cx="1830919" cy="914400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solidFill>
                    <a:schemeClr val="tx1"/>
                  </a:solidFill>
                </a:rPr>
                <a:t>Y (Prediction/output)</a:t>
              </a:r>
            </a:p>
            <a:p>
              <a:pPr algn="ctr"/>
              <a:br>
                <a:rPr lang="en-US" sz="1400" dirty="0">
                  <a:solidFill>
                    <a:schemeClr val="tx1"/>
                  </a:solidFill>
                </a:rPr>
              </a:br>
              <a:r>
                <a:rPr lang="en-US" sz="1400" dirty="0">
                  <a:solidFill>
                    <a:schemeClr val="tx1"/>
                  </a:solidFill>
                </a:rPr>
                <a:t>Productivity</a:t>
              </a:r>
            </a:p>
          </p:txBody>
        </p:sp>
        <p:cxnSp>
          <p:nvCxnSpPr>
            <p:cNvPr id="6" name="Straight Arrow Connector 5">
              <a:extLst>
                <a:ext uri="{FF2B5EF4-FFF2-40B4-BE49-F238E27FC236}">
                  <a16:creationId xmlns:a16="http://schemas.microsoft.com/office/drawing/2014/main" id="{B6DA25F3-43C3-4F12-A93A-CBD13FF16241}"/>
                </a:ext>
              </a:extLst>
            </p:cNvPr>
            <p:cNvCxnSpPr>
              <a:stCxn id="4" idx="2"/>
              <a:endCxn id="8" idx="0"/>
            </p:cNvCxnSpPr>
            <p:nvPr/>
          </p:nvCxnSpPr>
          <p:spPr>
            <a:xfrm>
              <a:off x="6108538" y="3903663"/>
              <a:ext cx="0" cy="249238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A44004C9-2E51-475C-8F49-054875E43AC5}"/>
                </a:ext>
              </a:extLst>
            </p:cNvPr>
            <p:cNvCxnSpPr>
              <a:cxnSpLocks/>
              <a:stCxn id="8" idx="2"/>
              <a:endCxn id="10" idx="0"/>
            </p:cNvCxnSpPr>
            <p:nvPr/>
          </p:nvCxnSpPr>
          <p:spPr>
            <a:xfrm>
              <a:off x="6108538" y="5067301"/>
              <a:ext cx="0" cy="261939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5201E32C-61FA-4488-9962-A54DEFF2998A}"/>
                </a:ext>
              </a:extLst>
            </p:cNvPr>
            <p:cNvCxnSpPr>
              <a:cxnSpLocks/>
              <a:stCxn id="11" idx="3"/>
              <a:endCxn id="10" idx="1"/>
            </p:cNvCxnSpPr>
            <p:nvPr/>
          </p:nvCxnSpPr>
          <p:spPr>
            <a:xfrm>
              <a:off x="4906271" y="5786440"/>
              <a:ext cx="389467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EF9CE5ED-4694-43BC-A5B8-0D0015501B79}"/>
                </a:ext>
              </a:extLst>
            </p:cNvPr>
            <p:cNvCxnSpPr>
              <a:cxnSpLocks/>
              <a:stCxn id="10" idx="3"/>
              <a:endCxn id="12" idx="1"/>
            </p:cNvCxnSpPr>
            <p:nvPr/>
          </p:nvCxnSpPr>
          <p:spPr>
            <a:xfrm>
              <a:off x="6921338" y="5786440"/>
              <a:ext cx="501809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24" name="Picture 23">
            <a:extLst>
              <a:ext uri="{FF2B5EF4-FFF2-40B4-BE49-F238E27FC236}">
                <a16:creationId xmlns:a16="http://schemas.microsoft.com/office/drawing/2014/main" id="{5EF9760B-B051-4CE6-9FF8-26805182C0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7961" y="3226565"/>
            <a:ext cx="4110594" cy="306993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29113288-4EA7-4E26-B933-2D3F3B48B825}"/>
                  </a:ext>
                </a:extLst>
              </p:cNvPr>
              <p:cNvSpPr txBox="1"/>
              <p:nvPr/>
            </p:nvSpPr>
            <p:spPr>
              <a:xfrm>
                <a:off x="7370071" y="4996122"/>
                <a:ext cx="2469587" cy="3847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5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5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sz="2500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sub>
                      </m:sSub>
                      <m:d>
                        <m:dPr>
                          <m:ctrlPr>
                            <a:rPr lang="en-US" sz="25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5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25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5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500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sz="25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25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5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500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sz="25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500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sz="2500" dirty="0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29113288-4EA7-4E26-B933-2D3F3B48B8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70071" y="4996122"/>
                <a:ext cx="2469587" cy="384721"/>
              </a:xfrm>
              <a:prstGeom prst="rect">
                <a:avLst/>
              </a:prstGeom>
              <a:blipFill>
                <a:blip r:embed="rId3"/>
                <a:stretch>
                  <a:fillRect l="-2469" r="-988" b="-1746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Slide Number Placeholder 29">
            <a:extLst>
              <a:ext uri="{FF2B5EF4-FFF2-40B4-BE49-F238E27FC236}">
                <a16:creationId xmlns:a16="http://schemas.microsoft.com/office/drawing/2014/main" id="{A9A04625-1E8E-4D93-9C3E-221A7EA6E3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47F556-5E24-4E51-B104-C830D8968DD6}" type="slidenum">
              <a:rPr lang="en-US" smtClean="0"/>
              <a:t>8</a:t>
            </a:fld>
            <a:endParaRPr lang="en-US"/>
          </a:p>
        </p:txBody>
      </p:sp>
      <p:sp>
        <p:nvSpPr>
          <p:cNvPr id="33" name="Title 1">
            <a:extLst>
              <a:ext uri="{FF2B5EF4-FFF2-40B4-BE49-F238E27FC236}">
                <a16:creationId xmlns:a16="http://schemas.microsoft.com/office/drawing/2014/main" id="{0BA3BAAC-5877-4696-B2A9-344F0314B48C}"/>
              </a:ext>
            </a:extLst>
          </p:cNvPr>
          <p:cNvSpPr txBox="1">
            <a:spLocks/>
          </p:cNvSpPr>
          <p:nvPr/>
        </p:nvSpPr>
        <p:spPr>
          <a:xfrm>
            <a:off x="265327" y="258792"/>
            <a:ext cx="8224622" cy="76897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800" b="1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200" dirty="0">
                <a:solidFill>
                  <a:sysClr val="windowText" lastClr="000000"/>
                </a:solidFill>
                <a:latin typeface="Posterama" panose="020B0504020200020000" pitchFamily="34" charset="0"/>
                <a:cs typeface="Posterama" panose="020B0504020200020000" pitchFamily="34" charset="0"/>
              </a:rPr>
              <a:t>2</a:t>
            </a:r>
            <a:r>
              <a:rPr kumimoji="0" lang="en-US" sz="3200" b="1" i="0" u="none" strike="noStrike" kern="1200" cap="all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Posterama" panose="020B0504020200020000" pitchFamily="34" charset="0"/>
                <a:cs typeface="Posterama" panose="020B0504020200020000" pitchFamily="34" charset="0"/>
              </a:rPr>
              <a:t>.1 </a:t>
            </a:r>
            <a:r>
              <a:rPr lang="az-Latn-AZ" sz="3600" dirty="0">
                <a:latin typeface="Posterama" panose="020B0504020200020000" pitchFamily="34" charset="0"/>
                <a:cs typeface="Posterama" panose="020B0504020200020000" pitchFamily="34" charset="0"/>
              </a:rPr>
              <a:t>L</a:t>
            </a:r>
            <a:r>
              <a:rPr lang="en-US" sz="3600" dirty="0">
                <a:latin typeface="Posterama" panose="020B0504020200020000" pitchFamily="34" charset="0"/>
                <a:cs typeface="Posterama" panose="020B0504020200020000" pitchFamily="34" charset="0"/>
              </a:rPr>
              <a:t>IN</a:t>
            </a:r>
            <a:r>
              <a:rPr lang="az-Latn-AZ" sz="3600" dirty="0">
                <a:latin typeface="Posterama" panose="020B0504020200020000" pitchFamily="34" charset="0"/>
                <a:cs typeface="Posterama" panose="020B0504020200020000" pitchFamily="34" charset="0"/>
              </a:rPr>
              <a:t>ear regress</a:t>
            </a:r>
            <a:r>
              <a:rPr lang="en-US" sz="3600" dirty="0">
                <a:latin typeface="Posterama" panose="020B0504020200020000" pitchFamily="34" charset="0"/>
                <a:cs typeface="Posterama" panose="020B0504020200020000" pitchFamily="34" charset="0"/>
              </a:rPr>
              <a:t>I</a:t>
            </a:r>
            <a:r>
              <a:rPr lang="az-Latn-AZ" sz="3600" dirty="0">
                <a:latin typeface="Posterama" panose="020B0504020200020000" pitchFamily="34" charset="0"/>
                <a:cs typeface="Posterama" panose="020B0504020200020000" pitchFamily="34" charset="0"/>
              </a:rPr>
              <a:t>on</a:t>
            </a:r>
            <a:endParaRPr kumimoji="0" lang="en-US" sz="3200" i="0" u="none" strike="noStrike" kern="1200" cap="all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Posterama" panose="020B0504020200020000" pitchFamily="34" charset="0"/>
              <a:cs typeface="Posterama" panose="020B0504020200020000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064509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73B90E7E-2B10-4ECF-B364-15411448A90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63440016"/>
              </p:ext>
            </p:extLst>
          </p:nvPr>
        </p:nvGraphicFramePr>
        <p:xfrm>
          <a:off x="962626" y="2166793"/>
          <a:ext cx="2381708" cy="2133600"/>
        </p:xfrm>
        <a:graphic>
          <a:graphicData uri="http://schemas.openxmlformats.org/drawingml/2006/table">
            <a:tbl>
              <a:tblPr>
                <a:tableStyleId>{69CF1AB2-1976-4502-BF36-3FF5EA218861}</a:tableStyleId>
              </a:tblPr>
              <a:tblGrid>
                <a:gridCol w="1060907">
                  <a:extLst>
                    <a:ext uri="{9D8B030D-6E8A-4147-A177-3AD203B41FA5}">
                      <a16:colId xmlns:a16="http://schemas.microsoft.com/office/drawing/2014/main" val="2073464926"/>
                    </a:ext>
                  </a:extLst>
                </a:gridCol>
                <a:gridCol w="1320801">
                  <a:extLst>
                    <a:ext uri="{9D8B030D-6E8A-4147-A177-3AD203B41FA5}">
                      <a16:colId xmlns:a16="http://schemas.microsoft.com/office/drawing/2014/main" val="296484894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dirty="0"/>
                        <a:t>k</a:t>
                      </a:r>
                      <a:r>
                        <a:rPr lang="az-Latn-AZ" sz="1400" b="1" dirty="0"/>
                        <a:t>h</a:t>
                      </a:r>
                      <a:r>
                        <a:rPr lang="en-US" sz="1400" b="1" dirty="0"/>
                        <a:t> (</a:t>
                      </a:r>
                      <a:r>
                        <a:rPr lang="en-US" sz="1400" b="1" dirty="0" err="1"/>
                        <a:t>mD</a:t>
                      </a:r>
                      <a:r>
                        <a:rPr lang="az-Latn-AZ" sz="1400" b="1" dirty="0"/>
                        <a:t>*ft</a:t>
                      </a:r>
                      <a:r>
                        <a:rPr lang="en-US" sz="1400" b="1" dirty="0"/>
                        <a:t>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dirty="0"/>
                        <a:t>Productivity (y)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515499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az-Latn-AZ" sz="1400" dirty="0"/>
                        <a:t>50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az-Latn-AZ" sz="1400" dirty="0"/>
                        <a:t>1.2</a:t>
                      </a:r>
                      <a:endParaRPr 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6496927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az-Latn-AZ" sz="1400" dirty="0"/>
                        <a:t>100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az-Latn-AZ" sz="1400" dirty="0"/>
                        <a:t>2.2</a:t>
                      </a:r>
                      <a:endParaRPr 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457229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az-Latn-AZ" sz="1400" dirty="0"/>
                        <a:t>80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az-Latn-AZ" sz="1400" dirty="0"/>
                        <a:t>1.6</a:t>
                      </a:r>
                      <a:endParaRPr 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2835283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250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az-Latn-AZ" sz="1400" dirty="0"/>
                        <a:t>5</a:t>
                      </a:r>
                      <a:endParaRPr 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5630439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az-Latn-AZ" sz="1400" dirty="0"/>
                        <a:t>150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az-Latn-AZ" sz="1400" dirty="0"/>
                        <a:t>3.4</a:t>
                      </a:r>
                      <a:endParaRPr 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3705591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az-Latn-AZ" sz="1400" dirty="0"/>
                        <a:t>200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az-Latn-AZ" sz="1400" dirty="0"/>
                        <a:t>4</a:t>
                      </a:r>
                      <a:endParaRPr 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02259782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916F4036-C6A1-44E8-8AA8-45FF0200815C}"/>
                  </a:ext>
                </a:extLst>
              </p:cNvPr>
              <p:cNvSpPr txBox="1"/>
              <p:nvPr/>
            </p:nvSpPr>
            <p:spPr>
              <a:xfrm>
                <a:off x="1427724" y="1725614"/>
                <a:ext cx="46076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916F4036-C6A1-44E8-8AA8-45FF020081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27724" y="1725614"/>
                <a:ext cx="460767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>
            <a:extLst>
              <a:ext uri="{FF2B5EF4-FFF2-40B4-BE49-F238E27FC236}">
                <a16:creationId xmlns:a16="http://schemas.microsoft.com/office/drawing/2014/main" id="{2CEC6136-C790-4242-923F-8E78C149134E}"/>
              </a:ext>
            </a:extLst>
          </p:cNvPr>
          <p:cNvSpPr txBox="1"/>
          <p:nvPr/>
        </p:nvSpPr>
        <p:spPr>
          <a:xfrm>
            <a:off x="2540346" y="1725614"/>
            <a:ext cx="2888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F3193988-46C8-491E-9FBB-CC11CEF2769D}"/>
                  </a:ext>
                </a:extLst>
              </p:cNvPr>
              <p:cNvSpPr txBox="1"/>
              <p:nvPr/>
            </p:nvSpPr>
            <p:spPr>
              <a:xfrm>
                <a:off x="5867400" y="1946284"/>
                <a:ext cx="6096000" cy="236757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az-Latn-AZ" sz="1600" b="1" dirty="0"/>
                  <a:t>Naming convention</a:t>
                </a:r>
                <a:r>
                  <a:rPr lang="en-US" sz="1600" b="1" dirty="0"/>
                  <a:t>:</a:t>
                </a:r>
                <a:endParaRPr lang="az-Latn-AZ" sz="1600" b="1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1600" dirty="0"/>
                  <a:t>m - Number of training samples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1600" dirty="0"/>
                  <a:t>n – number of input features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1600" dirty="0"/>
                  <a:t>x’s - “input” variable / features        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1600" dirty="0"/>
                  <a:t>y’s - “output” variable / “target” variable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en-US" sz="1600" dirty="0"/>
                  <a:t> – parameter(s)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sz="16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  <m:sup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p>
                    </m:sSubSup>
                  </m:oMath>
                </a14:m>
                <a:r>
                  <a:rPr lang="en-US" sz="1600" dirty="0"/>
                  <a:t> - </a:t>
                </a:r>
                <a:r>
                  <a:rPr lang="en-US" sz="1600" dirty="0" err="1"/>
                  <a:t>i-th</a:t>
                </a:r>
                <a:r>
                  <a:rPr lang="en-US" sz="1600" dirty="0"/>
                  <a:t> sample j-</a:t>
                </a:r>
                <a:r>
                  <a:rPr lang="en-US" sz="1600" dirty="0" err="1"/>
                  <a:t>th</a:t>
                </a:r>
                <a:r>
                  <a:rPr lang="en-US" sz="1600" dirty="0"/>
                  <a:t> feature (</a:t>
                </a:r>
                <a:r>
                  <a:rPr lang="en-US" sz="1600" dirty="0" err="1"/>
                  <a:t>i</a:t>
                </a:r>
                <a:r>
                  <a:rPr lang="en-US" sz="1600" dirty="0"/>
                  <a:t> &gt;= m, j &gt;= n)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p>
                    </m:sSup>
                  </m:oMath>
                </a14:m>
                <a:r>
                  <a:rPr lang="en-US" sz="1600" dirty="0"/>
                  <a:t> - </a:t>
                </a:r>
                <a:r>
                  <a:rPr lang="en-US" sz="1600" dirty="0" err="1"/>
                  <a:t>i-th</a:t>
                </a:r>
                <a:r>
                  <a:rPr lang="en-US" sz="1600" dirty="0"/>
                  <a:t> sample output</a:t>
                </a: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F3193988-46C8-491E-9FBB-CC11CEF276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67400" y="1946284"/>
                <a:ext cx="6096000" cy="2367571"/>
              </a:xfrm>
              <a:prstGeom prst="rect">
                <a:avLst/>
              </a:prstGeom>
              <a:blipFill>
                <a:blip r:embed="rId3"/>
                <a:stretch>
                  <a:fillRect l="-600" t="-771" b="-23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2E8AEDA1-EA6C-4C78-BDCB-FB159729E194}"/>
                  </a:ext>
                </a:extLst>
              </p:cNvPr>
              <p:cNvSpPr txBox="1"/>
              <p:nvPr/>
            </p:nvSpPr>
            <p:spPr>
              <a:xfrm>
                <a:off x="3792469" y="5391175"/>
                <a:ext cx="2003545" cy="87985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sub>
                      </m:sSub>
                      <m:d>
                        <m:d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p>
                          </m:sSup>
                        </m:e>
                      </m:d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b>
                            <m:sSubPr>
                              <m:ctrlP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sSubSup>
                            <m:sSubSupPr>
                              <m:ctrlP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p>
                          </m:sSubSup>
                        </m:e>
                      </m:nary>
                    </m:oMath>
                  </m:oMathPara>
                </a14:m>
                <a:endParaRPr lang="en-US" sz="1800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2E8AEDA1-EA6C-4C78-BDCB-FB159729E1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92469" y="5391175"/>
                <a:ext cx="2003545" cy="87985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590D035A-B26E-4C4B-9487-4147E4B64E2A}"/>
                  </a:ext>
                </a:extLst>
              </p:cNvPr>
              <p:cNvSpPr txBox="1"/>
              <p:nvPr/>
            </p:nvSpPr>
            <p:spPr>
              <a:xfrm>
                <a:off x="6095999" y="5586893"/>
                <a:ext cx="3564467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=1 </m:t>
                    </m:r>
                  </m:oMath>
                </a14:m>
                <a:r>
                  <a:rPr lang="en-US" dirty="0"/>
                  <a:t> always (dummy feature)</a:t>
                </a:r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590D035A-B26E-4C4B-9487-4147E4B64E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5999" y="5586893"/>
                <a:ext cx="3564467" cy="369332"/>
              </a:xfrm>
              <a:prstGeom prst="rect">
                <a:avLst/>
              </a:prstGeom>
              <a:blipFill>
                <a:blip r:embed="rId5"/>
                <a:stretch>
                  <a:fillRect t="-8197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470A5010-B6A9-4ED6-9EB0-B4F5B75A7E14}"/>
                  </a:ext>
                </a:extLst>
              </p:cNvPr>
              <p:cNvSpPr txBox="1"/>
              <p:nvPr/>
            </p:nvSpPr>
            <p:spPr>
              <a:xfrm>
                <a:off x="416422" y="2387545"/>
                <a:ext cx="476028" cy="37196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b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470A5010-B6A9-4ED6-9EB0-B4F5B75A7E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6422" y="2387545"/>
                <a:ext cx="476028" cy="371961"/>
              </a:xfrm>
              <a:prstGeom prst="rect">
                <a:avLst/>
              </a:prstGeom>
              <a:blipFill>
                <a:blip r:embed="rId6"/>
                <a:stretch>
                  <a:fillRect b="-16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782150FF-F6C2-4BDE-9D6D-13A8FDCC3180}"/>
                  </a:ext>
                </a:extLst>
              </p:cNvPr>
              <p:cNvSpPr txBox="1"/>
              <p:nvPr/>
            </p:nvSpPr>
            <p:spPr>
              <a:xfrm>
                <a:off x="422209" y="2713616"/>
                <a:ext cx="480966" cy="37253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782150FF-F6C2-4BDE-9D6D-13A8FDCC31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2209" y="2713616"/>
                <a:ext cx="480966" cy="372538"/>
              </a:xfrm>
              <a:prstGeom prst="rect">
                <a:avLst/>
              </a:prstGeom>
              <a:blipFill>
                <a:blip r:embed="rId7"/>
                <a:stretch>
                  <a:fillRect b="-16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C673E461-3341-4506-B8B1-409153F1ED43}"/>
                  </a:ext>
                </a:extLst>
              </p:cNvPr>
              <p:cNvSpPr txBox="1"/>
              <p:nvPr/>
            </p:nvSpPr>
            <p:spPr>
              <a:xfrm>
                <a:off x="416422" y="3024859"/>
                <a:ext cx="480966" cy="37388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b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C673E461-3341-4506-B8B1-409153F1ED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6422" y="3024859"/>
                <a:ext cx="480966" cy="373885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01A3E64F-A411-4DC9-9AC2-EE200746E376}"/>
                  </a:ext>
                </a:extLst>
              </p:cNvPr>
              <p:cNvSpPr txBox="1"/>
              <p:nvPr/>
            </p:nvSpPr>
            <p:spPr>
              <a:xfrm>
                <a:off x="399489" y="3312090"/>
                <a:ext cx="480966" cy="37138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p>
                      </m:sSub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01A3E64F-A411-4DC9-9AC2-EE200746E3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9489" y="3312090"/>
                <a:ext cx="480966" cy="371384"/>
              </a:xfrm>
              <a:prstGeom prst="rect">
                <a:avLst/>
              </a:prstGeom>
              <a:blipFill>
                <a:blip r:embed="rId9"/>
                <a:stretch>
                  <a:fillRect b="-16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FBB189B8-3666-4A92-A020-40E90443391B}"/>
                  </a:ext>
                </a:extLst>
              </p:cNvPr>
              <p:cNvSpPr txBox="1"/>
              <p:nvPr/>
            </p:nvSpPr>
            <p:spPr>
              <a:xfrm>
                <a:off x="399489" y="3632527"/>
                <a:ext cx="480966" cy="37811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p>
                      </m:sSub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FBB189B8-3666-4A92-A020-40E9044339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9489" y="3632527"/>
                <a:ext cx="480966" cy="378117"/>
              </a:xfrm>
              <a:prstGeom prst="rect">
                <a:avLst/>
              </a:prstGeom>
              <a:blipFill>
                <a:blip r:embed="rId10"/>
                <a:stretch>
                  <a:fillRect b="-16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D717E20D-664F-4AA7-B50E-4EBE46581AE7}"/>
                  </a:ext>
                </a:extLst>
              </p:cNvPr>
              <p:cNvSpPr txBox="1"/>
              <p:nvPr/>
            </p:nvSpPr>
            <p:spPr>
              <a:xfrm>
                <a:off x="385900" y="3953828"/>
                <a:ext cx="480966" cy="37420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sup>
                      </m:sSub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D717E20D-664F-4AA7-B50E-4EBE46581A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5900" y="3953828"/>
                <a:ext cx="480966" cy="374205"/>
              </a:xfrm>
              <a:prstGeom prst="rect">
                <a:avLst/>
              </a:prstGeom>
              <a:blipFill>
                <a:blip r:embed="rId11"/>
                <a:stretch>
                  <a:fillRect b="-16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7D69CA7B-BAC8-454A-B9DB-6F6DC23DF25E}"/>
                  </a:ext>
                </a:extLst>
              </p:cNvPr>
              <p:cNvSpPr txBox="1"/>
              <p:nvPr/>
            </p:nvSpPr>
            <p:spPr>
              <a:xfrm>
                <a:off x="3440094" y="2428859"/>
                <a:ext cx="48109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7D69CA7B-BAC8-454A-B9DB-6F6DC23DF2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40094" y="2428859"/>
                <a:ext cx="481093" cy="369332"/>
              </a:xfrm>
              <a:prstGeom prst="rect">
                <a:avLst/>
              </a:prstGeom>
              <a:blipFill>
                <a:blip r:embed="rId12"/>
                <a:stretch>
                  <a:fillRect b="-65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0DE2787A-8BE0-48D5-9CC9-73F3B758DF63}"/>
                  </a:ext>
                </a:extLst>
              </p:cNvPr>
              <p:cNvSpPr txBox="1"/>
              <p:nvPr/>
            </p:nvSpPr>
            <p:spPr>
              <a:xfrm>
                <a:off x="3426505" y="2750655"/>
                <a:ext cx="48603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0DE2787A-8BE0-48D5-9CC9-73F3B758DF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26505" y="2750655"/>
                <a:ext cx="486030" cy="369332"/>
              </a:xfrm>
              <a:prstGeom prst="rect">
                <a:avLst/>
              </a:prstGeom>
              <a:blipFill>
                <a:blip r:embed="rId13"/>
                <a:stretch>
                  <a:fillRect b="-65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A6BD2DBC-8569-47B7-BD7A-CF425439C14F}"/>
                  </a:ext>
                </a:extLst>
              </p:cNvPr>
              <p:cNvSpPr txBox="1"/>
              <p:nvPr/>
            </p:nvSpPr>
            <p:spPr>
              <a:xfrm>
                <a:off x="3426505" y="3033194"/>
                <a:ext cx="48603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A6BD2DBC-8569-47B7-BD7A-CF425439C14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26505" y="3033194"/>
                <a:ext cx="486030" cy="369332"/>
              </a:xfrm>
              <a:prstGeom prst="rect">
                <a:avLst/>
              </a:prstGeom>
              <a:blipFill>
                <a:blip r:embed="rId14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60A87FDE-D3E7-412C-87AE-5B0217837ADE}"/>
                  </a:ext>
                </a:extLst>
              </p:cNvPr>
              <p:cNvSpPr txBox="1"/>
              <p:nvPr/>
            </p:nvSpPr>
            <p:spPr>
              <a:xfrm>
                <a:off x="3415814" y="3360642"/>
                <a:ext cx="48603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60A87FDE-D3E7-412C-87AE-5B0217837A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15814" y="3360642"/>
                <a:ext cx="486030" cy="369332"/>
              </a:xfrm>
              <a:prstGeom prst="rect">
                <a:avLst/>
              </a:prstGeom>
              <a:blipFill>
                <a:blip r:embed="rId15"/>
                <a:stretch>
                  <a:fillRect b="-65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786845D0-86EC-4DC8-B578-B8EB5E66385A}"/>
                  </a:ext>
                </a:extLst>
              </p:cNvPr>
              <p:cNvSpPr txBox="1"/>
              <p:nvPr/>
            </p:nvSpPr>
            <p:spPr>
              <a:xfrm>
                <a:off x="3401305" y="3679337"/>
                <a:ext cx="486030" cy="3724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786845D0-86EC-4DC8-B578-B8EB5E6638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01305" y="3679337"/>
                <a:ext cx="486030" cy="372410"/>
              </a:xfrm>
              <a:prstGeom prst="rect">
                <a:avLst/>
              </a:prstGeom>
              <a:blipFill>
                <a:blip r:embed="rId16"/>
                <a:stretch>
                  <a:fillRect b="-65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99E44FDF-02BD-4EB1-8461-99A8BF5346F9}"/>
                  </a:ext>
                </a:extLst>
              </p:cNvPr>
              <p:cNvSpPr txBox="1"/>
              <p:nvPr/>
            </p:nvSpPr>
            <p:spPr>
              <a:xfrm>
                <a:off x="3401305" y="3984267"/>
                <a:ext cx="48603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99E44FDF-02BD-4EB1-8461-99A8BF5346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01305" y="3984267"/>
                <a:ext cx="486030" cy="369332"/>
              </a:xfrm>
              <a:prstGeom prst="rect">
                <a:avLst/>
              </a:prstGeom>
              <a:blipFill>
                <a:blip r:embed="rId17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115E9A46-7585-403B-829E-5B3A2D1E4751}"/>
                  </a:ext>
                </a:extLst>
              </p:cNvPr>
              <p:cNvSpPr txBox="1"/>
              <p:nvPr/>
            </p:nvSpPr>
            <p:spPr>
              <a:xfrm>
                <a:off x="4324186" y="4880376"/>
                <a:ext cx="2597314" cy="3847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5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5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sz="2500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sub>
                      </m:sSub>
                      <m:d>
                        <m:dPr>
                          <m:ctrlPr>
                            <a:rPr lang="en-US" sz="25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5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25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5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500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sz="25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25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5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500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sz="25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sz="25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5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5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2500" dirty="0"/>
              </a:p>
            </p:txBody>
          </p:sp>
        </mc:Choice>
        <mc:Fallback xmlns="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115E9A46-7585-403B-829E-5B3A2D1E47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24186" y="4880376"/>
                <a:ext cx="2597314" cy="384721"/>
              </a:xfrm>
              <a:prstGeom prst="rect">
                <a:avLst/>
              </a:prstGeom>
              <a:blipFill>
                <a:blip r:embed="rId18"/>
                <a:stretch>
                  <a:fillRect l="-2347" r="-704" b="-1746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3" name="Slide Number Placeholder 42">
            <a:extLst>
              <a:ext uri="{FF2B5EF4-FFF2-40B4-BE49-F238E27FC236}">
                <a16:creationId xmlns:a16="http://schemas.microsoft.com/office/drawing/2014/main" id="{F51444E6-CC21-4E77-9E3F-4D58E2666E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47F556-5E24-4E51-B104-C830D8968DD6}" type="slidenum">
              <a:rPr lang="en-US" smtClean="0"/>
              <a:t>9</a:t>
            </a:fld>
            <a:endParaRPr lang="en-US"/>
          </a:p>
        </p:txBody>
      </p:sp>
      <p:sp>
        <p:nvSpPr>
          <p:cNvPr id="46" name="Title 1">
            <a:extLst>
              <a:ext uri="{FF2B5EF4-FFF2-40B4-BE49-F238E27FC236}">
                <a16:creationId xmlns:a16="http://schemas.microsoft.com/office/drawing/2014/main" id="{2368342E-6FD5-455F-814B-73668144B552}"/>
              </a:ext>
            </a:extLst>
          </p:cNvPr>
          <p:cNvSpPr txBox="1">
            <a:spLocks/>
          </p:cNvSpPr>
          <p:nvPr/>
        </p:nvSpPr>
        <p:spPr>
          <a:xfrm>
            <a:off x="265327" y="258792"/>
            <a:ext cx="8224622" cy="76897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800" b="1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200" dirty="0">
                <a:solidFill>
                  <a:sysClr val="windowText" lastClr="000000"/>
                </a:solidFill>
                <a:latin typeface="Posterama" panose="020B0504020200020000" pitchFamily="34" charset="0"/>
                <a:cs typeface="Posterama" panose="020B0504020200020000" pitchFamily="34" charset="0"/>
              </a:rPr>
              <a:t>2</a:t>
            </a:r>
            <a:r>
              <a:rPr kumimoji="0" lang="en-US" sz="3200" b="1" i="0" u="none" strike="noStrike" kern="1200" cap="all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Posterama" panose="020B0504020200020000" pitchFamily="34" charset="0"/>
                <a:cs typeface="Posterama" panose="020B0504020200020000" pitchFamily="34" charset="0"/>
              </a:rPr>
              <a:t>.1 </a:t>
            </a:r>
            <a:r>
              <a:rPr lang="az-Latn-AZ" sz="3600" dirty="0">
                <a:latin typeface="Posterama" panose="020B0504020200020000" pitchFamily="34" charset="0"/>
                <a:cs typeface="Posterama" panose="020B0504020200020000" pitchFamily="34" charset="0"/>
              </a:rPr>
              <a:t>L</a:t>
            </a:r>
            <a:r>
              <a:rPr lang="en-US" sz="3600" dirty="0">
                <a:latin typeface="Posterama" panose="020B0504020200020000" pitchFamily="34" charset="0"/>
                <a:cs typeface="Posterama" panose="020B0504020200020000" pitchFamily="34" charset="0"/>
              </a:rPr>
              <a:t>IN</a:t>
            </a:r>
            <a:r>
              <a:rPr lang="az-Latn-AZ" sz="3600" dirty="0">
                <a:latin typeface="Posterama" panose="020B0504020200020000" pitchFamily="34" charset="0"/>
                <a:cs typeface="Posterama" panose="020B0504020200020000" pitchFamily="34" charset="0"/>
              </a:rPr>
              <a:t>ear regress</a:t>
            </a:r>
            <a:r>
              <a:rPr lang="en-US" sz="3600" dirty="0">
                <a:latin typeface="Posterama" panose="020B0504020200020000" pitchFamily="34" charset="0"/>
                <a:cs typeface="Posterama" panose="020B0504020200020000" pitchFamily="34" charset="0"/>
              </a:rPr>
              <a:t>I</a:t>
            </a:r>
            <a:r>
              <a:rPr lang="az-Latn-AZ" sz="3600" dirty="0">
                <a:latin typeface="Posterama" panose="020B0504020200020000" pitchFamily="34" charset="0"/>
                <a:cs typeface="Posterama" panose="020B0504020200020000" pitchFamily="34" charset="0"/>
              </a:rPr>
              <a:t>on</a:t>
            </a:r>
            <a:endParaRPr kumimoji="0" lang="en-US" sz="3200" i="0" u="none" strike="noStrike" kern="1200" cap="all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Posterama" panose="020B0504020200020000" pitchFamily="34" charset="0"/>
              <a:cs typeface="Posterama" panose="020B0504020200020000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125167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77CBF87E-0E60-41C8-AA29-D4C205F3D3C5}"/>
                  </a:ext>
                </a:extLst>
              </p:cNvPr>
              <p:cNvSpPr txBox="1"/>
              <p:nvPr/>
            </p:nvSpPr>
            <p:spPr>
              <a:xfrm>
                <a:off x="491067" y="1544468"/>
                <a:ext cx="7249292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Q: How to choose parameter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en-US" dirty="0"/>
                  <a:t> ?</a:t>
                </a:r>
              </a:p>
              <a:p>
                <a:r>
                  <a:rPr lang="en-US" dirty="0"/>
                  <a:t>A: We need to find such parameter </a:t>
                </a:r>
                <a14:m>
                  <m:oMath xmlns:m="http://schemas.openxmlformats.org/officeDocument/2006/math">
                    <m:r>
                      <a:rPr lang="en-US" sz="1800" b="0" i="1" kern="1200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𝜃</m:t>
                    </m:r>
                  </m:oMath>
                </a14:m>
                <a:r>
                  <a:rPr lang="en-US" dirty="0"/>
                  <a:t>, that h(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en-US" dirty="0"/>
                  <a:t>) ~ y for each training sample</a:t>
                </a: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77CBF87E-0E60-41C8-AA29-D4C205F3D3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1067" y="1544468"/>
                <a:ext cx="7249292" cy="646331"/>
              </a:xfrm>
              <a:prstGeom prst="rect">
                <a:avLst/>
              </a:prstGeom>
              <a:blipFill>
                <a:blip r:embed="rId2"/>
                <a:stretch>
                  <a:fillRect l="-757" t="-4717" b="-141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57C3AFEA-0D50-42DE-B7FA-CD81EA610195}"/>
              </a:ext>
            </a:extLst>
          </p:cNvPr>
          <p:cNvSpPr txBox="1"/>
          <p:nvPr/>
        </p:nvSpPr>
        <p:spPr>
          <a:xfrm>
            <a:off x="711200" y="274846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685E36B-F06C-4A4F-9030-2AD8B151803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1536"/>
          <a:stretch/>
        </p:blipFill>
        <p:spPr>
          <a:xfrm>
            <a:off x="416402" y="3388859"/>
            <a:ext cx="6610931" cy="241135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850AE0C-09DB-47EE-97BF-0E8364A184D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56561" y="3059567"/>
            <a:ext cx="4110594" cy="3069938"/>
          </a:xfrm>
          <a:prstGeom prst="rect">
            <a:avLst/>
          </a:prstGeom>
        </p:spPr>
      </p:pic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3D7070B4-EE45-48C5-9230-5952F322AE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47F556-5E24-4E51-B104-C830D8968DD6}" type="slidenum">
              <a:rPr lang="en-US" smtClean="0"/>
              <a:t>10</a:t>
            </a:fld>
            <a:endParaRPr lang="en-US"/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E46CFE54-240F-4D2D-8341-E3A3B9D72751}"/>
              </a:ext>
            </a:extLst>
          </p:cNvPr>
          <p:cNvSpPr txBox="1">
            <a:spLocks/>
          </p:cNvSpPr>
          <p:nvPr/>
        </p:nvSpPr>
        <p:spPr>
          <a:xfrm>
            <a:off x="265327" y="258792"/>
            <a:ext cx="8224622" cy="76897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800" b="1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200" dirty="0">
                <a:solidFill>
                  <a:sysClr val="windowText" lastClr="000000"/>
                </a:solidFill>
                <a:latin typeface="Posterama" panose="020B0504020200020000" pitchFamily="34" charset="0"/>
                <a:cs typeface="Posterama" panose="020B0504020200020000" pitchFamily="34" charset="0"/>
              </a:rPr>
              <a:t>2</a:t>
            </a:r>
            <a:r>
              <a:rPr kumimoji="0" lang="en-US" sz="3200" b="1" i="0" u="none" strike="noStrike" kern="1200" cap="all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Posterama" panose="020B0504020200020000" pitchFamily="34" charset="0"/>
                <a:cs typeface="Posterama" panose="020B0504020200020000" pitchFamily="34" charset="0"/>
              </a:rPr>
              <a:t>.1 </a:t>
            </a:r>
            <a:r>
              <a:rPr lang="en-US" sz="3600" dirty="0">
                <a:solidFill>
                  <a:sysClr val="windowText" lastClr="000000"/>
                </a:solidFill>
                <a:latin typeface="Posterama" panose="020B0504020200020000" pitchFamily="34" charset="0"/>
                <a:cs typeface="Posterama" panose="020B0504020200020000" pitchFamily="34" charset="0"/>
              </a:rPr>
              <a:t>Linear regression</a:t>
            </a:r>
            <a:endParaRPr kumimoji="0" lang="en-US" sz="3200" i="0" u="none" strike="noStrike" kern="1200" cap="all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Posterama" panose="020B0504020200020000" pitchFamily="34" charset="0"/>
              <a:cs typeface="Posterama" panose="020B0504020200020000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D027ADD0-DE18-402B-9784-2FABBF678B2D}"/>
                  </a:ext>
                </a:extLst>
              </p:cNvPr>
              <p:cNvSpPr txBox="1"/>
              <p:nvPr/>
            </p:nvSpPr>
            <p:spPr>
              <a:xfrm>
                <a:off x="4115713" y="2482051"/>
                <a:ext cx="2084480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sub>
                      </m:sSub>
                      <m:d>
                        <m:d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D027ADD0-DE18-402B-9784-2FABBF678B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15713" y="2482051"/>
                <a:ext cx="2084480" cy="307777"/>
              </a:xfrm>
              <a:prstGeom prst="rect">
                <a:avLst/>
              </a:prstGeom>
              <a:blipFill>
                <a:blip r:embed="rId5"/>
                <a:stretch>
                  <a:fillRect l="-2632" r="-877" b="-176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7CFBBCC2-A47B-43B4-09E9-3CF5A8E459D4}"/>
                  </a:ext>
                </a:extLst>
              </p14:cNvPr>
              <p14:cNvContentPartPr/>
              <p14:nvPr/>
            </p14:nvContentPartPr>
            <p14:xfrm>
              <a:off x="8093947" y="5655307"/>
              <a:ext cx="3240" cy="756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7CFBBCC2-A47B-43B4-09E9-3CF5A8E459D4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8084947" y="5646307"/>
                <a:ext cx="20880" cy="252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846577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7DAE005C-AA5B-4D5B-9407-3C3CEBB42C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76133" y="1891982"/>
            <a:ext cx="3100793" cy="786768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062534E8-F3D7-41D0-B1B8-AF4970E58230}"/>
              </a:ext>
            </a:extLst>
          </p:cNvPr>
          <p:cNvSpPr txBox="1"/>
          <p:nvPr/>
        </p:nvSpPr>
        <p:spPr>
          <a:xfrm>
            <a:off x="6876926" y="2070506"/>
            <a:ext cx="21335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Mean Squared Error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21F63F7A-8923-479D-B8B3-B6A32E839D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0330" y="5694472"/>
            <a:ext cx="2047536" cy="54906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19591A49-83CA-4597-9AA5-C9C096C3984E}"/>
              </a:ext>
            </a:extLst>
          </p:cNvPr>
          <p:cNvSpPr txBox="1"/>
          <p:nvPr/>
        </p:nvSpPr>
        <p:spPr>
          <a:xfrm>
            <a:off x="3252064" y="5761972"/>
            <a:ext cx="21361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Mean Absolute Error</a:t>
            </a:r>
          </a:p>
        </p:txBody>
      </p:sp>
      <p:sp>
        <p:nvSpPr>
          <p:cNvPr id="18" name="Rectangle 2">
            <a:extLst>
              <a:ext uri="{FF2B5EF4-FFF2-40B4-BE49-F238E27FC236}">
                <a16:creationId xmlns:a16="http://schemas.microsoft.com/office/drawing/2014/main" id="{DB9352C6-69BA-498F-AED6-B3F5F4B05A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76926" y="4878918"/>
            <a:ext cx="4969933" cy="1600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4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Other cost functions: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4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00FF00"/>
                </a:highlight>
                <a:latin typeface="Arial" panose="020B0604020202020204" pitchFamily="34" charset="0"/>
              </a:rPr>
              <a:t>Squared – punish big errors strongly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4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00FF00"/>
                </a:highlight>
                <a:latin typeface="Arial" panose="020B0604020202020204" pitchFamily="34" charset="0"/>
              </a:rPr>
              <a:t>Absolute – treat all errors proportionally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4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Huber – balanced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4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Cross-entropy – punish confident wrong predictions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4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Hinge – enforce margin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4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Quantile – predict distribution percentiles</a:t>
            </a:r>
          </a:p>
        </p:txBody>
      </p:sp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4D1309A7-B7B2-4202-9868-508116B5C85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302401"/>
              </p:ext>
            </p:extLst>
          </p:nvPr>
        </p:nvGraphicFramePr>
        <p:xfrm>
          <a:off x="1538236" y="2904265"/>
          <a:ext cx="4742038" cy="1920240"/>
        </p:xfrm>
        <a:graphic>
          <a:graphicData uri="http://schemas.openxmlformats.org/drawingml/2006/table">
            <a:tbl>
              <a:tblPr>
                <a:tableStyleId>{69CF1AB2-1976-4502-BF36-3FF5EA218861}</a:tableStyleId>
              </a:tblPr>
              <a:tblGrid>
                <a:gridCol w="1001503">
                  <a:extLst>
                    <a:ext uri="{9D8B030D-6E8A-4147-A177-3AD203B41FA5}">
                      <a16:colId xmlns:a16="http://schemas.microsoft.com/office/drawing/2014/main" val="2073464926"/>
                    </a:ext>
                  </a:extLst>
                </a:gridCol>
                <a:gridCol w="1246845">
                  <a:extLst>
                    <a:ext uri="{9D8B030D-6E8A-4147-A177-3AD203B41FA5}">
                      <a16:colId xmlns:a16="http://schemas.microsoft.com/office/drawing/2014/main" val="2964848949"/>
                    </a:ext>
                  </a:extLst>
                </a:gridCol>
                <a:gridCol w="1246845">
                  <a:extLst>
                    <a:ext uri="{9D8B030D-6E8A-4147-A177-3AD203B41FA5}">
                      <a16:colId xmlns:a16="http://schemas.microsoft.com/office/drawing/2014/main" val="1137056399"/>
                    </a:ext>
                  </a:extLst>
                </a:gridCol>
                <a:gridCol w="1246845">
                  <a:extLst>
                    <a:ext uri="{9D8B030D-6E8A-4147-A177-3AD203B41FA5}">
                      <a16:colId xmlns:a16="http://schemas.microsoft.com/office/drawing/2014/main" val="192740030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 dirty="0"/>
                        <a:t>k</a:t>
                      </a:r>
                      <a:r>
                        <a:rPr lang="az-Latn-AZ" sz="1200" b="1" dirty="0"/>
                        <a:t>h</a:t>
                      </a:r>
                      <a:r>
                        <a:rPr lang="en-US" sz="1200" b="1" dirty="0"/>
                        <a:t> (</a:t>
                      </a:r>
                      <a:r>
                        <a:rPr lang="en-US" sz="1200" b="1" dirty="0" err="1"/>
                        <a:t>mD</a:t>
                      </a:r>
                      <a:r>
                        <a:rPr lang="az-Latn-AZ" sz="1200" b="1" dirty="0"/>
                        <a:t>*ft</a:t>
                      </a:r>
                      <a:r>
                        <a:rPr lang="en-US" sz="1200" b="1" dirty="0"/>
                        <a:t>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 dirty="0"/>
                        <a:t>Productivity (y)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 dirty="0"/>
                        <a:t>Prediction h(x)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 dirty="0"/>
                        <a:t>Error 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515499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az-Latn-AZ" sz="1200" dirty="0"/>
                        <a:t>50</a:t>
                      </a:r>
                      <a:endParaRPr 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az-Latn-AZ" sz="1200" dirty="0"/>
                        <a:t>1.2</a:t>
                      </a:r>
                      <a:endParaRPr 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6496927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az-Latn-AZ" sz="1200" dirty="0"/>
                        <a:t>100</a:t>
                      </a:r>
                      <a:endParaRPr 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az-Latn-AZ" sz="1200" dirty="0"/>
                        <a:t>2.2</a:t>
                      </a:r>
                      <a:endParaRPr 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1.5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457229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az-Latn-AZ" sz="1200" dirty="0"/>
                        <a:t>80</a:t>
                      </a:r>
                      <a:endParaRPr 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az-Latn-AZ" sz="1200" dirty="0"/>
                        <a:t>1.6</a:t>
                      </a:r>
                      <a:endParaRPr 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0.5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2835283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250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az-Latn-AZ" sz="1200" dirty="0"/>
                        <a:t>5</a:t>
                      </a:r>
                      <a:endParaRPr 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5630439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az-Latn-AZ" sz="1200" dirty="0"/>
                        <a:t>150</a:t>
                      </a:r>
                      <a:endParaRPr 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az-Latn-AZ" sz="1200" dirty="0"/>
                        <a:t>3.4</a:t>
                      </a:r>
                      <a:endParaRPr 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1.3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3705591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az-Latn-AZ" sz="1200" dirty="0"/>
                        <a:t>200</a:t>
                      </a:r>
                      <a:endParaRPr 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az-Latn-AZ" sz="1200" dirty="0"/>
                        <a:t>4</a:t>
                      </a:r>
                      <a:endParaRPr 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02259782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C9D63188-FC67-40BE-B246-D7C07C0B8350}"/>
                  </a:ext>
                </a:extLst>
              </p:cNvPr>
              <p:cNvSpPr txBox="1"/>
              <p:nvPr/>
            </p:nvSpPr>
            <p:spPr>
              <a:xfrm>
                <a:off x="5146053" y="1362501"/>
                <a:ext cx="2084480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sub>
                      </m:sSub>
                      <m:d>
                        <m:d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C9D63188-FC67-40BE-B246-D7C07C0B83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46053" y="1362501"/>
                <a:ext cx="2084480" cy="307777"/>
              </a:xfrm>
              <a:prstGeom prst="rect">
                <a:avLst/>
              </a:prstGeom>
              <a:blipFill>
                <a:blip r:embed="rId4"/>
                <a:stretch>
                  <a:fillRect l="-2632" r="-877" b="-18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Slide Number Placeholder 22">
            <a:extLst>
              <a:ext uri="{FF2B5EF4-FFF2-40B4-BE49-F238E27FC236}">
                <a16:creationId xmlns:a16="http://schemas.microsoft.com/office/drawing/2014/main" id="{F471A7D8-6E0D-46E4-BC65-44AB989C4E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47F556-5E24-4E51-B104-C830D8968DD6}" type="slidenum">
              <a:rPr lang="en-US" smtClean="0"/>
              <a:t>11</a:t>
            </a:fld>
            <a:endParaRPr lang="en-US"/>
          </a:p>
        </p:txBody>
      </p:sp>
      <p:sp>
        <p:nvSpPr>
          <p:cNvPr id="26" name="Title 1">
            <a:extLst>
              <a:ext uri="{FF2B5EF4-FFF2-40B4-BE49-F238E27FC236}">
                <a16:creationId xmlns:a16="http://schemas.microsoft.com/office/drawing/2014/main" id="{A37ECE47-653C-4DFF-A109-12B87A195F87}"/>
              </a:ext>
            </a:extLst>
          </p:cNvPr>
          <p:cNvSpPr txBox="1">
            <a:spLocks/>
          </p:cNvSpPr>
          <p:nvPr/>
        </p:nvSpPr>
        <p:spPr>
          <a:xfrm>
            <a:off x="265327" y="258792"/>
            <a:ext cx="8224622" cy="76897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800" b="1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200" dirty="0">
                <a:solidFill>
                  <a:sysClr val="windowText" lastClr="000000"/>
                </a:solidFill>
                <a:latin typeface="Posterama" panose="020B0504020200020000" pitchFamily="34" charset="0"/>
                <a:cs typeface="Posterama" panose="020B0504020200020000" pitchFamily="34" charset="0"/>
              </a:rPr>
              <a:t>2</a:t>
            </a:r>
            <a:r>
              <a:rPr kumimoji="0" lang="en-US" sz="3200" b="1" i="0" u="none" strike="noStrike" kern="1200" cap="all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Posterama" panose="020B0504020200020000" pitchFamily="34" charset="0"/>
                <a:cs typeface="Posterama" panose="020B0504020200020000" pitchFamily="34" charset="0"/>
              </a:rPr>
              <a:t>.2 </a:t>
            </a:r>
            <a:r>
              <a:rPr lang="en-US" sz="3600" dirty="0">
                <a:latin typeface="Posterama" panose="020B0504020200020000" pitchFamily="34" charset="0"/>
                <a:cs typeface="Posterama" panose="020B0504020200020000" pitchFamily="34" charset="0"/>
              </a:rPr>
              <a:t>Cost function</a:t>
            </a:r>
            <a:endParaRPr kumimoji="0" lang="en-US" sz="3200" i="0" u="none" strike="noStrike" kern="1200" cap="all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Posterama" panose="020B0504020200020000" pitchFamily="34" charset="0"/>
              <a:cs typeface="Posterama" panose="020B0504020200020000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9612972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0365B52E-14DF-4616-8D60-E0F6A31890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8001" y="2743200"/>
            <a:ext cx="3313199" cy="269848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B379226-92BF-4242-9869-0910CF5BCC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6068" y="2639385"/>
            <a:ext cx="3313199" cy="290611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725E925-4992-4F39-A21B-A0669B874E9B}"/>
              </a:ext>
            </a:extLst>
          </p:cNvPr>
          <p:cNvSpPr txBox="1"/>
          <p:nvPr/>
        </p:nvSpPr>
        <p:spPr>
          <a:xfrm>
            <a:off x="2949531" y="2373868"/>
            <a:ext cx="9701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Original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211C572-CB38-4BC5-AFDE-823C5D7F1CB1}"/>
              </a:ext>
            </a:extLst>
          </p:cNvPr>
          <p:cNvSpPr txBox="1"/>
          <p:nvPr/>
        </p:nvSpPr>
        <p:spPr>
          <a:xfrm>
            <a:off x="7978212" y="2373868"/>
            <a:ext cx="11689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Simplified 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62BCFC5-425C-4032-80DF-BDC0F18942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47F556-5E24-4E51-B104-C830D8968DD6}" type="slidenum">
              <a:rPr lang="en-US" smtClean="0"/>
              <a:t>12</a:t>
            </a:fld>
            <a:endParaRPr lang="en-US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F0FAACFE-1107-4185-ADA1-5D176A757022}"/>
              </a:ext>
            </a:extLst>
          </p:cNvPr>
          <p:cNvSpPr txBox="1">
            <a:spLocks/>
          </p:cNvSpPr>
          <p:nvPr/>
        </p:nvSpPr>
        <p:spPr>
          <a:xfrm>
            <a:off x="265327" y="258792"/>
            <a:ext cx="8224622" cy="76897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800" b="1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200" dirty="0">
                <a:solidFill>
                  <a:sysClr val="windowText" lastClr="000000"/>
                </a:solidFill>
                <a:latin typeface="Posterama" panose="020B0504020200020000" pitchFamily="34" charset="0"/>
                <a:cs typeface="Posterama" panose="020B0504020200020000" pitchFamily="34" charset="0"/>
              </a:rPr>
              <a:t>2</a:t>
            </a:r>
            <a:r>
              <a:rPr kumimoji="0" lang="en-US" sz="3200" b="1" i="0" u="none" strike="noStrike" kern="1200" cap="all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Posterama" panose="020B0504020200020000" pitchFamily="34" charset="0"/>
                <a:cs typeface="Posterama" panose="020B0504020200020000" pitchFamily="34" charset="0"/>
              </a:rPr>
              <a:t>.2 </a:t>
            </a:r>
            <a:r>
              <a:rPr lang="en-US" sz="3600" dirty="0">
                <a:latin typeface="Posterama" panose="020B0504020200020000" pitchFamily="34" charset="0"/>
                <a:cs typeface="Posterama" panose="020B0504020200020000" pitchFamily="34" charset="0"/>
              </a:rPr>
              <a:t>Cost function</a:t>
            </a:r>
            <a:endParaRPr kumimoji="0" lang="en-US" sz="3200" i="0" u="none" strike="noStrike" kern="1200" cap="all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Posterama" panose="020B0504020200020000" pitchFamily="34" charset="0"/>
              <a:cs typeface="Posterama" panose="020B0504020200020000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2431407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DD84EBBD-D70C-4548-91F2-F4DE7442E9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0252" y="2399241"/>
            <a:ext cx="6032415" cy="2486025"/>
          </a:xfrm>
          <a:prstGeom prst="rect">
            <a:avLst/>
          </a:prstGeom>
        </p:spPr>
      </p:pic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CF1E5E0B-272B-4BF1-9965-6FFB0E9B9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47F556-5E24-4E51-B104-C830D8968DD6}" type="slidenum">
              <a:rPr lang="en-US" smtClean="0"/>
              <a:t>13</a:t>
            </a:fld>
            <a:endParaRPr lang="en-US"/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E58A083B-E24F-4874-AA13-D20267762DB5}"/>
              </a:ext>
            </a:extLst>
          </p:cNvPr>
          <p:cNvSpPr txBox="1">
            <a:spLocks/>
          </p:cNvSpPr>
          <p:nvPr/>
        </p:nvSpPr>
        <p:spPr>
          <a:xfrm>
            <a:off x="265327" y="258792"/>
            <a:ext cx="8224622" cy="76897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800" b="1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200" dirty="0">
                <a:solidFill>
                  <a:sysClr val="windowText" lastClr="000000"/>
                </a:solidFill>
                <a:latin typeface="Posterama" panose="020B0504020200020000" pitchFamily="34" charset="0"/>
                <a:cs typeface="Posterama" panose="020B0504020200020000" pitchFamily="34" charset="0"/>
              </a:rPr>
              <a:t>2</a:t>
            </a:r>
            <a:r>
              <a:rPr kumimoji="0" lang="en-US" sz="3200" b="1" i="0" u="none" strike="noStrike" kern="1200" cap="all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Posterama" panose="020B0504020200020000" pitchFamily="34" charset="0"/>
                <a:cs typeface="Posterama" panose="020B0504020200020000" pitchFamily="34" charset="0"/>
              </a:rPr>
              <a:t>.2 </a:t>
            </a:r>
            <a:r>
              <a:rPr lang="en-US" sz="3600" dirty="0">
                <a:latin typeface="Posterama" panose="020B0504020200020000" pitchFamily="34" charset="0"/>
                <a:cs typeface="Posterama" panose="020B0504020200020000" pitchFamily="34" charset="0"/>
              </a:rPr>
              <a:t>Cost function (simple)</a:t>
            </a:r>
            <a:endParaRPr kumimoji="0" lang="en-US" sz="3200" i="0" u="none" strike="noStrike" kern="1200" cap="all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Posterama" panose="020B0504020200020000" pitchFamily="34" charset="0"/>
              <a:cs typeface="Posterama" panose="020B0504020200020000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C368D911-527A-4170-BB43-04BA89329DE3}"/>
                  </a:ext>
                </a:extLst>
              </p:cNvPr>
              <p:cNvSpPr txBox="1"/>
              <p:nvPr/>
            </p:nvSpPr>
            <p:spPr>
              <a:xfrm>
                <a:off x="1490135" y="2065676"/>
                <a:ext cx="81047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C368D911-527A-4170-BB43-04BA89329D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90135" y="2065676"/>
                <a:ext cx="810478" cy="369332"/>
              </a:xfrm>
              <a:prstGeom prst="rect">
                <a:avLst/>
              </a:prstGeom>
              <a:blipFill>
                <a:blip r:embed="rId3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629D2DBC-2AFE-4060-B79A-DC3D0B91552F}"/>
                  </a:ext>
                </a:extLst>
              </p:cNvPr>
              <p:cNvSpPr txBox="1"/>
              <p:nvPr/>
            </p:nvSpPr>
            <p:spPr>
              <a:xfrm>
                <a:off x="4478869" y="2065676"/>
                <a:ext cx="74629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𝐽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629D2DBC-2AFE-4060-B79A-DC3D0B9155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78869" y="2065676"/>
                <a:ext cx="746295" cy="369332"/>
              </a:xfrm>
              <a:prstGeom prst="rect">
                <a:avLst/>
              </a:prstGeom>
              <a:blipFill>
                <a:blip r:embed="rId4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CF9F97ED-C3E2-41BD-80B3-B3744F79A3CE}"/>
                  </a:ext>
                </a:extLst>
              </p:cNvPr>
              <p:cNvSpPr txBox="1"/>
              <p:nvPr/>
            </p:nvSpPr>
            <p:spPr>
              <a:xfrm>
                <a:off x="8450296" y="992003"/>
                <a:ext cx="1373325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CF9F97ED-C3E2-41BD-80B3-B3744F79A3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50296" y="992003"/>
                <a:ext cx="1373325" cy="276999"/>
              </a:xfrm>
              <a:prstGeom prst="rect">
                <a:avLst/>
              </a:prstGeom>
              <a:blipFill>
                <a:blip r:embed="rId5"/>
                <a:stretch>
                  <a:fillRect l="-4000" r="-1778" b="-177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3" name="Picture 32">
            <a:extLst>
              <a:ext uri="{FF2B5EF4-FFF2-40B4-BE49-F238E27FC236}">
                <a16:creationId xmlns:a16="http://schemas.microsoft.com/office/drawing/2014/main" id="{C3A7507D-09A5-46DD-B906-7A3E064EADB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96802" y="205230"/>
            <a:ext cx="3100793" cy="786768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866B3191-1D77-DE35-3F89-EBFB1FBFAE8F}"/>
                  </a:ext>
                </a:extLst>
              </p14:cNvPr>
              <p14:cNvContentPartPr/>
              <p14:nvPr/>
            </p14:nvContentPartPr>
            <p14:xfrm>
              <a:off x="7309147" y="4102267"/>
              <a:ext cx="23400" cy="216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866B3191-1D77-DE35-3F89-EBFB1FBFAE8F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7300507" y="4093627"/>
                <a:ext cx="41040" cy="198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16506219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E31CEFC-D9E4-400C-90B1-9B1B411E80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8267" y="1405467"/>
            <a:ext cx="3344334" cy="2497668"/>
          </a:xfrm>
          <a:prstGeom prst="rect">
            <a:avLst/>
          </a:prstGeom>
        </p:spPr>
      </p:pic>
      <p:pic>
        <p:nvPicPr>
          <p:cNvPr id="2050" name="Picture 2" descr="Cost Function | Fundamentals of Linear Regression">
            <a:extLst>
              <a:ext uri="{FF2B5EF4-FFF2-40B4-BE49-F238E27FC236}">
                <a16:creationId xmlns:a16="http://schemas.microsoft.com/office/drawing/2014/main" id="{CDBE7E14-14A6-4F18-B200-F4E05C5490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68799" y="1526984"/>
            <a:ext cx="3274189" cy="22292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D93CA790-6628-4BF7-B58A-C637A69E150F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50706"/>
          <a:stretch/>
        </p:blipFill>
        <p:spPr>
          <a:xfrm>
            <a:off x="7899401" y="1405467"/>
            <a:ext cx="3251199" cy="2597061"/>
          </a:xfrm>
          <a:prstGeom prst="rect">
            <a:avLst/>
          </a:prstGeom>
        </p:spPr>
      </p:pic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6DFA2C7B-9BF7-479D-B4F5-6AFF0F783B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47F556-5E24-4E51-B104-C830D8968DD6}" type="slidenum">
              <a:rPr lang="en-US" smtClean="0"/>
              <a:t>14</a:t>
            </a:fld>
            <a:endParaRPr lang="en-US"/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DAB5DDF6-BC8B-46DB-959B-7AB08F5781E5}"/>
              </a:ext>
            </a:extLst>
          </p:cNvPr>
          <p:cNvSpPr txBox="1">
            <a:spLocks/>
          </p:cNvSpPr>
          <p:nvPr/>
        </p:nvSpPr>
        <p:spPr>
          <a:xfrm>
            <a:off x="265327" y="258792"/>
            <a:ext cx="8224622" cy="76897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800" b="1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200" dirty="0">
                <a:solidFill>
                  <a:sysClr val="windowText" lastClr="000000"/>
                </a:solidFill>
                <a:latin typeface="Posterama" panose="020B0504020200020000" pitchFamily="34" charset="0"/>
                <a:cs typeface="Posterama" panose="020B0504020200020000" pitchFamily="34" charset="0"/>
              </a:rPr>
              <a:t>2</a:t>
            </a:r>
            <a:r>
              <a:rPr kumimoji="0" lang="en-US" sz="3200" b="1" i="0" u="none" strike="noStrike" kern="1200" cap="all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Posterama" panose="020B0504020200020000" pitchFamily="34" charset="0"/>
                <a:cs typeface="Posterama" panose="020B0504020200020000" pitchFamily="34" charset="0"/>
              </a:rPr>
              <a:t>.2 </a:t>
            </a:r>
            <a:r>
              <a:rPr lang="en-US" sz="3600" dirty="0">
                <a:latin typeface="Posterama" panose="020B0504020200020000" pitchFamily="34" charset="0"/>
                <a:cs typeface="Posterama" panose="020B0504020200020000" pitchFamily="34" charset="0"/>
              </a:rPr>
              <a:t>Cost function</a:t>
            </a:r>
            <a:endParaRPr kumimoji="0" lang="en-US" sz="3200" i="0" u="none" strike="noStrike" kern="1200" cap="all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Posterama" panose="020B0504020200020000" pitchFamily="34" charset="0"/>
              <a:cs typeface="Posterama" panose="020B0504020200020000" pitchFamily="34" charset="0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0512050A-6D55-0CCA-55BE-62C5C050C3AC}"/>
                  </a:ext>
                </a:extLst>
              </p14:cNvPr>
              <p14:cNvContentPartPr/>
              <p14:nvPr/>
            </p14:nvContentPartPr>
            <p14:xfrm>
              <a:off x="1261147" y="3537067"/>
              <a:ext cx="3960" cy="180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0512050A-6D55-0CCA-55BE-62C5C050C3AC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252147" y="3528067"/>
                <a:ext cx="21600" cy="19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2053" name="Ink 2052">
                <a:extLst>
                  <a:ext uri="{FF2B5EF4-FFF2-40B4-BE49-F238E27FC236}">
                    <a16:creationId xmlns:a16="http://schemas.microsoft.com/office/drawing/2014/main" id="{BB8F182F-B2CE-45AF-B4CF-04062C337192}"/>
                  </a:ext>
                </a:extLst>
              </p14:cNvPr>
              <p14:cNvContentPartPr/>
              <p14:nvPr/>
            </p14:nvContentPartPr>
            <p14:xfrm>
              <a:off x="9533227" y="1879267"/>
              <a:ext cx="360" cy="360"/>
            </p14:xfrm>
          </p:contentPart>
        </mc:Choice>
        <mc:Fallback xmlns="">
          <p:pic>
            <p:nvPicPr>
              <p:cNvPr id="2053" name="Ink 2052">
                <a:extLst>
                  <a:ext uri="{FF2B5EF4-FFF2-40B4-BE49-F238E27FC236}">
                    <a16:creationId xmlns:a16="http://schemas.microsoft.com/office/drawing/2014/main" id="{BB8F182F-B2CE-45AF-B4CF-04062C337192}"/>
                  </a:ext>
                </a:extLst>
              </p:cNvPr>
              <p:cNvPicPr/>
              <p:nvPr/>
            </p:nvPicPr>
            <p:blipFill>
              <a:blip r:embed="rId84"/>
              <a:stretch>
                <a:fillRect/>
              </a:stretch>
            </p:blipFill>
            <p:spPr>
              <a:xfrm>
                <a:off x="9524587" y="1870627"/>
                <a:ext cx="18000" cy="18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04775352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 descr="Multivariable gradient descent | R-bloggers">
            <a:extLst>
              <a:ext uri="{FF2B5EF4-FFF2-40B4-BE49-F238E27FC236}">
                <a16:creationId xmlns:a16="http://schemas.microsoft.com/office/drawing/2014/main" id="{D4EAD152-6F23-430D-A935-C93580A9C0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1365" y="1325563"/>
            <a:ext cx="5541433" cy="37777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3">
            <a:extLst>
              <a:ext uri="{FF2B5EF4-FFF2-40B4-BE49-F238E27FC236}">
                <a16:creationId xmlns:a16="http://schemas.microsoft.com/office/drawing/2014/main" id="{0722C08E-C425-40BD-BBE1-59BE0449CA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34194" y="5193939"/>
            <a:ext cx="2499806" cy="13849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1400" dirty="0"/>
              <a:t>Steps:</a:t>
            </a:r>
          </a:p>
          <a:p>
            <a:pPr marL="342900" marR="0" lvl="0" indent="-34290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lang="en-US" altLang="en-US" sz="1400" dirty="0"/>
              <a:t>Start from random point</a:t>
            </a:r>
          </a:p>
          <a:p>
            <a:pPr marL="342900" marR="0" lvl="0" indent="-34290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lang="en-US" altLang="en-US" sz="1400" dirty="0"/>
              <a:t>Measure error</a:t>
            </a:r>
          </a:p>
          <a:p>
            <a:pPr marL="342900" marR="0" lvl="0" indent="-34290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lang="en-US" altLang="en-US" sz="1400" dirty="0"/>
              <a:t>Check slope</a:t>
            </a:r>
          </a:p>
          <a:p>
            <a:pPr marL="342900" marR="0" lvl="0" indent="-34290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lang="en-US" altLang="en-US" sz="1400" dirty="0"/>
              <a:t>Adjust</a:t>
            </a:r>
          </a:p>
          <a:p>
            <a:pPr marL="342900" marR="0" lvl="0" indent="-34290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lang="en-US" altLang="en-US" sz="1400" dirty="0"/>
              <a:t>Repeat</a:t>
            </a:r>
          </a:p>
        </p:txBody>
      </p:sp>
      <p:pic>
        <p:nvPicPr>
          <p:cNvPr id="8" name="Picture 2" descr="Cost Function | Fundamentals of Linear Regression">
            <a:extLst>
              <a:ext uri="{FF2B5EF4-FFF2-40B4-BE49-F238E27FC236}">
                <a16:creationId xmlns:a16="http://schemas.microsoft.com/office/drawing/2014/main" id="{3DD8AE29-5500-4DD2-9152-5B36441551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69837" y="1132503"/>
            <a:ext cx="3860798" cy="26286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BB76BD8-BC05-4279-B3B7-4211650A5461}"/>
              </a:ext>
            </a:extLst>
          </p:cNvPr>
          <p:cNvSpPr txBox="1"/>
          <p:nvPr/>
        </p:nvSpPr>
        <p:spPr>
          <a:xfrm>
            <a:off x="7399110" y="4088686"/>
            <a:ext cx="379382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Interesting fact: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Cost function in linear regression has always 1 local minima, which is also global minima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Why: cost function is quadratic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A8CBF5F-D7DA-4CE2-A394-02E15D5C3B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47F556-5E24-4E51-B104-C830D8968DD6}" type="slidenum">
              <a:rPr lang="en-US" smtClean="0"/>
              <a:t>15</a:t>
            </a:fld>
            <a:endParaRPr lang="en-US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519B61D0-01BA-4854-A028-C4CA40042AC6}"/>
              </a:ext>
            </a:extLst>
          </p:cNvPr>
          <p:cNvSpPr txBox="1">
            <a:spLocks/>
          </p:cNvSpPr>
          <p:nvPr/>
        </p:nvSpPr>
        <p:spPr>
          <a:xfrm>
            <a:off x="265327" y="258792"/>
            <a:ext cx="8224622" cy="76897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800" b="1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200" dirty="0">
                <a:solidFill>
                  <a:sysClr val="windowText" lastClr="000000"/>
                </a:solidFill>
                <a:latin typeface="Posterama" panose="020B0504020200020000" pitchFamily="34" charset="0"/>
                <a:cs typeface="Posterama" panose="020B0504020200020000" pitchFamily="34" charset="0"/>
              </a:rPr>
              <a:t>2</a:t>
            </a:r>
            <a:r>
              <a:rPr kumimoji="0" lang="en-US" sz="3200" b="1" i="0" u="none" strike="noStrike" kern="1200" cap="all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Posterama" panose="020B0504020200020000" pitchFamily="34" charset="0"/>
                <a:cs typeface="Posterama" panose="020B0504020200020000" pitchFamily="34" charset="0"/>
              </a:rPr>
              <a:t>.3 Gradient descent</a:t>
            </a:r>
            <a:endParaRPr kumimoji="0" lang="en-US" sz="3200" i="0" u="none" strike="noStrike" kern="1200" cap="all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Posterama" panose="020B0504020200020000" pitchFamily="34" charset="0"/>
              <a:cs typeface="Posterama" panose="020B0504020200020000" pitchFamily="34" charset="0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55" name="Ink 54">
                <a:extLst>
                  <a:ext uri="{FF2B5EF4-FFF2-40B4-BE49-F238E27FC236}">
                    <a16:creationId xmlns:a16="http://schemas.microsoft.com/office/drawing/2014/main" id="{F1E69AC3-2540-45F5-9ECE-D7EE4EF74375}"/>
                  </a:ext>
                </a:extLst>
              </p14:cNvPr>
              <p14:cNvContentPartPr/>
              <p14:nvPr/>
            </p14:nvContentPartPr>
            <p14:xfrm>
              <a:off x="3987787" y="5866987"/>
              <a:ext cx="360" cy="360"/>
            </p14:xfrm>
          </p:contentPart>
        </mc:Choice>
        <mc:Fallback xmlns="">
          <p:pic>
            <p:nvPicPr>
              <p:cNvPr id="55" name="Ink 54">
                <a:extLst>
                  <a:ext uri="{FF2B5EF4-FFF2-40B4-BE49-F238E27FC236}">
                    <a16:creationId xmlns:a16="http://schemas.microsoft.com/office/drawing/2014/main" id="{F1E69AC3-2540-45F5-9ECE-D7EE4EF74375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3978787" y="5858347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8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579BD9B5-37C5-D619-4981-6A60C064D035}"/>
                  </a:ext>
                </a:extLst>
              </p14:cNvPr>
              <p14:cNvContentPartPr/>
              <p14:nvPr/>
            </p14:nvContentPartPr>
            <p14:xfrm>
              <a:off x="5223667" y="2116147"/>
              <a:ext cx="6480" cy="72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579BD9B5-37C5-D619-4981-6A60C064D035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5214667" y="2098147"/>
                <a:ext cx="2412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0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56FBFAFA-E593-0E69-D94E-6E7C142BC642}"/>
                  </a:ext>
                </a:extLst>
              </p14:cNvPr>
              <p14:cNvContentPartPr/>
              <p14:nvPr/>
            </p14:nvContentPartPr>
            <p14:xfrm>
              <a:off x="4417627" y="3067267"/>
              <a:ext cx="2520" cy="1440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56FBFAFA-E593-0E69-D94E-6E7C142BC642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4408627" y="3058627"/>
                <a:ext cx="20160" cy="32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2510C264-F953-73CB-885D-4CF78CB08A4A}"/>
                  </a:ext>
                </a:extLst>
              </p14:cNvPr>
              <p14:cNvContentPartPr/>
              <p14:nvPr/>
            </p14:nvContentPartPr>
            <p14:xfrm>
              <a:off x="4409707" y="3020827"/>
              <a:ext cx="10440" cy="4716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2510C264-F953-73CB-885D-4CF78CB08A4A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4401067" y="3011827"/>
                <a:ext cx="28080" cy="64800"/>
              </a:xfrm>
              <a:prstGeom prst="rect">
                <a:avLst/>
              </a:prstGeom>
            </p:spPr>
          </p:pic>
        </mc:Fallback>
      </mc:AlternateContent>
      <p:grpSp>
        <p:nvGrpSpPr>
          <p:cNvPr id="5175" name="Group 5174">
            <a:extLst>
              <a:ext uri="{FF2B5EF4-FFF2-40B4-BE49-F238E27FC236}">
                <a16:creationId xmlns:a16="http://schemas.microsoft.com/office/drawing/2014/main" id="{1222DE73-9063-4860-9026-6F71050FC9EF}"/>
              </a:ext>
            </a:extLst>
          </p:cNvPr>
          <p:cNvGrpSpPr/>
          <p:nvPr/>
        </p:nvGrpSpPr>
        <p:grpSpPr>
          <a:xfrm>
            <a:off x="2099587" y="4351747"/>
            <a:ext cx="283320" cy="344160"/>
            <a:chOff x="2099587" y="4351747"/>
            <a:chExt cx="283320" cy="344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5159" name="Ink 5158">
                  <a:extLst>
                    <a:ext uri="{FF2B5EF4-FFF2-40B4-BE49-F238E27FC236}">
                      <a16:creationId xmlns:a16="http://schemas.microsoft.com/office/drawing/2014/main" id="{C13575D0-E2D1-40A6-9F4A-CFECEAE55593}"/>
                    </a:ext>
                  </a:extLst>
                </p14:cNvPr>
                <p14:cNvContentPartPr/>
                <p14:nvPr/>
              </p14:nvContentPartPr>
              <p14:xfrm>
                <a:off x="2133427" y="4512667"/>
                <a:ext cx="234000" cy="183240"/>
              </p14:xfrm>
            </p:contentPart>
          </mc:Choice>
          <mc:Fallback xmlns="">
            <p:pic>
              <p:nvPicPr>
                <p:cNvPr id="5159" name="Ink 5158">
                  <a:extLst>
                    <a:ext uri="{FF2B5EF4-FFF2-40B4-BE49-F238E27FC236}">
                      <a16:creationId xmlns:a16="http://schemas.microsoft.com/office/drawing/2014/main" id="{C13575D0-E2D1-40A6-9F4A-CFECEAE55593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2124787" y="4503667"/>
                  <a:ext cx="251640" cy="20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5">
              <p14:nvContentPartPr>
                <p14:cNvPr id="5160" name="Ink 5159">
                  <a:extLst>
                    <a:ext uri="{FF2B5EF4-FFF2-40B4-BE49-F238E27FC236}">
                      <a16:creationId xmlns:a16="http://schemas.microsoft.com/office/drawing/2014/main" id="{E0F0D983-B8F8-4247-AE5A-DDC8E0BB8FB7}"/>
                    </a:ext>
                  </a:extLst>
                </p14:cNvPr>
                <p14:cNvContentPartPr/>
                <p14:nvPr/>
              </p14:nvContentPartPr>
              <p14:xfrm>
                <a:off x="2270587" y="4504027"/>
                <a:ext cx="23760" cy="25200"/>
              </p14:xfrm>
            </p:contentPart>
          </mc:Choice>
          <mc:Fallback xmlns="">
            <p:pic>
              <p:nvPicPr>
                <p:cNvPr id="5160" name="Ink 5159">
                  <a:extLst>
                    <a:ext uri="{FF2B5EF4-FFF2-40B4-BE49-F238E27FC236}">
                      <a16:creationId xmlns:a16="http://schemas.microsoft.com/office/drawing/2014/main" id="{E0F0D983-B8F8-4247-AE5A-DDC8E0BB8FB7}"/>
                    </a:ext>
                  </a:extLst>
                </p:cNvPr>
                <p:cNvPicPr/>
                <p:nvPr/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2261947" y="4495027"/>
                  <a:ext cx="41400" cy="4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7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29EC98C0-35C0-5FBC-13B5-CC5646F03B2D}"/>
                    </a:ext>
                  </a:extLst>
                </p14:cNvPr>
                <p14:cNvContentPartPr/>
                <p14:nvPr/>
              </p14:nvContentPartPr>
              <p14:xfrm>
                <a:off x="2219467" y="4436707"/>
                <a:ext cx="20880" cy="4500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29EC98C0-35C0-5FBC-13B5-CC5646F03B2D}"/>
                    </a:ext>
                  </a:extLst>
                </p:cNvPr>
                <p:cNvPicPr/>
                <p:nvPr/>
              </p:nvPicPr>
              <p:blipFill>
                <a:blip r:embed="rId118"/>
                <a:stretch>
                  <a:fillRect/>
                </a:stretch>
              </p:blipFill>
              <p:spPr>
                <a:xfrm>
                  <a:off x="2210827" y="4427707"/>
                  <a:ext cx="38520" cy="6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9">
              <p14:nvContentPartPr>
                <p14:cNvPr id="5173" name="Ink 5172">
                  <a:extLst>
                    <a:ext uri="{FF2B5EF4-FFF2-40B4-BE49-F238E27FC236}">
                      <a16:creationId xmlns:a16="http://schemas.microsoft.com/office/drawing/2014/main" id="{4CADFB81-AC8A-4281-A603-65CE16477B93}"/>
                    </a:ext>
                  </a:extLst>
                </p14:cNvPr>
                <p14:cNvContentPartPr/>
                <p14:nvPr/>
              </p14:nvContentPartPr>
              <p14:xfrm>
                <a:off x="2133067" y="4351747"/>
                <a:ext cx="153000" cy="245520"/>
              </p14:xfrm>
            </p:contentPart>
          </mc:Choice>
          <mc:Fallback xmlns="">
            <p:pic>
              <p:nvPicPr>
                <p:cNvPr id="5173" name="Ink 5172">
                  <a:extLst>
                    <a:ext uri="{FF2B5EF4-FFF2-40B4-BE49-F238E27FC236}">
                      <a16:creationId xmlns:a16="http://schemas.microsoft.com/office/drawing/2014/main" id="{4CADFB81-AC8A-4281-A603-65CE16477B93}"/>
                    </a:ext>
                  </a:extLst>
                </p:cNvPr>
                <p:cNvPicPr/>
                <p:nvPr/>
              </p:nvPicPr>
              <p:blipFill>
                <a:blip r:embed="rId124"/>
                <a:stretch>
                  <a:fillRect/>
                </a:stretch>
              </p:blipFill>
              <p:spPr>
                <a:xfrm>
                  <a:off x="2124427" y="4342747"/>
                  <a:ext cx="170640" cy="26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5">
              <p14:nvContentPartPr>
                <p14:cNvPr id="5174" name="Ink 5173">
                  <a:extLst>
                    <a:ext uri="{FF2B5EF4-FFF2-40B4-BE49-F238E27FC236}">
                      <a16:creationId xmlns:a16="http://schemas.microsoft.com/office/drawing/2014/main" id="{B55DCAF9-5E59-40D3-A969-A0ED9F1599F1}"/>
                    </a:ext>
                  </a:extLst>
                </p14:cNvPr>
                <p14:cNvContentPartPr/>
                <p14:nvPr/>
              </p14:nvContentPartPr>
              <p14:xfrm>
                <a:off x="2099587" y="4410787"/>
                <a:ext cx="283320" cy="133200"/>
              </p14:xfrm>
            </p:contentPart>
          </mc:Choice>
          <mc:Fallback xmlns="">
            <p:pic>
              <p:nvPicPr>
                <p:cNvPr id="5174" name="Ink 5173">
                  <a:extLst>
                    <a:ext uri="{FF2B5EF4-FFF2-40B4-BE49-F238E27FC236}">
                      <a16:creationId xmlns:a16="http://schemas.microsoft.com/office/drawing/2014/main" id="{B55DCAF9-5E59-40D3-A969-A0ED9F1599F1}"/>
                    </a:ext>
                  </a:extLst>
                </p:cNvPr>
                <p:cNvPicPr/>
                <p:nvPr/>
              </p:nvPicPr>
              <p:blipFill>
                <a:blip r:embed="rId126"/>
                <a:stretch>
                  <a:fillRect/>
                </a:stretch>
              </p:blipFill>
              <p:spPr>
                <a:xfrm>
                  <a:off x="2090947" y="4402147"/>
                  <a:ext cx="300960" cy="1508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27">
            <p14:nvContentPartPr>
              <p14:cNvPr id="5176" name="Ink 5175">
                <a:extLst>
                  <a:ext uri="{FF2B5EF4-FFF2-40B4-BE49-F238E27FC236}">
                    <a16:creationId xmlns:a16="http://schemas.microsoft.com/office/drawing/2014/main" id="{2FB9E8FC-ADDA-4ECF-8231-68FB2163036F}"/>
                  </a:ext>
                </a:extLst>
              </p14:cNvPr>
              <p14:cNvContentPartPr/>
              <p14:nvPr/>
            </p14:nvContentPartPr>
            <p14:xfrm>
              <a:off x="9236947" y="5672587"/>
              <a:ext cx="360" cy="360"/>
            </p14:xfrm>
          </p:contentPart>
        </mc:Choice>
        <mc:Fallback xmlns="">
          <p:pic>
            <p:nvPicPr>
              <p:cNvPr id="5176" name="Ink 5175">
                <a:extLst>
                  <a:ext uri="{FF2B5EF4-FFF2-40B4-BE49-F238E27FC236}">
                    <a16:creationId xmlns:a16="http://schemas.microsoft.com/office/drawing/2014/main" id="{2FB9E8FC-ADDA-4ECF-8231-68FB2163036F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9227947" y="5663947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8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C8FB2616-A7E2-08EE-3258-95921CBBDD09}"/>
                  </a:ext>
                </a:extLst>
              </p14:cNvPr>
              <p14:cNvContentPartPr/>
              <p14:nvPr/>
            </p14:nvContentPartPr>
            <p14:xfrm>
              <a:off x="4699867" y="3735067"/>
              <a:ext cx="39240" cy="2340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C8FB2616-A7E2-08EE-3258-95921CBBDD09}"/>
                  </a:ext>
                </a:extLst>
              </p:cNvPr>
              <p:cNvPicPr/>
              <p:nvPr/>
            </p:nvPicPr>
            <p:blipFill>
              <a:blip r:embed="rId129"/>
              <a:stretch>
                <a:fillRect/>
              </a:stretch>
            </p:blipFill>
            <p:spPr>
              <a:xfrm>
                <a:off x="4691227" y="3726067"/>
                <a:ext cx="56880" cy="410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4741663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CC79D6B-7107-472F-8D7B-D470D3BCEF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7271" y="5386514"/>
            <a:ext cx="2172003" cy="65731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4594936-A2B5-4715-801C-99650A56DA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205" y="4770435"/>
            <a:ext cx="2086266" cy="44773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26F59D4A-2CD7-4CD4-89B9-B928CDF5A2B4}"/>
                  </a:ext>
                </a:extLst>
              </p:cNvPr>
              <p:cNvSpPr txBox="1"/>
              <p:nvPr/>
            </p:nvSpPr>
            <p:spPr>
              <a:xfrm>
                <a:off x="2979414" y="5134950"/>
                <a:ext cx="2457724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US" sz="1400" dirty="0"/>
                  <a:t> – learning rate (aka step size)</a:t>
                </a: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26F59D4A-2CD7-4CD4-89B9-B928CDF5A2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79414" y="5134950"/>
                <a:ext cx="2457724" cy="307777"/>
              </a:xfrm>
              <a:prstGeom prst="rect">
                <a:avLst/>
              </a:prstGeom>
              <a:blipFill>
                <a:blip r:embed="rId4"/>
                <a:stretch>
                  <a:fillRect t="-1961" b="-196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4" name="Picture 13">
            <a:extLst>
              <a:ext uri="{FF2B5EF4-FFF2-40B4-BE49-F238E27FC236}">
                <a16:creationId xmlns:a16="http://schemas.microsoft.com/office/drawing/2014/main" id="{D911A987-2292-4230-95AC-68B3F3B92A1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34486" y="1631824"/>
            <a:ext cx="5156200" cy="392464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14B87B79-2FBF-4642-846F-22CD637F0C5D}"/>
                  </a:ext>
                </a:extLst>
              </p:cNvPr>
              <p:cNvSpPr txBox="1"/>
              <p:nvPr/>
            </p:nvSpPr>
            <p:spPr>
              <a:xfrm>
                <a:off x="8381657" y="1325563"/>
                <a:ext cx="179792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/>
                  <a:t>Simplified case - </a:t>
                </a:r>
                <a14:m>
                  <m:oMath xmlns:m="http://schemas.openxmlformats.org/officeDocument/2006/math"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𝐽</m:t>
                    </m:r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sz="1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1400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14B87B79-2FBF-4642-846F-22CD637F0C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1657" y="1325563"/>
                <a:ext cx="1797928" cy="307777"/>
              </a:xfrm>
              <a:prstGeom prst="rect">
                <a:avLst/>
              </a:prstGeom>
              <a:blipFill>
                <a:blip r:embed="rId6"/>
                <a:stretch>
                  <a:fillRect l="-1017" t="-1961" b="-196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7" name="Picture 2" descr="Multivariable gradient descent | R-bloggers">
            <a:extLst>
              <a:ext uri="{FF2B5EF4-FFF2-40B4-BE49-F238E27FC236}">
                <a16:creationId xmlns:a16="http://schemas.microsoft.com/office/drawing/2014/main" id="{E72A1617-D11B-43AC-8EBD-EF21967E5C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201" y="1461305"/>
            <a:ext cx="3957263" cy="26977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E5416747-4092-4D21-876B-06E89BE2D7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47F556-5E24-4E51-B104-C830D8968DD6}" type="slidenum">
              <a:rPr lang="en-US" smtClean="0"/>
              <a:t>16</a:t>
            </a:fld>
            <a:endParaRPr lang="en-US"/>
          </a:p>
        </p:txBody>
      </p:sp>
      <p:sp>
        <p:nvSpPr>
          <p:cNvPr id="22" name="Title 1">
            <a:extLst>
              <a:ext uri="{FF2B5EF4-FFF2-40B4-BE49-F238E27FC236}">
                <a16:creationId xmlns:a16="http://schemas.microsoft.com/office/drawing/2014/main" id="{79E65006-07AC-4ACA-A059-769D6CE58C88}"/>
              </a:ext>
            </a:extLst>
          </p:cNvPr>
          <p:cNvSpPr txBox="1">
            <a:spLocks/>
          </p:cNvSpPr>
          <p:nvPr/>
        </p:nvSpPr>
        <p:spPr>
          <a:xfrm>
            <a:off x="265327" y="258792"/>
            <a:ext cx="8224622" cy="76897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800" b="1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200" dirty="0">
                <a:solidFill>
                  <a:sysClr val="windowText" lastClr="000000"/>
                </a:solidFill>
                <a:latin typeface="Posterama" panose="020B0504020200020000" pitchFamily="34" charset="0"/>
                <a:cs typeface="Posterama" panose="020B0504020200020000" pitchFamily="34" charset="0"/>
              </a:rPr>
              <a:t>2</a:t>
            </a:r>
            <a:r>
              <a:rPr kumimoji="0" lang="en-US" sz="3200" b="1" i="0" u="none" strike="noStrike" kern="1200" cap="all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Posterama" panose="020B0504020200020000" pitchFamily="34" charset="0"/>
                <a:cs typeface="Posterama" panose="020B0504020200020000" pitchFamily="34" charset="0"/>
              </a:rPr>
              <a:t>.3 Gradient descent</a:t>
            </a:r>
            <a:endParaRPr kumimoji="0" lang="en-US" sz="3200" i="0" u="none" strike="noStrike" kern="1200" cap="all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Posterama" panose="020B0504020200020000" pitchFamily="34" charset="0"/>
              <a:cs typeface="Posterama" panose="020B0504020200020000" pitchFamily="34" charset="0"/>
            </a:endParaRPr>
          </a:p>
        </p:txBody>
      </p:sp>
      <p:grpSp>
        <p:nvGrpSpPr>
          <p:cNvPr id="5125" name="Group 5124">
            <a:extLst>
              <a:ext uri="{FF2B5EF4-FFF2-40B4-BE49-F238E27FC236}">
                <a16:creationId xmlns:a16="http://schemas.microsoft.com/office/drawing/2014/main" id="{D791E5EB-2ADA-4BED-836C-1CA7FBC84A28}"/>
              </a:ext>
            </a:extLst>
          </p:cNvPr>
          <p:cNvGrpSpPr/>
          <p:nvPr/>
        </p:nvGrpSpPr>
        <p:grpSpPr>
          <a:xfrm>
            <a:off x="3394147" y="1870987"/>
            <a:ext cx="636120" cy="1428120"/>
            <a:chOff x="3394147" y="1870987"/>
            <a:chExt cx="636120" cy="1428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5123" name="Ink 5122">
                  <a:extLst>
                    <a:ext uri="{FF2B5EF4-FFF2-40B4-BE49-F238E27FC236}">
                      <a16:creationId xmlns:a16="http://schemas.microsoft.com/office/drawing/2014/main" id="{125F249D-F3CB-4950-B060-967C5A72196B}"/>
                    </a:ext>
                  </a:extLst>
                </p14:cNvPr>
                <p14:cNvContentPartPr/>
                <p14:nvPr/>
              </p14:nvContentPartPr>
              <p14:xfrm>
                <a:off x="3394147" y="1870987"/>
                <a:ext cx="636120" cy="1383480"/>
              </p14:xfrm>
            </p:contentPart>
          </mc:Choice>
          <mc:Fallback xmlns="">
            <p:pic>
              <p:nvPicPr>
                <p:cNvPr id="5123" name="Ink 5122">
                  <a:extLst>
                    <a:ext uri="{FF2B5EF4-FFF2-40B4-BE49-F238E27FC236}">
                      <a16:creationId xmlns:a16="http://schemas.microsoft.com/office/drawing/2014/main" id="{125F249D-F3CB-4950-B060-967C5A72196B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3385147" y="1862347"/>
                  <a:ext cx="653760" cy="140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5124" name="Ink 5123">
                  <a:extLst>
                    <a:ext uri="{FF2B5EF4-FFF2-40B4-BE49-F238E27FC236}">
                      <a16:creationId xmlns:a16="http://schemas.microsoft.com/office/drawing/2014/main" id="{E89E6AC2-0426-42FD-B89D-4F044584C70C}"/>
                    </a:ext>
                  </a:extLst>
                </p14:cNvPr>
                <p14:cNvContentPartPr/>
                <p14:nvPr/>
              </p14:nvContentPartPr>
              <p14:xfrm>
                <a:off x="3420427" y="3174547"/>
                <a:ext cx="80640" cy="124560"/>
              </p14:xfrm>
            </p:contentPart>
          </mc:Choice>
          <mc:Fallback xmlns="">
            <p:pic>
              <p:nvPicPr>
                <p:cNvPr id="5124" name="Ink 5123">
                  <a:extLst>
                    <a:ext uri="{FF2B5EF4-FFF2-40B4-BE49-F238E27FC236}">
                      <a16:creationId xmlns:a16="http://schemas.microsoft.com/office/drawing/2014/main" id="{E89E6AC2-0426-42FD-B89D-4F044584C70C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3411427" y="3165907"/>
                  <a:ext cx="98280" cy="142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141" name="Group 5140">
            <a:extLst>
              <a:ext uri="{FF2B5EF4-FFF2-40B4-BE49-F238E27FC236}">
                <a16:creationId xmlns:a16="http://schemas.microsoft.com/office/drawing/2014/main" id="{74E6BB47-9CD1-47E9-B73A-8CE52F00E916}"/>
              </a:ext>
            </a:extLst>
          </p:cNvPr>
          <p:cNvGrpSpPr/>
          <p:nvPr/>
        </p:nvGrpSpPr>
        <p:grpSpPr>
          <a:xfrm>
            <a:off x="3988867" y="1840027"/>
            <a:ext cx="46800" cy="56520"/>
            <a:chOff x="3988867" y="1840027"/>
            <a:chExt cx="46800" cy="56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5139" name="Ink 5138">
                  <a:extLst>
                    <a:ext uri="{FF2B5EF4-FFF2-40B4-BE49-F238E27FC236}">
                      <a16:creationId xmlns:a16="http://schemas.microsoft.com/office/drawing/2014/main" id="{FE3DD4F9-86C7-49BB-994B-1B30BEB6E713}"/>
                    </a:ext>
                  </a:extLst>
                </p14:cNvPr>
                <p14:cNvContentPartPr/>
                <p14:nvPr/>
              </p14:nvContentPartPr>
              <p14:xfrm>
                <a:off x="3988867" y="1840027"/>
                <a:ext cx="46800" cy="49680"/>
              </p14:xfrm>
            </p:contentPart>
          </mc:Choice>
          <mc:Fallback xmlns="">
            <p:pic>
              <p:nvPicPr>
                <p:cNvPr id="5139" name="Ink 5138">
                  <a:extLst>
                    <a:ext uri="{FF2B5EF4-FFF2-40B4-BE49-F238E27FC236}">
                      <a16:creationId xmlns:a16="http://schemas.microsoft.com/office/drawing/2014/main" id="{FE3DD4F9-86C7-49BB-994B-1B30BEB6E713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3980227" y="1831387"/>
                  <a:ext cx="64440" cy="6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5140" name="Ink 5139">
                  <a:extLst>
                    <a:ext uri="{FF2B5EF4-FFF2-40B4-BE49-F238E27FC236}">
                      <a16:creationId xmlns:a16="http://schemas.microsoft.com/office/drawing/2014/main" id="{23033E9C-49B2-4B1D-93E3-234A641DE84F}"/>
                    </a:ext>
                  </a:extLst>
                </p14:cNvPr>
                <p14:cNvContentPartPr/>
                <p14:nvPr/>
              </p14:nvContentPartPr>
              <p14:xfrm>
                <a:off x="4004707" y="1892947"/>
                <a:ext cx="360" cy="3600"/>
              </p14:xfrm>
            </p:contentPart>
          </mc:Choice>
          <mc:Fallback xmlns="">
            <p:pic>
              <p:nvPicPr>
                <p:cNvPr id="5140" name="Ink 5139">
                  <a:extLst>
                    <a:ext uri="{FF2B5EF4-FFF2-40B4-BE49-F238E27FC236}">
                      <a16:creationId xmlns:a16="http://schemas.microsoft.com/office/drawing/2014/main" id="{23033E9C-49B2-4B1D-93E3-234A641DE84F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3995707" y="1884307"/>
                  <a:ext cx="18000" cy="21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144" name="Group 5143">
            <a:extLst>
              <a:ext uri="{FF2B5EF4-FFF2-40B4-BE49-F238E27FC236}">
                <a16:creationId xmlns:a16="http://schemas.microsoft.com/office/drawing/2014/main" id="{A582F77E-695D-495F-ABE9-07B618964102}"/>
              </a:ext>
            </a:extLst>
          </p:cNvPr>
          <p:cNvGrpSpPr/>
          <p:nvPr/>
        </p:nvGrpSpPr>
        <p:grpSpPr>
          <a:xfrm>
            <a:off x="3759187" y="1989427"/>
            <a:ext cx="105840" cy="130680"/>
            <a:chOff x="3759187" y="1989427"/>
            <a:chExt cx="105840" cy="130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1">
              <p14:nvContentPartPr>
                <p14:cNvPr id="5142" name="Ink 5141">
                  <a:extLst>
                    <a:ext uri="{FF2B5EF4-FFF2-40B4-BE49-F238E27FC236}">
                      <a16:creationId xmlns:a16="http://schemas.microsoft.com/office/drawing/2014/main" id="{90B7782B-519A-4B74-9EB0-B740DC9C908B}"/>
                    </a:ext>
                  </a:extLst>
                </p14:cNvPr>
                <p14:cNvContentPartPr/>
                <p14:nvPr/>
              </p14:nvContentPartPr>
              <p14:xfrm>
                <a:off x="3759187" y="1998067"/>
                <a:ext cx="105840" cy="119880"/>
              </p14:xfrm>
            </p:contentPart>
          </mc:Choice>
          <mc:Fallback xmlns="">
            <p:pic>
              <p:nvPicPr>
                <p:cNvPr id="5142" name="Ink 5141">
                  <a:extLst>
                    <a:ext uri="{FF2B5EF4-FFF2-40B4-BE49-F238E27FC236}">
                      <a16:creationId xmlns:a16="http://schemas.microsoft.com/office/drawing/2014/main" id="{90B7782B-519A-4B74-9EB0-B740DC9C908B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3750187" y="1989067"/>
                  <a:ext cx="123480" cy="13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3">
              <p14:nvContentPartPr>
                <p14:cNvPr id="5143" name="Ink 5142">
                  <a:extLst>
                    <a:ext uri="{FF2B5EF4-FFF2-40B4-BE49-F238E27FC236}">
                      <a16:creationId xmlns:a16="http://schemas.microsoft.com/office/drawing/2014/main" id="{9BBE0807-CFDE-4D01-81DC-719C9682A9B9}"/>
                    </a:ext>
                  </a:extLst>
                </p14:cNvPr>
                <p14:cNvContentPartPr/>
                <p14:nvPr/>
              </p14:nvContentPartPr>
              <p14:xfrm>
                <a:off x="3805267" y="1989427"/>
                <a:ext cx="47160" cy="130680"/>
              </p14:xfrm>
            </p:contentPart>
          </mc:Choice>
          <mc:Fallback xmlns="">
            <p:pic>
              <p:nvPicPr>
                <p:cNvPr id="5143" name="Ink 5142">
                  <a:extLst>
                    <a:ext uri="{FF2B5EF4-FFF2-40B4-BE49-F238E27FC236}">
                      <a16:creationId xmlns:a16="http://schemas.microsoft.com/office/drawing/2014/main" id="{9BBE0807-CFDE-4D01-81DC-719C9682A9B9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3796627" y="1980427"/>
                  <a:ext cx="64800" cy="14832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6652709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8A364EE4-3FB7-4C19-AFCB-95D60F459E54}"/>
              </a:ext>
            </a:extLst>
          </p:cNvPr>
          <p:cNvSpPr txBox="1"/>
          <p:nvPr/>
        </p:nvSpPr>
        <p:spPr>
          <a:xfrm>
            <a:off x="1413933" y="1725161"/>
            <a:ext cx="857856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Question:</a:t>
            </a:r>
          </a:p>
          <a:p>
            <a:r>
              <a:rPr lang="en-US" dirty="0"/>
              <a:t>What will happen during the parameter update if initial parameter starts at local minima?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1338020-22EF-466C-A962-7691D6EF93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4902" y="2878642"/>
            <a:ext cx="4492564" cy="2950436"/>
          </a:xfrm>
          <a:prstGeom prst="rect">
            <a:avLst/>
          </a:prstGeom>
        </p:spPr>
      </p:pic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8F5EB85-5204-431F-ADCE-4386D1E22F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47F556-5E24-4E51-B104-C830D8968DD6}" type="slidenum">
              <a:rPr lang="en-US" smtClean="0"/>
              <a:t>17</a:t>
            </a:fld>
            <a:endParaRPr lang="en-US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FB665637-A6D5-4E5F-A9EB-82B1A7FA03E6}"/>
              </a:ext>
            </a:extLst>
          </p:cNvPr>
          <p:cNvSpPr txBox="1">
            <a:spLocks/>
          </p:cNvSpPr>
          <p:nvPr/>
        </p:nvSpPr>
        <p:spPr>
          <a:xfrm>
            <a:off x="265327" y="258792"/>
            <a:ext cx="8224622" cy="76897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800" b="1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200" dirty="0">
                <a:solidFill>
                  <a:sysClr val="windowText" lastClr="000000"/>
                </a:solidFill>
                <a:latin typeface="Posterama" panose="020B0504020200020000" pitchFamily="34" charset="0"/>
                <a:cs typeface="Posterama" panose="020B0504020200020000" pitchFamily="34" charset="0"/>
              </a:rPr>
              <a:t>2</a:t>
            </a:r>
            <a:r>
              <a:rPr kumimoji="0" lang="en-US" sz="3200" b="1" i="0" u="none" strike="noStrike" kern="1200" cap="all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Posterama" panose="020B0504020200020000" pitchFamily="34" charset="0"/>
                <a:cs typeface="Posterama" panose="020B0504020200020000" pitchFamily="34" charset="0"/>
              </a:rPr>
              <a:t>.3 Gradient descent</a:t>
            </a:r>
            <a:endParaRPr kumimoji="0" lang="en-US" sz="3200" i="0" u="none" strike="noStrike" kern="1200" cap="all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Posterama" panose="020B0504020200020000" pitchFamily="34" charset="0"/>
              <a:cs typeface="Posterama" panose="020B0504020200020000" pitchFamily="34" charset="0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0307B84A-2FAC-4E21-84D3-BEC6739169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16137" y="2740229"/>
            <a:ext cx="2172003" cy="657317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DE23B7C3-DEB8-47BC-97F1-3D063125352D}"/>
                  </a:ext>
                </a:extLst>
              </p14:cNvPr>
              <p14:cNvContentPartPr/>
              <p14:nvPr/>
            </p14:nvContentPartPr>
            <p14:xfrm>
              <a:off x="7399867" y="4792027"/>
              <a:ext cx="360" cy="360"/>
            </p14:xfrm>
          </p:contentPart>
        </mc:Choice>
        <mc:Fallback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DE23B7C3-DEB8-47BC-97F1-3D063125352D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390867" y="4783027"/>
                <a:ext cx="18000" cy="18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54178775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2F19710F-3D0F-499E-A97F-AC45721DFA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6980" y="1122490"/>
            <a:ext cx="2172003" cy="65731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8806AE5F-8440-4E92-8DD3-0C84EE3C16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33093" y="1878630"/>
            <a:ext cx="1962424" cy="695422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0F1598A0-D84C-48D3-BFD5-68247E68B7D8}"/>
              </a:ext>
            </a:extLst>
          </p:cNvPr>
          <p:cNvSpPr txBox="1"/>
          <p:nvPr/>
        </p:nvSpPr>
        <p:spPr>
          <a:xfrm>
            <a:off x="10000973" y="1441698"/>
            <a:ext cx="12850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Remember: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63061626-1CD0-458E-9381-6E31824E0359}"/>
                  </a:ext>
                </a:extLst>
              </p:cNvPr>
              <p:cNvSpPr txBox="1"/>
              <p:nvPr/>
            </p:nvSpPr>
            <p:spPr>
              <a:xfrm>
                <a:off x="9881544" y="2641652"/>
                <a:ext cx="1665521" cy="2462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sub>
                      </m:sSub>
                      <m:d>
                        <m:d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63061626-1CD0-458E-9381-6E31824E03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81544" y="2641652"/>
                <a:ext cx="1665521" cy="246221"/>
              </a:xfrm>
              <a:prstGeom prst="rect">
                <a:avLst/>
              </a:prstGeom>
              <a:blipFill>
                <a:blip r:embed="rId4"/>
                <a:stretch>
                  <a:fillRect l="-2564" r="-733" b="-1463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9" name="Picture 18">
            <a:extLst>
              <a:ext uri="{FF2B5EF4-FFF2-40B4-BE49-F238E27FC236}">
                <a16:creationId xmlns:a16="http://schemas.microsoft.com/office/drawing/2014/main" id="{E8D7B786-D429-43C4-91A1-5D0AB0B8242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77641" y="1747106"/>
            <a:ext cx="3696216" cy="676369"/>
          </a:xfrm>
          <a:prstGeom prst="rect">
            <a:avLst/>
          </a:prstGeom>
        </p:spPr>
      </p:pic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1B3F87C5-AB6E-44DF-B416-4635F00C862F}"/>
              </a:ext>
            </a:extLst>
          </p:cNvPr>
          <p:cNvCxnSpPr/>
          <p:nvPr/>
        </p:nvCxnSpPr>
        <p:spPr>
          <a:xfrm>
            <a:off x="9325155" y="1224951"/>
            <a:ext cx="0" cy="542601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5" name="Picture 24">
            <a:extLst>
              <a:ext uri="{FF2B5EF4-FFF2-40B4-BE49-F238E27FC236}">
                <a16:creationId xmlns:a16="http://schemas.microsoft.com/office/drawing/2014/main" id="{9B8EC43C-92D9-48DD-BF8A-89B852D53CF2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t="51432"/>
          <a:stretch/>
        </p:blipFill>
        <p:spPr>
          <a:xfrm>
            <a:off x="4704798" y="5752806"/>
            <a:ext cx="4172532" cy="846692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AF148BFF-39FA-442E-80C9-D3610DEAFE6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63137" y="2483433"/>
            <a:ext cx="2419688" cy="724001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B79BEC26-2506-4EF9-9508-DDA51A8FF9B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33108" y="3172257"/>
            <a:ext cx="3248478" cy="743054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EB554028-3A88-458F-9D3B-8522B4134F5E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4135" t="2795" r="-4135" b="48637"/>
          <a:stretch/>
        </p:blipFill>
        <p:spPr>
          <a:xfrm>
            <a:off x="452135" y="5804274"/>
            <a:ext cx="4172532" cy="846692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50E90CCB-9B45-4D11-AC14-9DFC682E1BE1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346224" y="3252619"/>
            <a:ext cx="3199823" cy="770158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42CC5468-5F27-4479-A6F1-CD79A7ECF536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16174" y="4913692"/>
            <a:ext cx="3839111" cy="800212"/>
          </a:xfrm>
          <a:prstGeom prst="rect">
            <a:avLst/>
          </a:prstGeom>
        </p:spPr>
      </p:pic>
      <p:pic>
        <p:nvPicPr>
          <p:cNvPr id="40" name="Picture 39">
            <a:extLst>
              <a:ext uri="{FF2B5EF4-FFF2-40B4-BE49-F238E27FC236}">
                <a16:creationId xmlns:a16="http://schemas.microsoft.com/office/drawing/2014/main" id="{948A1E7E-7D59-4884-AB46-ADEEE2545E4D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811370" y="4880281"/>
            <a:ext cx="4105848" cy="885949"/>
          </a:xfrm>
          <a:prstGeom prst="rect">
            <a:avLst/>
          </a:prstGeom>
        </p:spPr>
      </p:pic>
      <p:sp>
        <p:nvSpPr>
          <p:cNvPr id="41" name="Slide Number Placeholder 40">
            <a:extLst>
              <a:ext uri="{FF2B5EF4-FFF2-40B4-BE49-F238E27FC236}">
                <a16:creationId xmlns:a16="http://schemas.microsoft.com/office/drawing/2014/main" id="{FA6D27A7-812E-4A2B-87DC-F9B823E465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47F556-5E24-4E51-B104-C830D8968DD6}" type="slidenum">
              <a:rPr lang="en-US" smtClean="0"/>
              <a:t>18</a:t>
            </a:fld>
            <a:endParaRPr lang="en-US"/>
          </a:p>
        </p:txBody>
      </p:sp>
      <p:sp>
        <p:nvSpPr>
          <p:cNvPr id="44" name="Title 1">
            <a:extLst>
              <a:ext uri="{FF2B5EF4-FFF2-40B4-BE49-F238E27FC236}">
                <a16:creationId xmlns:a16="http://schemas.microsoft.com/office/drawing/2014/main" id="{C2745589-3F84-4D01-BD92-02712F64473A}"/>
              </a:ext>
            </a:extLst>
          </p:cNvPr>
          <p:cNvSpPr txBox="1">
            <a:spLocks/>
          </p:cNvSpPr>
          <p:nvPr/>
        </p:nvSpPr>
        <p:spPr>
          <a:xfrm>
            <a:off x="265327" y="258792"/>
            <a:ext cx="8224622" cy="76897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800" b="1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200" dirty="0">
                <a:solidFill>
                  <a:sysClr val="windowText" lastClr="000000"/>
                </a:solidFill>
                <a:latin typeface="Posterama" panose="020B0504020200020000" pitchFamily="34" charset="0"/>
                <a:cs typeface="Posterama" panose="020B0504020200020000" pitchFamily="34" charset="0"/>
              </a:rPr>
              <a:t>2</a:t>
            </a:r>
            <a:r>
              <a:rPr kumimoji="0" lang="en-US" sz="3200" b="1" i="0" u="none" strike="noStrike" kern="1200" cap="all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Posterama" panose="020B0504020200020000" pitchFamily="34" charset="0"/>
                <a:cs typeface="Posterama" panose="020B0504020200020000" pitchFamily="34" charset="0"/>
              </a:rPr>
              <a:t>.3 Gradient descent</a:t>
            </a:r>
            <a:endParaRPr kumimoji="0" lang="en-US" sz="3200" i="0" u="none" strike="noStrike" kern="1200" cap="all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Posterama" panose="020B0504020200020000" pitchFamily="34" charset="0"/>
              <a:cs typeface="Posterama" panose="020B0504020200020000" pitchFamily="34" charset="0"/>
            </a:endParaRPr>
          </a:p>
        </p:txBody>
      </p:sp>
      <p:pic>
        <p:nvPicPr>
          <p:cNvPr id="45" name="Picture 44">
            <a:extLst>
              <a:ext uri="{FF2B5EF4-FFF2-40B4-BE49-F238E27FC236}">
                <a16:creationId xmlns:a16="http://schemas.microsoft.com/office/drawing/2014/main" id="{965F14A0-BC6A-4C60-90CC-3A8991162FFB}"/>
              </a:ext>
            </a:extLst>
          </p:cNvPr>
          <p:cNvPicPr>
            <a:picLocks noChangeAspect="1"/>
          </p:cNvPicPr>
          <p:nvPr/>
        </p:nvPicPr>
        <p:blipFill rotWithShape="1">
          <a:blip r:embed="rId12"/>
          <a:srcRect l="50706"/>
          <a:stretch/>
        </p:blipFill>
        <p:spPr>
          <a:xfrm>
            <a:off x="6846926" y="320598"/>
            <a:ext cx="2354387" cy="1880687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13">
            <p14:nvContentPartPr>
              <p14:cNvPr id="117" name="Ink 116">
                <a:extLst>
                  <a:ext uri="{FF2B5EF4-FFF2-40B4-BE49-F238E27FC236}">
                    <a16:creationId xmlns:a16="http://schemas.microsoft.com/office/drawing/2014/main" id="{42A42548-AE28-4E59-8F36-34AE44D0DBBE}"/>
                  </a:ext>
                </a:extLst>
              </p14:cNvPr>
              <p14:cNvContentPartPr/>
              <p14:nvPr/>
            </p14:nvContentPartPr>
            <p14:xfrm>
              <a:off x="5875627" y="2345107"/>
              <a:ext cx="360" cy="360"/>
            </p14:xfrm>
          </p:contentPart>
        </mc:Choice>
        <mc:Fallback>
          <p:pic>
            <p:nvPicPr>
              <p:cNvPr id="117" name="Ink 116">
                <a:extLst>
                  <a:ext uri="{FF2B5EF4-FFF2-40B4-BE49-F238E27FC236}">
                    <a16:creationId xmlns:a16="http://schemas.microsoft.com/office/drawing/2014/main" id="{42A42548-AE28-4E59-8F36-34AE44D0DBBE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5866627" y="2336107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">
            <p14:nvContentPartPr>
              <p14:cNvPr id="129" name="Ink 128">
                <a:extLst>
                  <a:ext uri="{FF2B5EF4-FFF2-40B4-BE49-F238E27FC236}">
                    <a16:creationId xmlns:a16="http://schemas.microsoft.com/office/drawing/2014/main" id="{082BCE8C-8CF0-4874-904D-162ADD6E8613}"/>
                  </a:ext>
                </a:extLst>
              </p14:cNvPr>
              <p14:cNvContentPartPr/>
              <p14:nvPr/>
            </p14:nvContentPartPr>
            <p14:xfrm>
              <a:off x="2759827" y="3979147"/>
              <a:ext cx="3960" cy="5400"/>
            </p14:xfrm>
          </p:contentPart>
        </mc:Choice>
        <mc:Fallback>
          <p:pic>
            <p:nvPicPr>
              <p:cNvPr id="129" name="Ink 128">
                <a:extLst>
                  <a:ext uri="{FF2B5EF4-FFF2-40B4-BE49-F238E27FC236}">
                    <a16:creationId xmlns:a16="http://schemas.microsoft.com/office/drawing/2014/main" id="{082BCE8C-8CF0-4874-904D-162ADD6E8613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2750827" y="3970147"/>
                <a:ext cx="21600" cy="230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99865753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03ABC91A-D81A-475B-96E0-9E0AFBDD96B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41600121"/>
              </p:ext>
            </p:extLst>
          </p:nvPr>
        </p:nvGraphicFramePr>
        <p:xfrm>
          <a:off x="749018" y="2253989"/>
          <a:ext cx="4946685" cy="1920240"/>
        </p:xfrm>
        <a:graphic>
          <a:graphicData uri="http://schemas.openxmlformats.org/drawingml/2006/table">
            <a:tbl>
              <a:tblPr>
                <a:tableStyleId>{69CF1AB2-1976-4502-BF36-3FF5EA218861}</a:tableStyleId>
              </a:tblPr>
              <a:tblGrid>
                <a:gridCol w="827217">
                  <a:extLst>
                    <a:ext uri="{9D8B030D-6E8A-4147-A177-3AD203B41FA5}">
                      <a16:colId xmlns:a16="http://schemas.microsoft.com/office/drawing/2014/main" val="2073464926"/>
                    </a:ext>
                  </a:extLst>
                </a:gridCol>
                <a:gridCol w="1029867">
                  <a:extLst>
                    <a:ext uri="{9D8B030D-6E8A-4147-A177-3AD203B41FA5}">
                      <a16:colId xmlns:a16="http://schemas.microsoft.com/office/drawing/2014/main" val="4024048912"/>
                    </a:ext>
                  </a:extLst>
                </a:gridCol>
                <a:gridCol w="1029867">
                  <a:extLst>
                    <a:ext uri="{9D8B030D-6E8A-4147-A177-3AD203B41FA5}">
                      <a16:colId xmlns:a16="http://schemas.microsoft.com/office/drawing/2014/main" val="3616674169"/>
                    </a:ext>
                  </a:extLst>
                </a:gridCol>
                <a:gridCol w="811255">
                  <a:extLst>
                    <a:ext uri="{9D8B030D-6E8A-4147-A177-3AD203B41FA5}">
                      <a16:colId xmlns:a16="http://schemas.microsoft.com/office/drawing/2014/main" val="3521961931"/>
                    </a:ext>
                  </a:extLst>
                </a:gridCol>
                <a:gridCol w="1248479">
                  <a:extLst>
                    <a:ext uri="{9D8B030D-6E8A-4147-A177-3AD203B41FA5}">
                      <a16:colId xmlns:a16="http://schemas.microsoft.com/office/drawing/2014/main" val="296484894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 dirty="0"/>
                        <a:t>k (</a:t>
                      </a:r>
                      <a:r>
                        <a:rPr lang="en-US" sz="1200" b="1" dirty="0" err="1"/>
                        <a:t>mD</a:t>
                      </a:r>
                      <a:r>
                        <a:rPr lang="en-US" sz="1200" b="1" dirty="0"/>
                        <a:t>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 dirty="0"/>
                        <a:t>Net pay (ft)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 dirty="0" err="1"/>
                        <a:t>Vshale</a:t>
                      </a:r>
                      <a:endParaRPr 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 dirty="0" err="1"/>
                        <a:t>Sw</a:t>
                      </a:r>
                      <a:endParaRPr 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 dirty="0"/>
                        <a:t>Productivity (y)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515499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az-Latn-AZ" sz="1200" dirty="0"/>
                        <a:t>50</a:t>
                      </a:r>
                      <a:endParaRPr 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12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0.23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0.1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az-Latn-AZ" sz="1200" dirty="0"/>
                        <a:t>1.2</a:t>
                      </a:r>
                      <a:endParaRPr 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6496927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az-Latn-AZ" sz="1200" dirty="0"/>
                        <a:t>100</a:t>
                      </a:r>
                      <a:endParaRPr 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0.05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az-Latn-AZ" sz="1200" dirty="0"/>
                        <a:t>2.2</a:t>
                      </a:r>
                      <a:endParaRPr 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457229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az-Latn-AZ" sz="1200" dirty="0"/>
                        <a:t>80</a:t>
                      </a:r>
                      <a:endParaRPr 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11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0.51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0.5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az-Latn-AZ" sz="1200" dirty="0"/>
                        <a:t>1.6</a:t>
                      </a:r>
                      <a:endParaRPr 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2835283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250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0.33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0.8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az-Latn-AZ" sz="1200" dirty="0"/>
                        <a:t>5</a:t>
                      </a:r>
                      <a:endParaRPr 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5630439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az-Latn-AZ" sz="1200" dirty="0"/>
                        <a:t>150</a:t>
                      </a:r>
                      <a:endParaRPr 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0.14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0.1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az-Latn-AZ" sz="1200" dirty="0"/>
                        <a:t>3.4</a:t>
                      </a:r>
                      <a:endParaRPr 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3705591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az-Latn-AZ" sz="1200" dirty="0"/>
                        <a:t>200</a:t>
                      </a:r>
                      <a:endParaRPr 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15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0.62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0.3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az-Latn-AZ" sz="1200" dirty="0"/>
                        <a:t>4</a:t>
                      </a:r>
                      <a:endParaRPr 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02259782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F7AB83B4-5825-4A82-B129-BE89C21768F9}"/>
                  </a:ext>
                </a:extLst>
              </p:cNvPr>
              <p:cNvSpPr txBox="1"/>
              <p:nvPr/>
            </p:nvSpPr>
            <p:spPr>
              <a:xfrm>
                <a:off x="993983" y="1795877"/>
                <a:ext cx="46076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F7AB83B4-5825-4A82-B129-BE89C21768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3983" y="1795877"/>
                <a:ext cx="460767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B88F196B-C64F-4974-9578-74632D0F849D}"/>
                  </a:ext>
                </a:extLst>
              </p:cNvPr>
              <p:cNvSpPr txBox="1"/>
              <p:nvPr/>
            </p:nvSpPr>
            <p:spPr>
              <a:xfrm>
                <a:off x="1849116" y="1795877"/>
                <a:ext cx="46609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B88F196B-C64F-4974-9578-74632D0F84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49116" y="1795877"/>
                <a:ext cx="466090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2DB0D7A3-CE3B-416D-9073-E03656C749E0}"/>
                  </a:ext>
                </a:extLst>
              </p:cNvPr>
              <p:cNvSpPr txBox="1"/>
              <p:nvPr/>
            </p:nvSpPr>
            <p:spPr>
              <a:xfrm>
                <a:off x="2943977" y="1795877"/>
                <a:ext cx="46609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2DB0D7A3-CE3B-416D-9073-E03656C749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43977" y="1795877"/>
                <a:ext cx="466090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2504CB3E-F161-4831-A228-B091AD32D573}"/>
                  </a:ext>
                </a:extLst>
              </p:cNvPr>
              <p:cNvSpPr txBox="1"/>
              <p:nvPr/>
            </p:nvSpPr>
            <p:spPr>
              <a:xfrm>
                <a:off x="3805793" y="1795877"/>
                <a:ext cx="46609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2504CB3E-F161-4831-A228-B091AD32D5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05793" y="1795877"/>
                <a:ext cx="466090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6D191791-8E5A-4F7B-8C6D-FE9450E9EAED}"/>
                  </a:ext>
                </a:extLst>
              </p:cNvPr>
              <p:cNvSpPr txBox="1"/>
              <p:nvPr/>
            </p:nvSpPr>
            <p:spPr>
              <a:xfrm>
                <a:off x="4891369" y="1796821"/>
                <a:ext cx="37138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6D191791-8E5A-4F7B-8C6D-FE9450E9EA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91369" y="1796821"/>
                <a:ext cx="371384" cy="369332"/>
              </a:xfrm>
              <a:prstGeom prst="rect">
                <a:avLst/>
              </a:prstGeom>
              <a:blipFill>
                <a:blip r:embed="rId6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4" name="Picture 13">
            <a:extLst>
              <a:ext uri="{FF2B5EF4-FFF2-40B4-BE49-F238E27FC236}">
                <a16:creationId xmlns:a16="http://schemas.microsoft.com/office/drawing/2014/main" id="{F117AED0-CD24-4A5D-B223-4BC7791D31E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91441" y="2470507"/>
            <a:ext cx="4039164" cy="476316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1E51241C-D72F-4F81-832D-0A701D053250}"/>
              </a:ext>
            </a:extLst>
          </p:cNvPr>
          <p:cNvSpPr txBox="1"/>
          <p:nvPr/>
        </p:nvSpPr>
        <p:spPr>
          <a:xfrm>
            <a:off x="7267723" y="3523892"/>
            <a:ext cx="18460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Gradient descent:</a:t>
            </a: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35795941-0E64-4A93-B2F1-29F75446DD1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267722" y="3923586"/>
            <a:ext cx="3696611" cy="857614"/>
          </a:xfrm>
          <a:prstGeom prst="rect">
            <a:avLst/>
          </a:prstGeom>
        </p:spPr>
      </p:pic>
      <p:sp>
        <p:nvSpPr>
          <p:cNvPr id="28" name="Slide Number Placeholder 27">
            <a:extLst>
              <a:ext uri="{FF2B5EF4-FFF2-40B4-BE49-F238E27FC236}">
                <a16:creationId xmlns:a16="http://schemas.microsoft.com/office/drawing/2014/main" id="{8E2FFB17-EFF5-46CB-86FB-5A7F3D402C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47F556-5E24-4E51-B104-C830D8968DD6}" type="slidenum">
              <a:rPr lang="en-US" smtClean="0"/>
              <a:t>19</a:t>
            </a:fld>
            <a:endParaRPr lang="en-US"/>
          </a:p>
        </p:txBody>
      </p:sp>
      <p:sp>
        <p:nvSpPr>
          <p:cNvPr id="31" name="Title 1">
            <a:extLst>
              <a:ext uri="{FF2B5EF4-FFF2-40B4-BE49-F238E27FC236}">
                <a16:creationId xmlns:a16="http://schemas.microsoft.com/office/drawing/2014/main" id="{D8AA46D5-BAD4-4B06-B492-AE375A7B79BE}"/>
              </a:ext>
            </a:extLst>
          </p:cNvPr>
          <p:cNvSpPr txBox="1">
            <a:spLocks/>
          </p:cNvSpPr>
          <p:nvPr/>
        </p:nvSpPr>
        <p:spPr>
          <a:xfrm>
            <a:off x="265327" y="258792"/>
            <a:ext cx="8224622" cy="76897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800" b="1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all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Posterama" panose="020B0504020200020000" pitchFamily="34" charset="0"/>
                <a:cs typeface="Posterama" panose="020B0504020200020000" pitchFamily="34" charset="0"/>
              </a:rPr>
              <a:t>2.4 Multivariate linear regression</a:t>
            </a:r>
            <a:endParaRPr kumimoji="0" lang="en-US" sz="3200" i="0" u="none" strike="noStrike" kern="1200" cap="all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Posterama" panose="020B0504020200020000" pitchFamily="34" charset="0"/>
              <a:cs typeface="Posterama" panose="020B0504020200020000" pitchFamily="34" charset="0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41" name="Ink 40">
                <a:extLst>
                  <a:ext uri="{FF2B5EF4-FFF2-40B4-BE49-F238E27FC236}">
                    <a16:creationId xmlns:a16="http://schemas.microsoft.com/office/drawing/2014/main" id="{20BDA105-0EC3-4B4F-8516-FEAC25B403BC}"/>
                  </a:ext>
                </a:extLst>
              </p14:cNvPr>
              <p14:cNvContentPartPr/>
              <p14:nvPr/>
            </p14:nvContentPartPr>
            <p14:xfrm>
              <a:off x="1879627" y="4631107"/>
              <a:ext cx="360" cy="360"/>
            </p14:xfrm>
          </p:contentPart>
        </mc:Choice>
        <mc:Fallback>
          <p:pic>
            <p:nvPicPr>
              <p:cNvPr id="41" name="Ink 40">
                <a:extLst>
                  <a:ext uri="{FF2B5EF4-FFF2-40B4-BE49-F238E27FC236}">
                    <a16:creationId xmlns:a16="http://schemas.microsoft.com/office/drawing/2014/main" id="{20BDA105-0EC3-4B4F-8516-FEAC25B403BC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1870627" y="4622107"/>
                <a:ext cx="18000" cy="18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94705540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43459B67-FB5B-47BD-AAB1-455CBA17FE4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45682"/>
          <a:stretch/>
        </p:blipFill>
        <p:spPr>
          <a:xfrm>
            <a:off x="5645773" y="1969950"/>
            <a:ext cx="3410426" cy="146956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F92A56B-9D47-43A7-821C-EC729CA11C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44254" y="3575167"/>
            <a:ext cx="1381318" cy="476316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73986CD6-57CC-44B7-8B36-18011494B6F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41407" y="5718670"/>
            <a:ext cx="1810003" cy="428685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38B0189E-5603-4179-89BE-475F4E01A8A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46282" y="2056939"/>
            <a:ext cx="1114581" cy="1295581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CA35995A-589B-42AE-8613-8A805F43F05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54775" y="2056939"/>
            <a:ext cx="979598" cy="1288385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8D01010A-A48C-4D8D-96C5-B5DC01F95E6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68967" y="1284520"/>
            <a:ext cx="4039164" cy="476316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0505A724-846B-4D1B-9790-C860A60DB82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39279" y="4180128"/>
            <a:ext cx="2991267" cy="704948"/>
          </a:xfrm>
          <a:prstGeom prst="rect">
            <a:avLst/>
          </a:prstGeom>
        </p:spPr>
      </p:pic>
      <p:pic>
        <p:nvPicPr>
          <p:cNvPr id="40" name="Picture 39">
            <a:extLst>
              <a:ext uri="{FF2B5EF4-FFF2-40B4-BE49-F238E27FC236}">
                <a16:creationId xmlns:a16="http://schemas.microsoft.com/office/drawing/2014/main" id="{274430A8-0CA0-42F6-A412-25E41623E1A9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127429" y="5097165"/>
            <a:ext cx="1390844" cy="371527"/>
          </a:xfrm>
          <a:prstGeom prst="rect">
            <a:avLst/>
          </a:prstGeom>
        </p:spPr>
      </p:pic>
      <p:pic>
        <p:nvPicPr>
          <p:cNvPr id="42" name="Picture 41">
            <a:extLst>
              <a:ext uri="{FF2B5EF4-FFF2-40B4-BE49-F238E27FC236}">
                <a16:creationId xmlns:a16="http://schemas.microsoft.com/office/drawing/2014/main" id="{18ABD24E-02CF-4BE7-ADC9-B161DFCA73F2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901339" y="4954269"/>
            <a:ext cx="2410161" cy="619211"/>
          </a:xfrm>
          <a:prstGeom prst="rect">
            <a:avLst/>
          </a:prstGeom>
        </p:spPr>
      </p:pic>
      <p:sp>
        <p:nvSpPr>
          <p:cNvPr id="45" name="Slide Number Placeholder 44">
            <a:extLst>
              <a:ext uri="{FF2B5EF4-FFF2-40B4-BE49-F238E27FC236}">
                <a16:creationId xmlns:a16="http://schemas.microsoft.com/office/drawing/2014/main" id="{2E245F76-2C4A-49D7-A17E-6FCE7E92CF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47F556-5E24-4E51-B104-C830D8968DD6}" type="slidenum">
              <a:rPr lang="en-US" smtClean="0"/>
              <a:t>20</a:t>
            </a:fld>
            <a:endParaRPr lang="en-US"/>
          </a:p>
        </p:txBody>
      </p:sp>
      <p:sp>
        <p:nvSpPr>
          <p:cNvPr id="48" name="Title 1">
            <a:extLst>
              <a:ext uri="{FF2B5EF4-FFF2-40B4-BE49-F238E27FC236}">
                <a16:creationId xmlns:a16="http://schemas.microsoft.com/office/drawing/2014/main" id="{B38B0D9B-1903-4703-A531-C5747C6D60C2}"/>
              </a:ext>
            </a:extLst>
          </p:cNvPr>
          <p:cNvSpPr txBox="1">
            <a:spLocks/>
          </p:cNvSpPr>
          <p:nvPr/>
        </p:nvSpPr>
        <p:spPr>
          <a:xfrm>
            <a:off x="265327" y="258792"/>
            <a:ext cx="8224622" cy="76897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800" b="1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all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Posterama" panose="020B0504020200020000" pitchFamily="34" charset="0"/>
                <a:cs typeface="Posterama" panose="020B0504020200020000" pitchFamily="34" charset="0"/>
              </a:rPr>
              <a:t>Normal equation</a:t>
            </a:r>
            <a:endParaRPr kumimoji="0" lang="en-US" sz="3200" i="0" u="none" strike="noStrike" kern="1200" cap="all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Posterama" panose="020B0504020200020000" pitchFamily="34" charset="0"/>
              <a:cs typeface="Posterama" panose="020B0504020200020000" pitchFamily="34" charset="0"/>
            </a:endParaRPr>
          </a:p>
        </p:txBody>
      </p:sp>
      <p:pic>
        <p:nvPicPr>
          <p:cNvPr id="50" name="Picture 49">
            <a:extLst>
              <a:ext uri="{FF2B5EF4-FFF2-40B4-BE49-F238E27FC236}">
                <a16:creationId xmlns:a16="http://schemas.microsoft.com/office/drawing/2014/main" id="{5193BDC1-DABF-45E2-AFF3-74865928F73B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63929" y="3652484"/>
            <a:ext cx="2876951" cy="1571844"/>
          </a:xfrm>
          <a:prstGeom prst="rect">
            <a:avLst/>
          </a:prstGeom>
        </p:spPr>
      </p:pic>
      <p:pic>
        <p:nvPicPr>
          <p:cNvPr id="52" name="Picture 51">
            <a:extLst>
              <a:ext uri="{FF2B5EF4-FFF2-40B4-BE49-F238E27FC236}">
                <a16:creationId xmlns:a16="http://schemas.microsoft.com/office/drawing/2014/main" id="{DFE830F7-FA8D-4858-9065-750963A986CB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675249" y="3657628"/>
            <a:ext cx="1019317" cy="1590897"/>
          </a:xfrm>
          <a:prstGeom prst="rect">
            <a:avLst/>
          </a:prstGeom>
        </p:spPr>
      </p:pic>
      <p:pic>
        <p:nvPicPr>
          <p:cNvPr id="53" name="Picture 52">
            <a:extLst>
              <a:ext uri="{FF2B5EF4-FFF2-40B4-BE49-F238E27FC236}">
                <a16:creationId xmlns:a16="http://schemas.microsoft.com/office/drawing/2014/main" id="{D2EC4ACB-5D5A-4A0F-8363-54AF4BF24AB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84275" y="5627361"/>
            <a:ext cx="1810003" cy="428685"/>
          </a:xfrm>
          <a:prstGeom prst="rect">
            <a:avLst/>
          </a:prstGeom>
        </p:spPr>
      </p:pic>
      <p:sp>
        <p:nvSpPr>
          <p:cNvPr id="54" name="TextBox 53">
            <a:extLst>
              <a:ext uri="{FF2B5EF4-FFF2-40B4-BE49-F238E27FC236}">
                <a16:creationId xmlns:a16="http://schemas.microsoft.com/office/drawing/2014/main" id="{247F15D0-F5A4-4353-AC1D-7B49A8EA72B5}"/>
              </a:ext>
            </a:extLst>
          </p:cNvPr>
          <p:cNvSpPr txBox="1"/>
          <p:nvPr/>
        </p:nvSpPr>
        <p:spPr>
          <a:xfrm>
            <a:off x="1482471" y="3361210"/>
            <a:ext cx="118808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Design matrix</a:t>
            </a:r>
          </a:p>
        </p:txBody>
      </p:sp>
      <p:graphicFrame>
        <p:nvGraphicFramePr>
          <p:cNvPr id="55" name="Table 54">
            <a:extLst>
              <a:ext uri="{FF2B5EF4-FFF2-40B4-BE49-F238E27FC236}">
                <a16:creationId xmlns:a16="http://schemas.microsoft.com/office/drawing/2014/main" id="{2BA132A1-811E-4F7F-BB81-ED28F6A4AD0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56359122"/>
              </p:ext>
            </p:extLst>
          </p:nvPr>
        </p:nvGraphicFramePr>
        <p:xfrm>
          <a:off x="267781" y="1319039"/>
          <a:ext cx="4946685" cy="1920240"/>
        </p:xfrm>
        <a:graphic>
          <a:graphicData uri="http://schemas.openxmlformats.org/drawingml/2006/table">
            <a:tbl>
              <a:tblPr>
                <a:tableStyleId>{69CF1AB2-1976-4502-BF36-3FF5EA218861}</a:tableStyleId>
              </a:tblPr>
              <a:tblGrid>
                <a:gridCol w="827217">
                  <a:extLst>
                    <a:ext uri="{9D8B030D-6E8A-4147-A177-3AD203B41FA5}">
                      <a16:colId xmlns:a16="http://schemas.microsoft.com/office/drawing/2014/main" val="2073464926"/>
                    </a:ext>
                  </a:extLst>
                </a:gridCol>
                <a:gridCol w="1029867">
                  <a:extLst>
                    <a:ext uri="{9D8B030D-6E8A-4147-A177-3AD203B41FA5}">
                      <a16:colId xmlns:a16="http://schemas.microsoft.com/office/drawing/2014/main" val="4024048912"/>
                    </a:ext>
                  </a:extLst>
                </a:gridCol>
                <a:gridCol w="1029867">
                  <a:extLst>
                    <a:ext uri="{9D8B030D-6E8A-4147-A177-3AD203B41FA5}">
                      <a16:colId xmlns:a16="http://schemas.microsoft.com/office/drawing/2014/main" val="3616674169"/>
                    </a:ext>
                  </a:extLst>
                </a:gridCol>
                <a:gridCol w="811255">
                  <a:extLst>
                    <a:ext uri="{9D8B030D-6E8A-4147-A177-3AD203B41FA5}">
                      <a16:colId xmlns:a16="http://schemas.microsoft.com/office/drawing/2014/main" val="3521961931"/>
                    </a:ext>
                  </a:extLst>
                </a:gridCol>
                <a:gridCol w="1248479">
                  <a:extLst>
                    <a:ext uri="{9D8B030D-6E8A-4147-A177-3AD203B41FA5}">
                      <a16:colId xmlns:a16="http://schemas.microsoft.com/office/drawing/2014/main" val="296484894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 dirty="0"/>
                        <a:t>k (</a:t>
                      </a:r>
                      <a:r>
                        <a:rPr lang="en-US" sz="1200" b="1" dirty="0" err="1"/>
                        <a:t>mD</a:t>
                      </a:r>
                      <a:r>
                        <a:rPr lang="en-US" sz="1200" b="1" dirty="0"/>
                        <a:t>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 dirty="0"/>
                        <a:t>Net pay (ft)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 dirty="0" err="1"/>
                        <a:t>Vshale</a:t>
                      </a:r>
                      <a:endParaRPr 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 dirty="0" err="1"/>
                        <a:t>Sw</a:t>
                      </a:r>
                      <a:endParaRPr 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 dirty="0"/>
                        <a:t>Productivity (y)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515499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az-Latn-AZ" sz="1200" dirty="0"/>
                        <a:t>50</a:t>
                      </a:r>
                      <a:endParaRPr 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12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0.23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0.1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az-Latn-AZ" sz="1200" dirty="0"/>
                        <a:t>1.2</a:t>
                      </a:r>
                      <a:endParaRPr 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6496927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az-Latn-AZ" sz="1200" dirty="0"/>
                        <a:t>100</a:t>
                      </a:r>
                      <a:endParaRPr 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0.05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az-Latn-AZ" sz="1200" dirty="0"/>
                        <a:t>2.2</a:t>
                      </a:r>
                      <a:endParaRPr 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457229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az-Latn-AZ" sz="1200" dirty="0"/>
                        <a:t>80</a:t>
                      </a:r>
                      <a:endParaRPr 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11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0.51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0.5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az-Latn-AZ" sz="1200" dirty="0"/>
                        <a:t>1.6</a:t>
                      </a:r>
                      <a:endParaRPr 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2835283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250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0.33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0.8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az-Latn-AZ" sz="1200" dirty="0"/>
                        <a:t>5</a:t>
                      </a:r>
                      <a:endParaRPr 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5630439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az-Latn-AZ" sz="1200" dirty="0"/>
                        <a:t>150</a:t>
                      </a:r>
                      <a:endParaRPr 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0.14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0.1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az-Latn-AZ" sz="1200" dirty="0"/>
                        <a:t>3.4</a:t>
                      </a:r>
                      <a:endParaRPr 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3705591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az-Latn-AZ" sz="1200" dirty="0"/>
                        <a:t>200</a:t>
                      </a:r>
                      <a:endParaRPr 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15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0.62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0.3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az-Latn-AZ" sz="1200" dirty="0"/>
                        <a:t>4</a:t>
                      </a:r>
                      <a:endParaRPr 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02259782"/>
                  </a:ext>
                </a:extLst>
              </a:tr>
            </a:tbl>
          </a:graphicData>
        </a:graphic>
      </p:graphicFrame>
      <p:sp>
        <p:nvSpPr>
          <p:cNvPr id="56" name="TextBox 55">
            <a:extLst>
              <a:ext uri="{FF2B5EF4-FFF2-40B4-BE49-F238E27FC236}">
                <a16:creationId xmlns:a16="http://schemas.microsoft.com/office/drawing/2014/main" id="{8ED841A9-0370-4FEC-892B-7AAED7300233}"/>
              </a:ext>
            </a:extLst>
          </p:cNvPr>
          <p:cNvSpPr txBox="1"/>
          <p:nvPr/>
        </p:nvSpPr>
        <p:spPr>
          <a:xfrm>
            <a:off x="10093324" y="4823794"/>
            <a:ext cx="145905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Finding minimum</a:t>
            </a:r>
          </a:p>
        </p:txBody>
      </p: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CBF4A973-ACF0-4EDD-9126-027535BD94B8}"/>
              </a:ext>
            </a:extLst>
          </p:cNvPr>
          <p:cNvCxnSpPr/>
          <p:nvPr/>
        </p:nvCxnSpPr>
        <p:spPr>
          <a:xfrm>
            <a:off x="5545667" y="1284520"/>
            <a:ext cx="0" cy="507183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7434991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6C824267-6BCD-44CA-B417-8B2FB18182B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241065099"/>
                  </p:ext>
                </p:extLst>
              </p:nvPr>
            </p:nvGraphicFramePr>
            <p:xfrm>
              <a:off x="1195263" y="2063112"/>
              <a:ext cx="9801474" cy="3085146"/>
            </p:xfrm>
            <a:graphic>
              <a:graphicData uri="http://schemas.openxmlformats.org/drawingml/2006/table">
                <a:tbl>
                  <a:tblPr>
                    <a:tableStyleId>{5940675A-B579-460E-94D1-54222C63F5DA}</a:tableStyleId>
                  </a:tblPr>
                  <a:tblGrid>
                    <a:gridCol w="1632604">
                      <a:extLst>
                        <a:ext uri="{9D8B030D-6E8A-4147-A177-3AD203B41FA5}">
                          <a16:colId xmlns:a16="http://schemas.microsoft.com/office/drawing/2014/main" val="3332992435"/>
                        </a:ext>
                      </a:extLst>
                    </a:gridCol>
                    <a:gridCol w="3683000">
                      <a:extLst>
                        <a:ext uri="{9D8B030D-6E8A-4147-A177-3AD203B41FA5}">
                          <a16:colId xmlns:a16="http://schemas.microsoft.com/office/drawing/2014/main" val="2253728693"/>
                        </a:ext>
                      </a:extLst>
                    </a:gridCol>
                    <a:gridCol w="4485870">
                      <a:extLst>
                        <a:ext uri="{9D8B030D-6E8A-4147-A177-3AD203B41FA5}">
                          <a16:colId xmlns:a16="http://schemas.microsoft.com/office/drawing/2014/main" val="342876529"/>
                        </a:ext>
                      </a:extLst>
                    </a:gridCol>
                  </a:tblGrid>
                  <a:tr h="252830">
                    <a:tc>
                      <a:txBody>
                        <a:bodyPr/>
                        <a:lstStyle/>
                        <a:p>
                          <a:r>
                            <a:rPr lang="en-US" sz="1400" b="1" dirty="0"/>
                            <a:t>Method</a:t>
                          </a:r>
                        </a:p>
                      </a:txBody>
                      <a:tcPr marL="90653" marR="90653" marT="45326" marB="45326"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b="1" dirty="0"/>
                            <a:t>Pros</a:t>
                          </a:r>
                        </a:p>
                      </a:txBody>
                      <a:tcPr marL="90653" marR="90653" marT="45326" marB="45326" anchor="ctr">
                        <a:solidFill>
                          <a:schemeClr val="accent6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b="1" dirty="0"/>
                            <a:t>Cons</a:t>
                          </a:r>
                        </a:p>
                      </a:txBody>
                      <a:tcPr marL="90653" marR="90653" marT="45326" marB="45326" anchor="ctr"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869814110"/>
                      </a:ext>
                    </a:extLst>
                  </a:tr>
                  <a:tr h="1390567">
                    <a:tc>
                      <a:txBody>
                        <a:bodyPr/>
                        <a:lstStyle/>
                        <a:p>
                          <a:r>
                            <a:rPr lang="en-US" sz="1400" b="1" dirty="0"/>
                            <a:t>Gradient Descent</a:t>
                          </a:r>
                          <a:endParaRPr lang="en-US" sz="1400" dirty="0"/>
                        </a:p>
                      </a:txBody>
                      <a:tcPr marL="90653" marR="90653" marT="45326" marB="45326" anchor="ctr"/>
                    </a:tc>
                    <a:tc>
                      <a:txBody>
                        <a:bodyPr/>
                        <a:lstStyle/>
                        <a:p>
                          <a:pPr marL="285750" indent="-285750">
                            <a:buFont typeface="Arial" panose="020B0604020202020204" pitchFamily="34" charset="0"/>
                            <a:buChar char="•"/>
                          </a:pPr>
                          <a:r>
                            <a:rPr lang="en-US" sz="1400" dirty="0"/>
                            <a:t>Scales to large number of features</a:t>
                          </a:r>
                        </a:p>
                        <a:p>
                          <a:pPr marL="285750" indent="-285750">
                            <a:buFont typeface="Arial" panose="020B0604020202020204" pitchFamily="34" charset="0"/>
                            <a:buChar char="•"/>
                          </a:pPr>
                          <a:r>
                            <a:rPr lang="en-US" sz="1400" dirty="0"/>
                            <a:t>Works with very large datasets </a:t>
                          </a:r>
                        </a:p>
                        <a:p>
                          <a:pPr marL="285750" indent="-285750">
                            <a:buFont typeface="Arial" panose="020B0604020202020204" pitchFamily="34" charset="0"/>
                            <a:buChar char="•"/>
                          </a:pPr>
                          <a:r>
                            <a:rPr lang="en-US" sz="1400" dirty="0"/>
                            <a:t>No matrix inversion required</a:t>
                          </a:r>
                        </a:p>
                        <a:p>
                          <a:pPr marL="285750" indent="-285750">
                            <a:buFont typeface="Arial" panose="020B0604020202020204" pitchFamily="34" charset="0"/>
                            <a:buChar char="•"/>
                          </a:pPr>
                          <a:r>
                            <a:rPr lang="en-US" sz="1400" dirty="0"/>
                            <a:t>Can be used for many ML models (logistic regression, neural networks, etc.)</a:t>
                          </a:r>
                        </a:p>
                        <a:p>
                          <a:pPr marL="285750" indent="-285750">
                            <a:buFont typeface="Arial" panose="020B0604020202020204" pitchFamily="34" charset="0"/>
                            <a:buChar char="•"/>
                          </a:pPr>
                          <a:r>
                            <a:rPr lang="en-US" sz="1400" dirty="0"/>
                            <a:t>Memory efficient</a:t>
                          </a:r>
                        </a:p>
                      </a:txBody>
                      <a:tcPr marL="90653" marR="90653" marT="45326" marB="45326">
                        <a:solidFill>
                          <a:schemeClr val="accent6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285750" indent="-285750">
                            <a:buFont typeface="Arial" panose="020B0604020202020204" pitchFamily="34" charset="0"/>
                            <a:buChar char="•"/>
                          </a:pPr>
                          <a:r>
                            <a:rPr lang="en-US" sz="1400" dirty="0"/>
                            <a:t>Requires choosing learning rate</a:t>
                          </a:r>
                        </a:p>
                        <a:p>
                          <a:pPr marL="285750" indent="-285750">
                            <a:buFont typeface="Arial" panose="020B0604020202020204" pitchFamily="34" charset="0"/>
                            <a:buChar char="•"/>
                          </a:pPr>
                          <a:r>
                            <a:rPr lang="en-US" sz="1400" dirty="0"/>
                            <a:t>May require many iterations</a:t>
                          </a:r>
                        </a:p>
                        <a:p>
                          <a:pPr marL="285750" indent="-285750">
                            <a:buFont typeface="Arial" panose="020B0604020202020204" pitchFamily="34" charset="0"/>
                            <a:buChar char="•"/>
                          </a:pPr>
                          <a:r>
                            <a:rPr lang="en-US" sz="1400" dirty="0"/>
                            <a:t>Convergence can be slow</a:t>
                          </a:r>
                        </a:p>
                        <a:p>
                          <a:pPr marL="285750" indent="-285750">
                            <a:buFont typeface="Arial" panose="020B0604020202020204" pitchFamily="34" charset="0"/>
                            <a:buChar char="•"/>
                          </a:pPr>
                          <a:r>
                            <a:rPr lang="en-US" sz="1400" dirty="0"/>
                            <a:t>Sensitive to feature scaling</a:t>
                          </a:r>
                        </a:p>
                        <a:p>
                          <a:pPr marL="285750" indent="-285750">
                            <a:buFont typeface="Arial" panose="020B0604020202020204" pitchFamily="34" charset="0"/>
                            <a:buChar char="•"/>
                          </a:pPr>
                          <a:r>
                            <a:rPr lang="en-US" sz="1400" dirty="0"/>
                            <a:t>May diverge if learning rate is poorly chosen</a:t>
                          </a:r>
                        </a:p>
                      </a:txBody>
                      <a:tcPr marL="90653" marR="90653" marT="45326" marB="45326"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04277113"/>
                      </a:ext>
                    </a:extLst>
                  </a:tr>
                  <a:tr h="1390567">
                    <a:tc>
                      <a:txBody>
                        <a:bodyPr/>
                        <a:lstStyle/>
                        <a:p>
                          <a:r>
                            <a:rPr lang="en-US" sz="1400" b="1"/>
                            <a:t>Normal Equation</a:t>
                          </a:r>
                          <a:endParaRPr lang="en-US" sz="1400"/>
                        </a:p>
                      </a:txBody>
                      <a:tcPr marL="90653" marR="90653" marT="45326" marB="45326" anchor="ctr"/>
                    </a:tc>
                    <a:tc>
                      <a:txBody>
                        <a:bodyPr/>
                        <a:lstStyle/>
                        <a:p>
                          <a:pPr marL="285750" indent="-285750">
                            <a:buFont typeface="Arial" panose="020B0604020202020204" pitchFamily="34" charset="0"/>
                            <a:buChar char="•"/>
                          </a:pPr>
                          <a:r>
                            <a:rPr lang="en-US" sz="1400" dirty="0"/>
                            <a:t>No learning rate needed</a:t>
                          </a:r>
                        </a:p>
                        <a:p>
                          <a:pPr marL="285750" indent="-285750">
                            <a:buFont typeface="Arial" panose="020B0604020202020204" pitchFamily="34" charset="0"/>
                            <a:buChar char="•"/>
                          </a:pPr>
                          <a:r>
                            <a:rPr lang="en-US" sz="1400" dirty="0"/>
                            <a:t>No iterations (closed-form solution)</a:t>
                          </a:r>
                        </a:p>
                        <a:p>
                          <a:pPr marL="285750" indent="-285750">
                            <a:buFont typeface="Arial" panose="020B0604020202020204" pitchFamily="34" charset="0"/>
                            <a:buChar char="•"/>
                          </a:pPr>
                          <a:r>
                            <a:rPr lang="en-US" sz="1400" dirty="0"/>
                            <a:t>Gives exact global minimum</a:t>
                          </a:r>
                        </a:p>
                        <a:p>
                          <a:pPr marL="285750" indent="-285750">
                            <a:buFont typeface="Arial" panose="020B0604020202020204" pitchFamily="34" charset="0"/>
                            <a:buChar char="•"/>
                          </a:pPr>
                          <a:r>
                            <a:rPr lang="en-US" sz="1400" dirty="0"/>
                            <a:t>Simple to implement for small problems</a:t>
                          </a:r>
                        </a:p>
                      </a:txBody>
                      <a:tcPr marL="90653" marR="90653" marT="45326" marB="45326">
                        <a:solidFill>
                          <a:schemeClr val="accent6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285750" indent="-285750">
                            <a:buFont typeface="Arial" panose="020B0604020202020204" pitchFamily="34" charset="0"/>
                            <a:buChar char="•"/>
                          </a:pPr>
                          <a:r>
                            <a:rPr lang="en-US" sz="1400" dirty="0"/>
                            <a:t>Computationally expensive (</a:t>
                          </a:r>
                          <a14:m>
                            <m:oMath xmlns:m="http://schemas.openxmlformats.org/officeDocument/2006/math"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𝑂</m:t>
                              </m:r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p>
                                <m:sSupPr>
                                  <m:ctrlPr>
                                    <a:rPr lang="en-US" sz="1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400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  <m:sup>
                                  <m:r>
                                    <a:rPr lang="en-US" sz="1400" b="0" i="1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p>
                              </m:sSup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oMath>
                          </a14:m>
                          <a:r>
                            <a:rPr lang="en-US" sz="1400" dirty="0"/>
                            <a:t>)</a:t>
                          </a:r>
                        </a:p>
                        <a:p>
                          <a:pPr marL="285750" indent="-285750">
                            <a:buFont typeface="Arial" panose="020B0604020202020204" pitchFamily="34" charset="0"/>
                            <a:buChar char="•"/>
                          </a:pPr>
                          <a:r>
                            <a:rPr lang="en-US" sz="1400" dirty="0"/>
                            <a:t>Requires matrix inversion</a:t>
                          </a:r>
                        </a:p>
                        <a:p>
                          <a:pPr marL="285750" indent="-285750">
                            <a:buFont typeface="Arial" panose="020B0604020202020204" pitchFamily="34" charset="0"/>
                            <a:buChar char="•"/>
                          </a:pPr>
                          <a:r>
                            <a:rPr lang="en-US" sz="1400" dirty="0"/>
                            <a:t>Memory heavy for large feature sets</a:t>
                          </a:r>
                        </a:p>
                        <a:p>
                          <a:pPr marL="285750" indent="-285750">
                            <a:buFont typeface="Arial" panose="020B0604020202020204" pitchFamily="34" charset="0"/>
                            <a:buChar char="•"/>
                          </a:pPr>
                          <a:r>
                            <a:rPr lang="en-US" sz="1400" dirty="0"/>
                            <a:t>Not practical when number of features is large</a:t>
                          </a:r>
                        </a:p>
                        <a:p>
                          <a:pPr marL="285750" indent="-285750">
                            <a:buFont typeface="Arial" panose="020B0604020202020204" pitchFamily="34" charset="0"/>
                            <a:buChar char="•"/>
                          </a:pPr>
                          <a:r>
                            <a:rPr lang="en-US" sz="1400" dirty="0"/>
                            <a:t>Can fail if (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sz="1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400" b="0" i="1" smtClean="0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p>
                                  <m:r>
                                    <a:rPr lang="en-US" sz="1400" b="0" i="1" smtClean="0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sup>
                              </m:sSup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oMath>
                          </a14:m>
                          <a:r>
                            <a:rPr lang="en-US" sz="1400" dirty="0"/>
                            <a:t>) is not invertible (multicollinearity)</a:t>
                          </a:r>
                        </a:p>
                      </a:txBody>
                      <a:tcPr marL="90653" marR="90653" marT="45326" marB="45326"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1804089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6C824267-6BCD-44CA-B417-8B2FB18182B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241065099"/>
                  </p:ext>
                </p:extLst>
              </p:nvPr>
            </p:nvGraphicFramePr>
            <p:xfrm>
              <a:off x="1195263" y="2063112"/>
              <a:ext cx="9801474" cy="3085146"/>
            </p:xfrm>
            <a:graphic>
              <a:graphicData uri="http://schemas.openxmlformats.org/drawingml/2006/table">
                <a:tbl>
                  <a:tblPr>
                    <a:tableStyleId>{5940675A-B579-460E-94D1-54222C63F5DA}</a:tableStyleId>
                  </a:tblPr>
                  <a:tblGrid>
                    <a:gridCol w="1632604">
                      <a:extLst>
                        <a:ext uri="{9D8B030D-6E8A-4147-A177-3AD203B41FA5}">
                          <a16:colId xmlns:a16="http://schemas.microsoft.com/office/drawing/2014/main" val="3332992435"/>
                        </a:ext>
                      </a:extLst>
                    </a:gridCol>
                    <a:gridCol w="3683000">
                      <a:extLst>
                        <a:ext uri="{9D8B030D-6E8A-4147-A177-3AD203B41FA5}">
                          <a16:colId xmlns:a16="http://schemas.microsoft.com/office/drawing/2014/main" val="2253728693"/>
                        </a:ext>
                      </a:extLst>
                    </a:gridCol>
                    <a:gridCol w="4485870">
                      <a:extLst>
                        <a:ext uri="{9D8B030D-6E8A-4147-A177-3AD203B41FA5}">
                          <a16:colId xmlns:a16="http://schemas.microsoft.com/office/drawing/2014/main" val="342876529"/>
                        </a:ext>
                      </a:extLst>
                    </a:gridCol>
                  </a:tblGrid>
                  <a:tr h="304012">
                    <a:tc>
                      <a:txBody>
                        <a:bodyPr/>
                        <a:lstStyle/>
                        <a:p>
                          <a:r>
                            <a:rPr lang="en-US" sz="1400" b="1" dirty="0"/>
                            <a:t>Method</a:t>
                          </a:r>
                        </a:p>
                      </a:txBody>
                      <a:tcPr marL="90653" marR="90653" marT="45326" marB="45326"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b="1" dirty="0"/>
                            <a:t>Pros</a:t>
                          </a:r>
                        </a:p>
                      </a:txBody>
                      <a:tcPr marL="90653" marR="90653" marT="45326" marB="45326" anchor="ctr">
                        <a:solidFill>
                          <a:schemeClr val="accent6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b="1" dirty="0"/>
                            <a:t>Cons</a:t>
                          </a:r>
                        </a:p>
                      </a:txBody>
                      <a:tcPr marL="90653" marR="90653" marT="45326" marB="45326" anchor="ctr"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869814110"/>
                      </a:ext>
                    </a:extLst>
                  </a:tr>
                  <a:tr h="1390567">
                    <a:tc>
                      <a:txBody>
                        <a:bodyPr/>
                        <a:lstStyle/>
                        <a:p>
                          <a:r>
                            <a:rPr lang="en-US" sz="1400" b="1" dirty="0"/>
                            <a:t>Gradient Descent</a:t>
                          </a:r>
                          <a:endParaRPr lang="en-US" sz="1400" dirty="0"/>
                        </a:p>
                      </a:txBody>
                      <a:tcPr marL="90653" marR="90653" marT="45326" marB="45326" anchor="ctr"/>
                    </a:tc>
                    <a:tc>
                      <a:txBody>
                        <a:bodyPr/>
                        <a:lstStyle/>
                        <a:p>
                          <a:pPr marL="285750" indent="-285750">
                            <a:buFont typeface="Arial" panose="020B0604020202020204" pitchFamily="34" charset="0"/>
                            <a:buChar char="•"/>
                          </a:pPr>
                          <a:r>
                            <a:rPr lang="en-US" sz="1400" dirty="0"/>
                            <a:t>Scales to large number of features</a:t>
                          </a:r>
                        </a:p>
                        <a:p>
                          <a:pPr marL="285750" indent="-285750">
                            <a:buFont typeface="Arial" panose="020B0604020202020204" pitchFamily="34" charset="0"/>
                            <a:buChar char="•"/>
                          </a:pPr>
                          <a:r>
                            <a:rPr lang="en-US" sz="1400" dirty="0"/>
                            <a:t>Works with very large datasets </a:t>
                          </a:r>
                        </a:p>
                        <a:p>
                          <a:pPr marL="285750" indent="-285750">
                            <a:buFont typeface="Arial" panose="020B0604020202020204" pitchFamily="34" charset="0"/>
                            <a:buChar char="•"/>
                          </a:pPr>
                          <a:r>
                            <a:rPr lang="en-US" sz="1400" dirty="0"/>
                            <a:t>No matrix inversion required</a:t>
                          </a:r>
                        </a:p>
                        <a:p>
                          <a:pPr marL="285750" indent="-285750">
                            <a:buFont typeface="Arial" panose="020B0604020202020204" pitchFamily="34" charset="0"/>
                            <a:buChar char="•"/>
                          </a:pPr>
                          <a:r>
                            <a:rPr lang="en-US" sz="1400" dirty="0"/>
                            <a:t>Can be used for many ML models (logistic regression, neural networks, etc.)</a:t>
                          </a:r>
                        </a:p>
                        <a:p>
                          <a:pPr marL="285750" indent="-285750">
                            <a:buFont typeface="Arial" panose="020B0604020202020204" pitchFamily="34" charset="0"/>
                            <a:buChar char="•"/>
                          </a:pPr>
                          <a:r>
                            <a:rPr lang="en-US" sz="1400" dirty="0"/>
                            <a:t>Memory efficient</a:t>
                          </a:r>
                        </a:p>
                      </a:txBody>
                      <a:tcPr marL="90653" marR="90653" marT="45326" marB="45326">
                        <a:solidFill>
                          <a:schemeClr val="accent6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285750" indent="-285750">
                            <a:buFont typeface="Arial" panose="020B0604020202020204" pitchFamily="34" charset="0"/>
                            <a:buChar char="•"/>
                          </a:pPr>
                          <a:r>
                            <a:rPr lang="en-US" sz="1400" dirty="0"/>
                            <a:t>Requires choosing learning rate</a:t>
                          </a:r>
                        </a:p>
                        <a:p>
                          <a:pPr marL="285750" indent="-285750">
                            <a:buFont typeface="Arial" panose="020B0604020202020204" pitchFamily="34" charset="0"/>
                            <a:buChar char="•"/>
                          </a:pPr>
                          <a:r>
                            <a:rPr lang="en-US" sz="1400" dirty="0"/>
                            <a:t>May require many iterations</a:t>
                          </a:r>
                        </a:p>
                        <a:p>
                          <a:pPr marL="285750" indent="-285750">
                            <a:buFont typeface="Arial" panose="020B0604020202020204" pitchFamily="34" charset="0"/>
                            <a:buChar char="•"/>
                          </a:pPr>
                          <a:r>
                            <a:rPr lang="en-US" sz="1400" dirty="0"/>
                            <a:t>Convergence can be slow</a:t>
                          </a:r>
                        </a:p>
                        <a:p>
                          <a:pPr marL="285750" indent="-285750">
                            <a:buFont typeface="Arial" panose="020B0604020202020204" pitchFamily="34" charset="0"/>
                            <a:buChar char="•"/>
                          </a:pPr>
                          <a:r>
                            <a:rPr lang="en-US" sz="1400" dirty="0"/>
                            <a:t>Sensitive to feature scaling</a:t>
                          </a:r>
                        </a:p>
                        <a:p>
                          <a:pPr marL="285750" indent="-285750">
                            <a:buFont typeface="Arial" panose="020B0604020202020204" pitchFamily="34" charset="0"/>
                            <a:buChar char="•"/>
                          </a:pPr>
                          <a:r>
                            <a:rPr lang="en-US" sz="1400" dirty="0"/>
                            <a:t>May diverge if learning rate is poorly chosen</a:t>
                          </a:r>
                        </a:p>
                      </a:txBody>
                      <a:tcPr marL="90653" marR="90653" marT="45326" marB="45326"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04277113"/>
                      </a:ext>
                    </a:extLst>
                  </a:tr>
                  <a:tr h="1390567">
                    <a:tc>
                      <a:txBody>
                        <a:bodyPr/>
                        <a:lstStyle/>
                        <a:p>
                          <a:r>
                            <a:rPr lang="en-US" sz="1400" b="1"/>
                            <a:t>Normal Equation</a:t>
                          </a:r>
                          <a:endParaRPr lang="en-US" sz="1400"/>
                        </a:p>
                      </a:txBody>
                      <a:tcPr marL="90653" marR="90653" marT="45326" marB="45326" anchor="ctr"/>
                    </a:tc>
                    <a:tc>
                      <a:txBody>
                        <a:bodyPr/>
                        <a:lstStyle/>
                        <a:p>
                          <a:pPr marL="285750" indent="-285750">
                            <a:buFont typeface="Arial" panose="020B0604020202020204" pitchFamily="34" charset="0"/>
                            <a:buChar char="•"/>
                          </a:pPr>
                          <a:r>
                            <a:rPr lang="en-US" sz="1400" dirty="0"/>
                            <a:t>No learning rate needed</a:t>
                          </a:r>
                        </a:p>
                        <a:p>
                          <a:pPr marL="285750" indent="-285750">
                            <a:buFont typeface="Arial" panose="020B0604020202020204" pitchFamily="34" charset="0"/>
                            <a:buChar char="•"/>
                          </a:pPr>
                          <a:r>
                            <a:rPr lang="en-US" sz="1400" dirty="0"/>
                            <a:t>No iterations (closed-form solution)</a:t>
                          </a:r>
                        </a:p>
                        <a:p>
                          <a:pPr marL="285750" indent="-285750">
                            <a:buFont typeface="Arial" panose="020B0604020202020204" pitchFamily="34" charset="0"/>
                            <a:buChar char="•"/>
                          </a:pPr>
                          <a:r>
                            <a:rPr lang="en-US" sz="1400" dirty="0"/>
                            <a:t>Gives exact global minimum</a:t>
                          </a:r>
                        </a:p>
                        <a:p>
                          <a:pPr marL="285750" indent="-285750">
                            <a:buFont typeface="Arial" panose="020B0604020202020204" pitchFamily="34" charset="0"/>
                            <a:buChar char="•"/>
                          </a:pPr>
                          <a:r>
                            <a:rPr lang="en-US" sz="1400" dirty="0"/>
                            <a:t>Simple to implement for small problems</a:t>
                          </a:r>
                        </a:p>
                      </a:txBody>
                      <a:tcPr marL="90653" marR="90653" marT="45326" marB="45326">
                        <a:solidFill>
                          <a:schemeClr val="accent6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0653" marR="90653" marT="45326" marB="45326">
                        <a:blipFill>
                          <a:blip r:embed="rId2"/>
                          <a:stretch>
                            <a:fillRect l="-118614" t="-121834" r="-408" b="-87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18040897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71467DF-45B0-4611-8B09-269F815277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47F556-5E24-4E51-B104-C830D8968DD6}" type="slidenum">
              <a:rPr lang="en-US" smtClean="0"/>
              <a:t>21</a:t>
            </a:fld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DB1BFE0B-E40A-49F0-8721-D7F42118060D}"/>
              </a:ext>
            </a:extLst>
          </p:cNvPr>
          <p:cNvSpPr txBox="1">
            <a:spLocks/>
          </p:cNvSpPr>
          <p:nvPr/>
        </p:nvSpPr>
        <p:spPr>
          <a:xfrm>
            <a:off x="265327" y="258792"/>
            <a:ext cx="8224622" cy="76897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800" b="1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all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Posterama" panose="020B0504020200020000" pitchFamily="34" charset="0"/>
                <a:cs typeface="Posterama" panose="020B0504020200020000" pitchFamily="34" charset="0"/>
              </a:rPr>
              <a:t>Gradient descent vs normal equation</a:t>
            </a:r>
            <a:endParaRPr kumimoji="0" lang="en-US" sz="3200" i="0" u="none" strike="noStrike" kern="1200" cap="all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Posterama" panose="020B0504020200020000" pitchFamily="34" charset="0"/>
              <a:cs typeface="Posterama" panose="020B0504020200020000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7152273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297DEB7-CA97-491A-961A-7C07AFECFBE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85625206"/>
              </p:ext>
            </p:extLst>
          </p:nvPr>
        </p:nvGraphicFramePr>
        <p:xfrm>
          <a:off x="838200" y="1384365"/>
          <a:ext cx="3704449" cy="2133600"/>
        </p:xfrm>
        <a:graphic>
          <a:graphicData uri="http://schemas.openxmlformats.org/drawingml/2006/table">
            <a:tbl>
              <a:tblPr>
                <a:tableStyleId>{69CF1AB2-1976-4502-BF36-3FF5EA218861}</a:tableStyleId>
              </a:tblPr>
              <a:tblGrid>
                <a:gridCol w="1055624">
                  <a:extLst>
                    <a:ext uri="{9D8B030D-6E8A-4147-A177-3AD203B41FA5}">
                      <a16:colId xmlns:a16="http://schemas.microsoft.com/office/drawing/2014/main" val="2855123633"/>
                    </a:ext>
                  </a:extLst>
                </a:gridCol>
                <a:gridCol w="1055624">
                  <a:extLst>
                    <a:ext uri="{9D8B030D-6E8A-4147-A177-3AD203B41FA5}">
                      <a16:colId xmlns:a16="http://schemas.microsoft.com/office/drawing/2014/main" val="2073464926"/>
                    </a:ext>
                  </a:extLst>
                </a:gridCol>
                <a:gridCol w="1593201">
                  <a:extLst>
                    <a:ext uri="{9D8B030D-6E8A-4147-A177-3AD203B41FA5}">
                      <a16:colId xmlns:a16="http://schemas.microsoft.com/office/drawing/2014/main" val="296484894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dirty="0" err="1"/>
                        <a:t>Sw</a:t>
                      </a:r>
                      <a:endParaRPr lang="en-US" sz="14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dirty="0" err="1"/>
                        <a:t>kh</a:t>
                      </a:r>
                      <a:r>
                        <a:rPr lang="en-US" sz="1400" b="1" dirty="0"/>
                        <a:t> (</a:t>
                      </a:r>
                      <a:r>
                        <a:rPr lang="en-US" sz="1400" b="1" dirty="0" err="1"/>
                        <a:t>mD</a:t>
                      </a:r>
                      <a:r>
                        <a:rPr lang="en-US" sz="1400" b="1" dirty="0"/>
                        <a:t>*ft)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dirty="0"/>
                        <a:t>Productivity (y)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515499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0.1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az-Latn-AZ" sz="1400" dirty="0"/>
                        <a:t>50</a:t>
                      </a:r>
                      <a:r>
                        <a:rPr lang="en-US" sz="1400" dirty="0"/>
                        <a:t>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az-Latn-AZ" sz="1400" dirty="0"/>
                        <a:t>1.2</a:t>
                      </a:r>
                      <a:endParaRPr 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6496927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az-Latn-AZ" sz="1400" dirty="0"/>
                        <a:t>100</a:t>
                      </a:r>
                      <a:r>
                        <a:rPr lang="en-US" sz="1400" dirty="0"/>
                        <a:t>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az-Latn-AZ" sz="1400" dirty="0"/>
                        <a:t>2.2</a:t>
                      </a:r>
                      <a:endParaRPr 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457229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0.5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az-Latn-AZ" sz="1400" dirty="0"/>
                        <a:t>80</a:t>
                      </a:r>
                      <a:r>
                        <a:rPr lang="en-US" sz="1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az-Latn-AZ" sz="1400" dirty="0"/>
                        <a:t>1.6</a:t>
                      </a:r>
                      <a:endParaRPr 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2835283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0.8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2500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az-Latn-AZ" sz="1400" dirty="0"/>
                        <a:t>5</a:t>
                      </a:r>
                      <a:endParaRPr 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5630439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0.1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az-Latn-AZ" sz="1400" dirty="0"/>
                        <a:t>150</a:t>
                      </a:r>
                      <a:r>
                        <a:rPr lang="en-US" sz="1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az-Latn-AZ" sz="1400" dirty="0"/>
                        <a:t>3.4</a:t>
                      </a:r>
                      <a:endParaRPr 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3705591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0.3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az-Latn-AZ" sz="1400" dirty="0"/>
                        <a:t>200</a:t>
                      </a:r>
                      <a:r>
                        <a:rPr lang="en-US" sz="1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az-Latn-AZ" sz="1400" dirty="0"/>
                        <a:t>4</a:t>
                      </a:r>
                      <a:endParaRPr 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02259782"/>
                  </a:ext>
                </a:extLst>
              </a:tr>
            </a:tbl>
          </a:graphicData>
        </a:graphic>
      </p:graphicFrame>
      <p:pic>
        <p:nvPicPr>
          <p:cNvPr id="10242" name="Picture 2" descr="Optimization for Machine Learning: Gradient Descent | Springer Nature Link">
            <a:extLst>
              <a:ext uri="{FF2B5EF4-FFF2-40B4-BE49-F238E27FC236}">
                <a16:creationId xmlns:a16="http://schemas.microsoft.com/office/drawing/2014/main" id="{8291551D-3083-46D5-9ACA-3796F4F811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6506" y="3731059"/>
            <a:ext cx="4395300" cy="29451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BB6E15BF-844E-46DC-A57D-345E8F89CDC6}"/>
                  </a:ext>
                </a:extLst>
              </p:cNvPr>
              <p:cNvSpPr txBox="1"/>
              <p:nvPr/>
            </p:nvSpPr>
            <p:spPr>
              <a:xfrm>
                <a:off x="2498196" y="4156523"/>
                <a:ext cx="261135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BB6E15BF-844E-46DC-A57D-345E8F89CD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98196" y="4156523"/>
                <a:ext cx="2611356" cy="276999"/>
              </a:xfrm>
              <a:prstGeom prst="rect">
                <a:avLst/>
              </a:prstGeom>
              <a:blipFill>
                <a:blip r:embed="rId3"/>
                <a:stretch>
                  <a:fillRect l="-1869" r="-467" b="-177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9CA36F24-FF35-4A77-BE7E-8981667AF7D3}"/>
              </a:ext>
            </a:extLst>
          </p:cNvPr>
          <p:cNvSpPr txBox="1"/>
          <p:nvPr/>
        </p:nvSpPr>
        <p:spPr>
          <a:xfrm>
            <a:off x="5921448" y="5339585"/>
            <a:ext cx="4621778" cy="116955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Problems: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Cost function becomes stretched (elliptical contours)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Updates zig-zag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Convergence becomes slow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May require very small learning rate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EFEDC79-ECCA-4577-B89E-7A4E61102BC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42636" y="782693"/>
            <a:ext cx="1390844" cy="638264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8C68DC9F-571E-4296-995D-52055577C16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16788" y="882649"/>
            <a:ext cx="1228896" cy="562053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6407469A-0B3C-4F56-81AE-4A19E977B55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01729" y="1904304"/>
            <a:ext cx="1800476" cy="609685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F603F8B2-CC3D-4658-91EA-2214B0D759D1}"/>
              </a:ext>
            </a:extLst>
          </p:cNvPr>
          <p:cNvSpPr txBox="1"/>
          <p:nvPr/>
        </p:nvSpPr>
        <p:spPr>
          <a:xfrm>
            <a:off x="5392903" y="463116"/>
            <a:ext cx="21039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Mean Normalization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D4C2615-ADEE-483F-A39B-9B8837D8106B}"/>
              </a:ext>
            </a:extLst>
          </p:cNvPr>
          <p:cNvSpPr txBox="1"/>
          <p:nvPr/>
        </p:nvSpPr>
        <p:spPr>
          <a:xfrm>
            <a:off x="8333467" y="510631"/>
            <a:ext cx="322631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Standardization (Z-score Scaling)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300ACAD-1CD3-4B29-A333-B8E6A978AD99}"/>
              </a:ext>
            </a:extLst>
          </p:cNvPr>
          <p:cNvSpPr txBox="1"/>
          <p:nvPr/>
        </p:nvSpPr>
        <p:spPr>
          <a:xfrm>
            <a:off x="7215376" y="1534972"/>
            <a:ext cx="179493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Min–Max Scaling</a:t>
            </a:r>
          </a:p>
        </p:txBody>
      </p:sp>
      <p:graphicFrame>
        <p:nvGraphicFramePr>
          <p:cNvPr id="31" name="Table 30">
            <a:extLst>
              <a:ext uri="{FF2B5EF4-FFF2-40B4-BE49-F238E27FC236}">
                <a16:creationId xmlns:a16="http://schemas.microsoft.com/office/drawing/2014/main" id="{152A308C-D949-464D-AA70-1A89F98F0A7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69545138"/>
              </p:ext>
            </p:extLst>
          </p:nvPr>
        </p:nvGraphicFramePr>
        <p:xfrm>
          <a:off x="5392903" y="2731529"/>
          <a:ext cx="6527346" cy="185303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168764">
                  <a:extLst>
                    <a:ext uri="{9D8B030D-6E8A-4147-A177-3AD203B41FA5}">
                      <a16:colId xmlns:a16="http://schemas.microsoft.com/office/drawing/2014/main" val="138529686"/>
                    </a:ext>
                  </a:extLst>
                </a:gridCol>
                <a:gridCol w="1007018">
                  <a:extLst>
                    <a:ext uri="{9D8B030D-6E8A-4147-A177-3AD203B41FA5}">
                      <a16:colId xmlns:a16="http://schemas.microsoft.com/office/drawing/2014/main" val="1486374023"/>
                    </a:ext>
                  </a:extLst>
                </a:gridCol>
                <a:gridCol w="1087891">
                  <a:extLst>
                    <a:ext uri="{9D8B030D-6E8A-4147-A177-3AD203B41FA5}">
                      <a16:colId xmlns:a16="http://schemas.microsoft.com/office/drawing/2014/main" val="377140771"/>
                    </a:ext>
                  </a:extLst>
                </a:gridCol>
                <a:gridCol w="1087891">
                  <a:extLst>
                    <a:ext uri="{9D8B030D-6E8A-4147-A177-3AD203B41FA5}">
                      <a16:colId xmlns:a16="http://schemas.microsoft.com/office/drawing/2014/main" val="2334374877"/>
                    </a:ext>
                  </a:extLst>
                </a:gridCol>
                <a:gridCol w="1087891">
                  <a:extLst>
                    <a:ext uri="{9D8B030D-6E8A-4147-A177-3AD203B41FA5}">
                      <a16:colId xmlns:a16="http://schemas.microsoft.com/office/drawing/2014/main" val="2716108534"/>
                    </a:ext>
                  </a:extLst>
                </a:gridCol>
                <a:gridCol w="1087891">
                  <a:extLst>
                    <a:ext uri="{9D8B030D-6E8A-4147-A177-3AD203B41FA5}">
                      <a16:colId xmlns:a16="http://schemas.microsoft.com/office/drawing/2014/main" val="732706253"/>
                    </a:ext>
                  </a:extLst>
                </a:gridCol>
              </a:tblGrid>
              <a:tr h="283194">
                <a:tc>
                  <a:txBody>
                    <a:bodyPr/>
                    <a:lstStyle/>
                    <a:p>
                      <a:r>
                        <a:rPr lang="en-US" sz="1200" b="1" dirty="0"/>
                        <a:t>Method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 b="1" dirty="0"/>
                        <a:t>Mean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 b="1" dirty="0"/>
                        <a:t>Variance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 b="1" dirty="0"/>
                        <a:t>Range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 b="1" dirty="0"/>
                        <a:t>Outlier Sensitivity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 b="1" dirty="0"/>
                        <a:t>Most Common Use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29518672"/>
                  </a:ext>
                </a:extLst>
              </a:tr>
              <a:tr h="481430">
                <a:tc>
                  <a:txBody>
                    <a:bodyPr/>
                    <a:lstStyle/>
                    <a:p>
                      <a:r>
                        <a:rPr lang="en-US" sz="1200" b="1"/>
                        <a:t>Mean Normalization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Not fixed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≈ −1 to 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Medium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Basic GD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14503785"/>
                  </a:ext>
                </a:extLst>
              </a:tr>
              <a:tr h="283194">
                <a:tc>
                  <a:txBody>
                    <a:bodyPr/>
                    <a:lstStyle/>
                    <a:p>
                      <a:r>
                        <a:rPr lang="en-US" sz="1200" b="1"/>
                        <a:t>Standardization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Unbounded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High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Most ML models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04765015"/>
                  </a:ext>
                </a:extLst>
              </a:tr>
              <a:tr h="283194">
                <a:tc>
                  <a:txBody>
                    <a:bodyPr/>
                    <a:lstStyle/>
                    <a:p>
                      <a:r>
                        <a:rPr lang="en-US" sz="1200" b="1" dirty="0"/>
                        <a:t>Min–Max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Not centered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Not fixed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[0,1]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Very High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Neural Networks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68214665"/>
                  </a:ext>
                </a:extLst>
              </a:tr>
            </a:tbl>
          </a:graphicData>
        </a:graphic>
      </p:graphicFrame>
      <p:sp>
        <p:nvSpPr>
          <p:cNvPr id="29" name="Slide Number Placeholder 28">
            <a:extLst>
              <a:ext uri="{FF2B5EF4-FFF2-40B4-BE49-F238E27FC236}">
                <a16:creationId xmlns:a16="http://schemas.microsoft.com/office/drawing/2014/main" id="{1CA58C09-0C91-4F67-AF80-BA83DFE70A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47F556-5E24-4E51-B104-C830D8968DD6}" type="slidenum">
              <a:rPr lang="en-US" smtClean="0"/>
              <a:t>22</a:t>
            </a:fld>
            <a:endParaRPr lang="en-US"/>
          </a:p>
        </p:txBody>
      </p:sp>
      <p:sp>
        <p:nvSpPr>
          <p:cNvPr id="35" name="Title 1">
            <a:extLst>
              <a:ext uri="{FF2B5EF4-FFF2-40B4-BE49-F238E27FC236}">
                <a16:creationId xmlns:a16="http://schemas.microsoft.com/office/drawing/2014/main" id="{D3748A63-304D-4E50-8D80-55EE25EC3E9D}"/>
              </a:ext>
            </a:extLst>
          </p:cNvPr>
          <p:cNvSpPr txBox="1">
            <a:spLocks/>
          </p:cNvSpPr>
          <p:nvPr/>
        </p:nvSpPr>
        <p:spPr>
          <a:xfrm>
            <a:off x="265327" y="258792"/>
            <a:ext cx="8224622" cy="76897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800" b="1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all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Posterama" panose="020B0504020200020000" pitchFamily="34" charset="0"/>
                <a:cs typeface="Posterama" panose="020B0504020200020000" pitchFamily="34" charset="0"/>
              </a:rPr>
              <a:t>Feature scaling</a:t>
            </a:r>
            <a:endParaRPr kumimoji="0" lang="en-US" sz="3200" i="0" u="none" strike="noStrike" kern="1200" cap="all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Posterama" panose="020B0504020200020000" pitchFamily="34" charset="0"/>
              <a:cs typeface="Posterama" panose="020B0504020200020000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7075433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C2A8C25-DF04-4178-B469-4AA2ABDE4F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8134" y="1491189"/>
            <a:ext cx="3965045" cy="236539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B96CBC96-B304-4720-86FB-3B0F83C87B74}"/>
                  </a:ext>
                </a:extLst>
              </p:cNvPr>
              <p:cNvSpPr txBox="1"/>
              <p:nvPr/>
            </p:nvSpPr>
            <p:spPr>
              <a:xfrm>
                <a:off x="5714991" y="1534580"/>
                <a:ext cx="5393271" cy="203613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b="1" dirty="0"/>
                  <a:t>Automatic convergence: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1400" dirty="0"/>
                  <a:t>Stop the iterations if </a:t>
                </a:r>
                <a14:m>
                  <m:oMath xmlns:m="http://schemas.openxmlformats.org/officeDocument/2006/math">
                    <m:r>
                      <a:rPr lang="en-US" sz="1400">
                        <a:latin typeface="Cambria Math" panose="02040503050406030204" pitchFamily="18" charset="0"/>
                      </a:rPr>
                      <m:t>𝐽</m:t>
                    </m:r>
                    <m:d>
                      <m:dPr>
                        <m:ctrlPr>
                          <a:rPr lang="en-US" sz="1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40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d>
                  </m:oMath>
                </a14:m>
                <a:r>
                  <a:rPr lang="en-US" sz="1400" dirty="0"/>
                  <a:t> decreases less than threshold 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400">
                            <a:latin typeface="Cambria Math" panose="02040503050406030204" pitchFamily="18" charset="0"/>
                          </a:rPr>
                          <m:t>𝑒</m:t>
                        </m:r>
                        <m:r>
                          <a:rPr lang="en-US" sz="1400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US" sz="1400">
                            <a:latin typeface="Cambria Math" panose="02040503050406030204" pitchFamily="18" charset="0"/>
                          </a:rPr>
                          <m:t>𝑔</m:t>
                        </m:r>
                        <m:r>
                          <a:rPr lang="en-US" sz="1400">
                            <a:latin typeface="Cambria Math" panose="02040503050406030204" pitchFamily="18" charset="0"/>
                          </a:rPr>
                          <m:t>. 10</m:t>
                        </m:r>
                      </m:e>
                      <m:sup>
                        <m:r>
                          <a:rPr lang="en-US" sz="1400">
                            <a:latin typeface="Cambria Math" panose="02040503050406030204" pitchFamily="18" charset="0"/>
                          </a:rPr>
                          <m:t>−3</m:t>
                        </m:r>
                      </m:sup>
                    </m:sSup>
                  </m:oMath>
                </a14:m>
                <a:r>
                  <a:rPr lang="en-US" sz="1400" dirty="0"/>
                  <a:t>)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en-US" sz="1400" dirty="0"/>
                  <a:t>Cost decreases at each step if learning rate is properly chosen.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en-US" sz="1400" dirty="0"/>
                  <a:t>Stops when: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altLang="en-US" sz="1400" dirty="0"/>
                  <a:t>Change in cost is very small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altLang="en-US" sz="1400" dirty="0"/>
                  <a:t>Gradient is near zero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1400" smtClean="0">
                        <a:latin typeface="Cambria Math" panose="02040503050406030204" pitchFamily="18" charset="0"/>
                      </a:rPr>
                      <m:t>𝐽</m:t>
                    </m:r>
                    <m:d>
                      <m:dPr>
                        <m:ctrlPr>
                          <a:rPr lang="en-US" sz="1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40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d>
                  </m:oMath>
                </a14:m>
                <a:r>
                  <a:rPr lang="en-US" sz="1400" dirty="0"/>
                  <a:t> decreases less than threshold 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400">
                            <a:latin typeface="Cambria Math" panose="02040503050406030204" pitchFamily="18" charset="0"/>
                          </a:rPr>
                          <m:t>𝑒</m:t>
                        </m:r>
                        <m:r>
                          <a:rPr lang="en-US" sz="1400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US" sz="1400">
                            <a:latin typeface="Cambria Math" panose="02040503050406030204" pitchFamily="18" charset="0"/>
                          </a:rPr>
                          <m:t>𝑔</m:t>
                        </m:r>
                        <m:r>
                          <a:rPr lang="en-US" sz="1400">
                            <a:latin typeface="Cambria Math" panose="02040503050406030204" pitchFamily="18" charset="0"/>
                          </a:rPr>
                          <m:t>. 10</m:t>
                        </m:r>
                      </m:e>
                      <m:sup>
                        <m:r>
                          <a:rPr lang="en-US" sz="1400">
                            <a:latin typeface="Cambria Math" panose="02040503050406030204" pitchFamily="18" charset="0"/>
                          </a:rPr>
                          <m:t>−3</m:t>
                        </m:r>
                      </m:sup>
                    </m:sSup>
                  </m:oMath>
                </a14:m>
                <a:r>
                  <a:rPr lang="en-US" sz="1400" dirty="0"/>
                  <a:t>)</a:t>
                </a:r>
                <a:endParaRPr lang="en-US" altLang="en-US" sz="1400" dirty="0"/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altLang="en-US" sz="1400" dirty="0"/>
                  <a:t>Parameter updates become very small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en-US" sz="1400" dirty="0"/>
                  <a:t>For linear regression it is guaranteed to reach global minimum.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B96CBC96-B304-4720-86FB-3B0F83C87B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14991" y="1534580"/>
                <a:ext cx="5393271" cy="2036135"/>
              </a:xfrm>
              <a:prstGeom prst="rect">
                <a:avLst/>
              </a:prstGeom>
              <a:blipFill>
                <a:blip r:embed="rId3"/>
                <a:stretch>
                  <a:fillRect l="-339" t="-599" b="-209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Picture 9">
            <a:extLst>
              <a:ext uri="{FF2B5EF4-FFF2-40B4-BE49-F238E27FC236}">
                <a16:creationId xmlns:a16="http://schemas.microsoft.com/office/drawing/2014/main" id="{8CED7866-CD22-40F9-BF3C-07201E2F04E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8134" y="4065574"/>
            <a:ext cx="3965046" cy="2365397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7AB653C8-571D-4081-ABA1-3444D50E7585}"/>
              </a:ext>
            </a:extLst>
          </p:cNvPr>
          <p:cNvSpPr txBox="1"/>
          <p:nvPr/>
        </p:nvSpPr>
        <p:spPr>
          <a:xfrm>
            <a:off x="5791197" y="4065574"/>
            <a:ext cx="539327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Learning rate selection: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Mostly try and error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1400" dirty="0"/>
              <a:t>Controls step size during updates.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1400" dirty="0"/>
              <a:t>Small α – slow convergence.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1400" dirty="0"/>
              <a:t>Large α – may overshoot or diverge.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1400" dirty="0"/>
              <a:t>Too large – cost oscillates or explodes.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1400" dirty="0"/>
              <a:t>Typical strategy: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en-US" sz="1400" dirty="0"/>
              <a:t>Start small (e.g., 0.01)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en-US" sz="1400" dirty="0"/>
              <a:t>Monitor cost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en-US" sz="1400" dirty="0"/>
              <a:t>Adjust if diverging or too slow</a:t>
            </a:r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BAD2BA69-1AA7-4D6D-BD69-B843905514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47F556-5E24-4E51-B104-C830D8968DD6}" type="slidenum">
              <a:rPr lang="en-US" smtClean="0"/>
              <a:t>23</a:t>
            </a:fld>
            <a:endParaRPr lang="en-US"/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2BBFD2C4-9D83-419B-BFA7-F2A8F1361BA1}"/>
              </a:ext>
            </a:extLst>
          </p:cNvPr>
          <p:cNvSpPr txBox="1">
            <a:spLocks/>
          </p:cNvSpPr>
          <p:nvPr/>
        </p:nvSpPr>
        <p:spPr>
          <a:xfrm>
            <a:off x="265327" y="258792"/>
            <a:ext cx="8224622" cy="76897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800" b="1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all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Posterama" panose="020B0504020200020000" pitchFamily="34" charset="0"/>
                <a:cs typeface="Posterama" panose="020B0504020200020000" pitchFamily="34" charset="0"/>
              </a:rPr>
              <a:t>Learning rate &amp; convergence</a:t>
            </a:r>
            <a:endParaRPr kumimoji="0" lang="en-US" sz="3200" i="0" u="none" strike="noStrike" kern="1200" cap="all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Posterama" panose="020B0504020200020000" pitchFamily="34" charset="0"/>
              <a:cs typeface="Posterama" panose="020B0504020200020000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4569468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80A584B-8FCC-4DDD-B80C-4A7A8AE2CF1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63877" y="3429000"/>
            <a:ext cx="5157175" cy="3076576"/>
          </a:xfrm>
        </p:spPr>
      </p:pic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052B475A-D21C-4D92-AFBE-C8BF7557F17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06945673"/>
              </p:ext>
            </p:extLst>
          </p:nvPr>
        </p:nvGraphicFramePr>
        <p:xfrm>
          <a:off x="838200" y="1501088"/>
          <a:ext cx="2319867" cy="1661211"/>
        </p:xfrm>
        <a:graphic>
          <a:graphicData uri="http://schemas.openxmlformats.org/drawingml/2006/table">
            <a:tbl>
              <a:tblPr>
                <a:tableStyleId>{BC89EF96-8CEA-46FF-86C4-4CE0E7609802}</a:tableStyleId>
              </a:tblPr>
              <a:tblGrid>
                <a:gridCol w="1068360">
                  <a:extLst>
                    <a:ext uri="{9D8B030D-6E8A-4147-A177-3AD203B41FA5}">
                      <a16:colId xmlns:a16="http://schemas.microsoft.com/office/drawing/2014/main" val="1307751595"/>
                    </a:ext>
                  </a:extLst>
                </a:gridCol>
                <a:gridCol w="1251507">
                  <a:extLst>
                    <a:ext uri="{9D8B030D-6E8A-4147-A177-3AD203B41FA5}">
                      <a16:colId xmlns:a16="http://schemas.microsoft.com/office/drawing/2014/main" val="1866834569"/>
                    </a:ext>
                  </a:extLst>
                </a:gridCol>
              </a:tblGrid>
              <a:tr h="288906"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effectLst/>
                        </a:rPr>
                        <a:t>Time (days)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effectLst/>
                        </a:rPr>
                        <a:t>Rate (STB/day)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67388092"/>
                  </a:ext>
                </a:extLst>
              </a:tr>
              <a:tr h="274461">
                <a:tc>
                  <a:txBody>
                    <a:bodyPr/>
                    <a:lstStyle/>
                    <a:p>
                      <a:pPr algn="l"/>
                      <a:r>
                        <a:rPr lang="en-US" sz="1200">
                          <a:effectLst/>
                        </a:rPr>
                        <a:t>0.000000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>
                          <a:effectLst/>
                        </a:rPr>
                        <a:t>104.680774</a:t>
                      </a:r>
                    </a:p>
                  </a:txBody>
                  <a:tcPr marL="76200" marR="76200" marT="38100" marB="38100" anchor="ctr"/>
                </a:tc>
                <a:extLst>
                  <a:ext uri="{0D108BD9-81ED-4DB2-BD59-A6C34878D82A}">
                    <a16:rowId xmlns:a16="http://schemas.microsoft.com/office/drawing/2014/main" val="1825278651"/>
                  </a:ext>
                </a:extLst>
              </a:tr>
              <a:tr h="274461">
                <a:tc>
                  <a:txBody>
                    <a:bodyPr/>
                    <a:lstStyle/>
                    <a:p>
                      <a:pPr algn="l"/>
                      <a:r>
                        <a:rPr lang="en-US" sz="1200">
                          <a:effectLst/>
                        </a:rPr>
                        <a:t>2.040816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effectLst/>
                        </a:rPr>
                        <a:t>85.019730</a:t>
                      </a:r>
                    </a:p>
                  </a:txBody>
                  <a:tcPr marL="76200" marR="76200" marT="38100" marB="38100" anchor="ctr"/>
                </a:tc>
                <a:extLst>
                  <a:ext uri="{0D108BD9-81ED-4DB2-BD59-A6C34878D82A}">
                    <a16:rowId xmlns:a16="http://schemas.microsoft.com/office/drawing/2014/main" val="800029821"/>
                  </a:ext>
                </a:extLst>
              </a:tr>
              <a:tr h="274461">
                <a:tc>
                  <a:txBody>
                    <a:bodyPr/>
                    <a:lstStyle/>
                    <a:p>
                      <a:pPr algn="l"/>
                      <a:r>
                        <a:rPr lang="en-US" sz="1200">
                          <a:effectLst/>
                        </a:rPr>
                        <a:t>4.081633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>
                          <a:effectLst/>
                        </a:rPr>
                        <a:t>69.337338</a:t>
                      </a:r>
                    </a:p>
                  </a:txBody>
                  <a:tcPr marL="76200" marR="76200" marT="38100" marB="38100" anchor="ctr"/>
                </a:tc>
                <a:extLst>
                  <a:ext uri="{0D108BD9-81ED-4DB2-BD59-A6C34878D82A}">
                    <a16:rowId xmlns:a16="http://schemas.microsoft.com/office/drawing/2014/main" val="1354738419"/>
                  </a:ext>
                </a:extLst>
              </a:tr>
              <a:tr h="274461">
                <a:tc>
                  <a:txBody>
                    <a:bodyPr/>
                    <a:lstStyle/>
                    <a:p>
                      <a:pPr algn="l"/>
                      <a:r>
                        <a:rPr lang="en-US" sz="1200">
                          <a:effectLst/>
                        </a:rPr>
                        <a:t>6.122449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>
                          <a:effectLst/>
                        </a:rPr>
                        <a:t>54.699129</a:t>
                      </a:r>
                    </a:p>
                  </a:txBody>
                  <a:tcPr marL="76200" marR="76200" marT="38100" marB="38100" anchor="ctr"/>
                </a:tc>
                <a:extLst>
                  <a:ext uri="{0D108BD9-81ED-4DB2-BD59-A6C34878D82A}">
                    <a16:rowId xmlns:a16="http://schemas.microsoft.com/office/drawing/2014/main" val="1358144053"/>
                  </a:ext>
                </a:extLst>
              </a:tr>
              <a:tr h="274461">
                <a:tc>
                  <a:txBody>
                    <a:bodyPr/>
                    <a:lstStyle/>
                    <a:p>
                      <a:pPr algn="l"/>
                      <a:r>
                        <a:rPr lang="en-US" sz="1200">
                          <a:effectLst/>
                        </a:rPr>
                        <a:t>8.163265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effectLst/>
                        </a:rPr>
                        <a:t>47.280290</a:t>
                      </a:r>
                    </a:p>
                  </a:txBody>
                  <a:tcPr marL="76200" marR="76200" marT="38100" marB="38100" anchor="ctr"/>
                </a:tc>
                <a:extLst>
                  <a:ext uri="{0D108BD9-81ED-4DB2-BD59-A6C34878D82A}">
                    <a16:rowId xmlns:a16="http://schemas.microsoft.com/office/drawing/2014/main" val="1288583154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A880169A-CAC7-4AF6-ABD3-94215EB65E93}"/>
              </a:ext>
            </a:extLst>
          </p:cNvPr>
          <p:cNvSpPr txBox="1"/>
          <p:nvPr/>
        </p:nvSpPr>
        <p:spPr>
          <a:xfrm>
            <a:off x="2269067" y="1131756"/>
            <a:ext cx="5245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q(t)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C1A3C29-E2F1-4E74-AA2E-E96488661F8C}"/>
              </a:ext>
            </a:extLst>
          </p:cNvPr>
          <p:cNvSpPr txBox="1"/>
          <p:nvPr/>
        </p:nvSpPr>
        <p:spPr>
          <a:xfrm>
            <a:off x="1202267" y="1131756"/>
            <a:ext cx="2616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A3108BAC-C253-40CE-B67B-F548037AD617}"/>
                  </a:ext>
                </a:extLst>
              </p:cNvPr>
              <p:cNvSpPr txBox="1"/>
              <p:nvPr/>
            </p:nvSpPr>
            <p:spPr>
              <a:xfrm>
                <a:off x="7700994" y="1636791"/>
                <a:ext cx="4093073" cy="26824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1400" dirty="0"/>
                  <a:t>Instead of using only t, we can use </a:t>
                </a:r>
                <a14:m>
                  <m:oMath xmlns:m="http://schemas.openxmlformats.org/officeDocument/2006/math">
                    <m:r>
                      <a:rPr lang="en-US" sz="140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1400">
                        <a:latin typeface="Cambria Math" panose="02040503050406030204" pitchFamily="18" charset="0"/>
                      </a:rPr>
                      <m:t>, </m:t>
                    </m:r>
                    <m:sSup>
                      <m:sSupPr>
                        <m:ctrlPr>
                          <a:rPr lang="en-US" sz="1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40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US" sz="140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1400">
                        <a:latin typeface="Cambria Math" panose="02040503050406030204" pitchFamily="18" charset="0"/>
                      </a:rPr>
                      <m:t>,</m:t>
                    </m:r>
                    <m:sSup>
                      <m:sSupPr>
                        <m:ctrlPr>
                          <a:rPr lang="en-US" sz="1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40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US" sz="140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endParaRPr lang="en-US" sz="14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1400" dirty="0"/>
                  <a:t>This allows: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sz="1400" dirty="0"/>
                  <a:t>Curvature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sz="1400" dirty="0"/>
                  <a:t>Changing slope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sz="1400" dirty="0"/>
                  <a:t>Acceleration/deceleration behavior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1400" dirty="0"/>
                  <a:t>Solution is almost the same as linear regression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1400" dirty="0"/>
                  <a:t>Any kind of function can be used, sqrt, log, exponential </a:t>
                </a:r>
                <a:r>
                  <a:rPr lang="en-US" sz="1400" dirty="0" err="1"/>
                  <a:t>etc</a:t>
                </a:r>
                <a:endParaRPr lang="en-US" sz="1400" dirty="0"/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sz="1400" dirty="0"/>
                  <a:t>Based on training data correlation to be decided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1400" dirty="0">
                    <a:solidFill>
                      <a:srgbClr val="FF0000"/>
                    </a:solidFill>
                  </a:rPr>
                  <a:t>Feature scaling is highly important for polynomial regression</a:t>
                </a: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A3108BAC-C253-40CE-B67B-F548037AD6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00994" y="1636791"/>
                <a:ext cx="4093073" cy="2682466"/>
              </a:xfrm>
              <a:prstGeom prst="rect">
                <a:avLst/>
              </a:prstGeom>
              <a:blipFill>
                <a:blip r:embed="rId3"/>
                <a:stretch>
                  <a:fillRect l="-149" t="-227" b="-136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43C7D4EC-8ADD-4950-9E5F-C013A9881130}"/>
                  </a:ext>
                </a:extLst>
              </p:cNvPr>
              <p:cNvSpPr txBox="1"/>
              <p:nvPr/>
            </p:nvSpPr>
            <p:spPr>
              <a:xfrm>
                <a:off x="7700994" y="4903639"/>
                <a:ext cx="299165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𝑞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dirty="0"/>
                  <a:t> +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43C7D4EC-8ADD-4950-9E5F-C013A98811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00994" y="4903639"/>
                <a:ext cx="2991653" cy="276999"/>
              </a:xfrm>
              <a:prstGeom prst="rect">
                <a:avLst/>
              </a:prstGeom>
              <a:blipFill>
                <a:blip r:embed="rId4"/>
                <a:stretch>
                  <a:fillRect l="-2851" t="-28261" b="-5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1EE1B040-DC37-4F36-94D9-742F0AE8BAE4}"/>
                  </a:ext>
                </a:extLst>
              </p:cNvPr>
              <p:cNvSpPr txBox="1"/>
              <p:nvPr/>
            </p:nvSpPr>
            <p:spPr>
              <a:xfrm>
                <a:off x="7700994" y="5531522"/>
                <a:ext cx="331340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𝑞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=110+32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+12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0" smtClean="0"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lang="en-US" dirty="0"/>
                  <a:t> 0.5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lang="en-US" dirty="0"/>
                  <a:t> </a:t>
                </a: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1EE1B040-DC37-4F36-94D9-742F0AE8BA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00994" y="5531522"/>
                <a:ext cx="3313408" cy="276999"/>
              </a:xfrm>
              <a:prstGeom prst="rect">
                <a:avLst/>
              </a:prstGeom>
              <a:blipFill>
                <a:blip r:embed="rId5"/>
                <a:stretch>
                  <a:fillRect l="-2574" t="-28261" b="-5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TextBox 21">
            <a:extLst>
              <a:ext uri="{FF2B5EF4-FFF2-40B4-BE49-F238E27FC236}">
                <a16:creationId xmlns:a16="http://schemas.microsoft.com/office/drawing/2014/main" id="{4DF0FC49-7F5A-4EF9-B722-671DBA5D9192}"/>
              </a:ext>
            </a:extLst>
          </p:cNvPr>
          <p:cNvSpPr txBox="1"/>
          <p:nvPr/>
        </p:nvSpPr>
        <p:spPr>
          <a:xfrm>
            <a:off x="3864018" y="1636791"/>
            <a:ext cx="3540649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Typical well behavior: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High initial production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Rapid decline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Slower late-time decline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A straight line cannot capture this.</a:t>
            </a:r>
          </a:p>
        </p:txBody>
      </p:sp>
      <p:sp>
        <p:nvSpPr>
          <p:cNvPr id="23" name="Slide Number Placeholder 22">
            <a:extLst>
              <a:ext uri="{FF2B5EF4-FFF2-40B4-BE49-F238E27FC236}">
                <a16:creationId xmlns:a16="http://schemas.microsoft.com/office/drawing/2014/main" id="{C33B82EE-4828-4B54-991F-38E21C43A0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47F556-5E24-4E51-B104-C830D8968DD6}" type="slidenum">
              <a:rPr lang="en-US" smtClean="0"/>
              <a:t>24</a:t>
            </a:fld>
            <a:endParaRPr lang="en-US"/>
          </a:p>
        </p:txBody>
      </p:sp>
      <p:sp>
        <p:nvSpPr>
          <p:cNvPr id="26" name="Title 1">
            <a:extLst>
              <a:ext uri="{FF2B5EF4-FFF2-40B4-BE49-F238E27FC236}">
                <a16:creationId xmlns:a16="http://schemas.microsoft.com/office/drawing/2014/main" id="{09F5CB2B-B34C-4C45-9DCC-306EA63FB991}"/>
              </a:ext>
            </a:extLst>
          </p:cNvPr>
          <p:cNvSpPr txBox="1">
            <a:spLocks/>
          </p:cNvSpPr>
          <p:nvPr/>
        </p:nvSpPr>
        <p:spPr>
          <a:xfrm>
            <a:off x="265327" y="258792"/>
            <a:ext cx="8224622" cy="76897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800" b="1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200" dirty="0">
                <a:solidFill>
                  <a:sysClr val="windowText" lastClr="000000"/>
                </a:solidFill>
                <a:latin typeface="Posterama" panose="020B0504020200020000" pitchFamily="34" charset="0"/>
                <a:cs typeface="Posterama" panose="020B0504020200020000" pitchFamily="34" charset="0"/>
              </a:rPr>
              <a:t>2</a:t>
            </a:r>
            <a:r>
              <a:rPr kumimoji="0" lang="en-US" sz="3200" b="1" i="0" u="none" strike="noStrike" kern="1200" cap="all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Posterama" panose="020B0504020200020000" pitchFamily="34" charset="0"/>
                <a:cs typeface="Posterama" panose="020B0504020200020000" pitchFamily="34" charset="0"/>
              </a:rPr>
              <a:t>.5 Polynomial regression</a:t>
            </a:r>
            <a:endParaRPr kumimoji="0" lang="en-US" sz="3200" i="0" u="none" strike="noStrike" kern="1200" cap="all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Posterama" panose="020B0504020200020000" pitchFamily="34" charset="0"/>
              <a:cs typeface="Posterama" panose="020B0504020200020000" pitchFamily="34" charset="0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75" name="Ink 74">
                <a:extLst>
                  <a:ext uri="{FF2B5EF4-FFF2-40B4-BE49-F238E27FC236}">
                    <a16:creationId xmlns:a16="http://schemas.microsoft.com/office/drawing/2014/main" id="{678C1F3E-FFDE-4B58-9300-8C977AADE7FA}"/>
                  </a:ext>
                </a:extLst>
              </p14:cNvPr>
              <p14:cNvContentPartPr/>
              <p14:nvPr/>
            </p14:nvContentPartPr>
            <p14:xfrm>
              <a:off x="9025267" y="5799667"/>
              <a:ext cx="360" cy="360"/>
            </p14:xfrm>
          </p:contentPart>
        </mc:Choice>
        <mc:Fallback xmlns="">
          <p:pic>
            <p:nvPicPr>
              <p:cNvPr id="75" name="Ink 74">
                <a:extLst>
                  <a:ext uri="{FF2B5EF4-FFF2-40B4-BE49-F238E27FC236}">
                    <a16:creationId xmlns:a16="http://schemas.microsoft.com/office/drawing/2014/main" id="{678C1F3E-FFDE-4B58-9300-8C977AADE7FA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9016627" y="5790667"/>
                <a:ext cx="18000" cy="18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73453113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4A94DB8-A37E-49B0-99D6-7727650790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133" y="1543553"/>
            <a:ext cx="3680274" cy="219551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5A2F6EEE-2839-4FE0-81EC-F0B9941A851C}"/>
                  </a:ext>
                </a:extLst>
              </p:cNvPr>
              <p:cNvSpPr txBox="1"/>
              <p:nvPr/>
            </p:nvSpPr>
            <p:spPr>
              <a:xfrm>
                <a:off x="1093144" y="3866116"/>
                <a:ext cx="1665521" cy="2462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sub>
                      </m:sSub>
                      <m:d>
                        <m:d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5A2F6EEE-2839-4FE0-81EC-F0B9941A85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3144" y="3866116"/>
                <a:ext cx="1665521" cy="246221"/>
              </a:xfrm>
              <a:prstGeom prst="rect">
                <a:avLst/>
              </a:prstGeom>
              <a:blipFill>
                <a:blip r:embed="rId3"/>
                <a:stretch>
                  <a:fillRect l="-2555" r="-365" b="-1463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Picture 7">
            <a:extLst>
              <a:ext uri="{FF2B5EF4-FFF2-40B4-BE49-F238E27FC236}">
                <a16:creationId xmlns:a16="http://schemas.microsoft.com/office/drawing/2014/main" id="{60B4E729-D367-4E06-AA06-1E532781D2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90199" y="1543553"/>
            <a:ext cx="3680274" cy="219551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7D2B28BA-7E9E-46AE-BF35-5DC2AE244FD8}"/>
                  </a:ext>
                </a:extLst>
              </p:cNvPr>
              <p:cNvSpPr txBox="1"/>
              <p:nvPr/>
            </p:nvSpPr>
            <p:spPr>
              <a:xfrm>
                <a:off x="4855186" y="3866116"/>
                <a:ext cx="2329227" cy="24955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sub>
                      </m:sSub>
                      <m:d>
                        <m:d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Sup>
                        <m:sSubSup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7D2B28BA-7E9E-46AE-BF35-5DC2AE244F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55186" y="3866116"/>
                <a:ext cx="2329227" cy="249555"/>
              </a:xfrm>
              <a:prstGeom prst="rect">
                <a:avLst/>
              </a:prstGeom>
              <a:blipFill>
                <a:blip r:embed="rId4"/>
                <a:stretch>
                  <a:fillRect l="-1567" b="-1707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Picture 9">
            <a:extLst>
              <a:ext uri="{FF2B5EF4-FFF2-40B4-BE49-F238E27FC236}">
                <a16:creationId xmlns:a16="http://schemas.microsoft.com/office/drawing/2014/main" id="{A55CD753-AE33-41CF-9E7E-EE12397C6D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66195" y="1543553"/>
            <a:ext cx="3680274" cy="219551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E48C8BFA-5D0A-4127-BDFE-E5733D8AD1E0}"/>
                  </a:ext>
                </a:extLst>
              </p:cNvPr>
              <p:cNvSpPr txBox="1"/>
              <p:nvPr/>
            </p:nvSpPr>
            <p:spPr>
              <a:xfrm>
                <a:off x="8368739" y="3866116"/>
                <a:ext cx="3651833" cy="25212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sub>
                      </m:sSub>
                      <m:d>
                        <m:d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Sup>
                        <m:sSubSup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sSubSup>
                        <m:sSubSup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  <m:sup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bSup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sSubSup>
                        <m:sSubSup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  <m:sup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p>
                      </m:sSubSup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E48C8BFA-5D0A-4127-BDFE-E5733D8AD1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68739" y="3866116"/>
                <a:ext cx="3651833" cy="252120"/>
              </a:xfrm>
              <a:prstGeom prst="rect">
                <a:avLst/>
              </a:prstGeom>
              <a:blipFill>
                <a:blip r:embed="rId5"/>
                <a:stretch>
                  <a:fillRect l="-835" b="-142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E85F774A-22EC-4934-9F0C-1304B30D73EF}"/>
              </a:ext>
            </a:extLst>
          </p:cNvPr>
          <p:cNvSpPr txBox="1"/>
          <p:nvPr/>
        </p:nvSpPr>
        <p:spPr>
          <a:xfrm>
            <a:off x="930500" y="1174221"/>
            <a:ext cx="20008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Underfit / high bias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BFC2BBF-778A-4C18-9ECA-3DCC971972B8}"/>
              </a:ext>
            </a:extLst>
          </p:cNvPr>
          <p:cNvSpPr txBox="1"/>
          <p:nvPr/>
        </p:nvSpPr>
        <p:spPr>
          <a:xfrm>
            <a:off x="5542958" y="1174221"/>
            <a:ext cx="10722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Proper fit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9FCC144-46A8-4A1E-9DB9-821904624408}"/>
              </a:ext>
            </a:extLst>
          </p:cNvPr>
          <p:cNvSpPr txBox="1"/>
          <p:nvPr/>
        </p:nvSpPr>
        <p:spPr>
          <a:xfrm>
            <a:off x="9224226" y="1174221"/>
            <a:ext cx="22789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Overfit / high variance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80D02EC-BB39-437B-9718-CBFF749EA9CC}"/>
              </a:ext>
            </a:extLst>
          </p:cNvPr>
          <p:cNvSpPr txBox="1"/>
          <p:nvPr/>
        </p:nvSpPr>
        <p:spPr>
          <a:xfrm>
            <a:off x="431800" y="4521200"/>
            <a:ext cx="6832599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/>
              <a:t>Overfitting</a:t>
            </a:r>
            <a:r>
              <a:rPr lang="en-US" sz="1400" dirty="0"/>
              <a:t> - when a model learns the training data too well—including noise and random fluctuations, so it performs poorly on new, unseen data.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/>
              <a:t>Underfitting</a:t>
            </a:r>
            <a:r>
              <a:rPr lang="en-US" sz="1400" dirty="0"/>
              <a:t> - when a model is too simple to capture the underlying pattern in the data, resulting in poor performance on both training and unseen data.</a:t>
            </a:r>
          </a:p>
          <a:p>
            <a:endParaRPr lang="en-US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/>
              <a:t>Bias</a:t>
            </a:r>
            <a:r>
              <a:rPr lang="en-US" sz="1400" dirty="0"/>
              <a:t> - systematic error caused by wrong assumptions in the model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/>
              <a:t>High bias = model is too rigid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/>
              <a:t>Variance</a:t>
            </a:r>
            <a:r>
              <a:rPr lang="en-US" sz="1400" dirty="0"/>
              <a:t> - model changes too much depending on the training data.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/>
              <a:t>High variance = model too flexible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807D842-1C32-452D-8D58-4BF3F9A69BBF}"/>
              </a:ext>
            </a:extLst>
          </p:cNvPr>
          <p:cNvSpPr txBox="1"/>
          <p:nvPr/>
        </p:nvSpPr>
        <p:spPr>
          <a:xfrm>
            <a:off x="7770473" y="4521200"/>
            <a:ext cx="4175996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Consider when overfitting: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Reduce the number of features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Change the model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Use regularization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sz="1400" dirty="0"/>
          </a:p>
          <a:p>
            <a:r>
              <a:rPr lang="en-US" sz="1400" b="1" dirty="0"/>
              <a:t>Consider when underfitting: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Increase model complexity (feature engineering)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Add more features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More training iterations might help</a:t>
            </a:r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D32A1D81-C4E6-4779-A020-EFA8765F50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47F556-5E24-4E51-B104-C830D8968DD6}" type="slidenum">
              <a:rPr lang="en-US" smtClean="0"/>
              <a:t>25</a:t>
            </a:fld>
            <a:endParaRPr lang="en-US"/>
          </a:p>
        </p:txBody>
      </p:sp>
      <p:sp>
        <p:nvSpPr>
          <p:cNvPr id="21" name="Title 1">
            <a:extLst>
              <a:ext uri="{FF2B5EF4-FFF2-40B4-BE49-F238E27FC236}">
                <a16:creationId xmlns:a16="http://schemas.microsoft.com/office/drawing/2014/main" id="{D1BCDA12-4556-4FCA-A073-047EFAA9FF0A}"/>
              </a:ext>
            </a:extLst>
          </p:cNvPr>
          <p:cNvSpPr txBox="1">
            <a:spLocks/>
          </p:cNvSpPr>
          <p:nvPr/>
        </p:nvSpPr>
        <p:spPr>
          <a:xfrm>
            <a:off x="265327" y="258792"/>
            <a:ext cx="8224622" cy="76897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800" b="1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all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Posterama" panose="020B0504020200020000" pitchFamily="34" charset="0"/>
                <a:cs typeface="Posterama" panose="020B0504020200020000" pitchFamily="34" charset="0"/>
              </a:rPr>
              <a:t>Overfitting</a:t>
            </a:r>
            <a:endParaRPr kumimoji="0" lang="en-US" sz="3200" i="0" u="none" strike="noStrike" kern="1200" cap="all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Posterama" panose="020B0504020200020000" pitchFamily="34" charset="0"/>
              <a:cs typeface="Posterama" panose="020B0504020200020000" pitchFamily="34" charset="0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49E280A3-F2A4-451F-A46E-DED5A9112C68}"/>
                  </a:ext>
                </a:extLst>
              </p14:cNvPr>
              <p14:cNvContentPartPr/>
              <p14:nvPr/>
            </p14:nvContentPartPr>
            <p14:xfrm>
              <a:off x="143707" y="1523947"/>
              <a:ext cx="360" cy="360"/>
            </p14:xfrm>
          </p:contentPart>
        </mc:Choice>
        <mc:Fallback xmlns=""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49E280A3-F2A4-451F-A46E-DED5A9112C68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35067" y="1514947"/>
                <a:ext cx="18000" cy="18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27422785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3DA03EF-1D41-415C-B04E-70B7AC20E4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9599" y="1438706"/>
            <a:ext cx="3680274" cy="219551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D24170F-3916-4E6F-8165-DD9397D4D82C}"/>
                  </a:ext>
                </a:extLst>
              </p:cNvPr>
              <p:cNvSpPr txBox="1"/>
              <p:nvPr/>
            </p:nvSpPr>
            <p:spPr>
              <a:xfrm>
                <a:off x="1324586" y="3761269"/>
                <a:ext cx="2329227" cy="24955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sub>
                      </m:sSub>
                      <m:d>
                        <m:d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Sup>
                        <m:sSubSup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D24170F-3916-4E6F-8165-DD9397D4D8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24586" y="3761269"/>
                <a:ext cx="2329227" cy="249555"/>
              </a:xfrm>
              <a:prstGeom prst="rect">
                <a:avLst/>
              </a:prstGeom>
              <a:blipFill>
                <a:blip r:embed="rId3"/>
                <a:stretch>
                  <a:fillRect l="-1571" r="-262" b="-1707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>
            <a:extLst>
              <a:ext uri="{FF2B5EF4-FFF2-40B4-BE49-F238E27FC236}">
                <a16:creationId xmlns:a16="http://schemas.microsoft.com/office/drawing/2014/main" id="{32E7F249-3244-466C-9874-260F7DE16D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5595" y="1438706"/>
            <a:ext cx="3680274" cy="219551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C6FACE40-5695-4EFA-8028-111490871D47}"/>
                  </a:ext>
                </a:extLst>
              </p:cNvPr>
              <p:cNvSpPr txBox="1"/>
              <p:nvPr/>
            </p:nvSpPr>
            <p:spPr>
              <a:xfrm>
                <a:off x="4838139" y="3761269"/>
                <a:ext cx="3651833" cy="25212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sub>
                      </m:sSub>
                      <m:d>
                        <m:d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Sup>
                        <m:sSubSup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sSubSup>
                        <m:sSubSup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  <m:sup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bSup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sSubSup>
                        <m:sSubSup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  <m:sup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p>
                      </m:sSubSup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C6FACE40-5695-4EFA-8028-111490871D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38139" y="3761269"/>
                <a:ext cx="3651833" cy="252120"/>
              </a:xfrm>
              <a:prstGeom prst="rect">
                <a:avLst/>
              </a:prstGeom>
              <a:blipFill>
                <a:blip r:embed="rId4"/>
                <a:stretch>
                  <a:fillRect l="-835" b="-1707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3BA5D6C2-8CDD-4579-97A6-4EDB9A71B3B8}"/>
              </a:ext>
            </a:extLst>
          </p:cNvPr>
          <p:cNvSpPr txBox="1"/>
          <p:nvPr/>
        </p:nvSpPr>
        <p:spPr>
          <a:xfrm>
            <a:off x="2012358" y="1069374"/>
            <a:ext cx="10722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Proper fit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19CAF84-384A-4F41-8777-B426212B7B12}"/>
              </a:ext>
            </a:extLst>
          </p:cNvPr>
          <p:cNvSpPr txBox="1"/>
          <p:nvPr/>
        </p:nvSpPr>
        <p:spPr>
          <a:xfrm>
            <a:off x="5693626" y="1069374"/>
            <a:ext cx="22789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Overfit / high variance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3AE68AB4-BED1-46A3-AEC7-44D669F0DD8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1734" y="4454624"/>
            <a:ext cx="2896004" cy="724001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03FE5EFD-39BA-4E2B-910D-B1DB321EE15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1734" y="5575109"/>
            <a:ext cx="4182059" cy="84784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A7B0623B-4CC8-4C9E-ACF0-0517C32E5352}"/>
                  </a:ext>
                </a:extLst>
              </p:cNvPr>
              <p:cNvSpPr txBox="1"/>
              <p:nvPr/>
            </p:nvSpPr>
            <p:spPr>
              <a:xfrm>
                <a:off x="7586137" y="4540468"/>
                <a:ext cx="3327400" cy="181588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400" b="1" dirty="0"/>
                  <a:t>Regularization provides: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1400" dirty="0"/>
                  <a:t>Simpler hypothesis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1400" dirty="0"/>
                  <a:t>Less prone to overfitting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1400" dirty="0"/>
                  <a:t>Reduced model variance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1400" dirty="0"/>
                  <a:t>Better generalization to unseen data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1400" dirty="0"/>
                  <a:t>Control over model complexity (via regularization parameter – </a:t>
                </a:r>
                <a:r>
                  <a:rPr lang="el-GR" sz="1400" dirty="0"/>
                  <a:t>λ)</a:t>
                </a:r>
                <a:endParaRPr lang="en-US" sz="14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1400" dirty="0"/>
                  <a:t>It is convention to not to regularize</a:t>
                </a:r>
                <a:r>
                  <a:rPr lang="en-US" sz="1400" b="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sz="1400" dirty="0"/>
                  <a:t> </a:t>
                </a: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A7B0623B-4CC8-4C9E-ACF0-0517C32E53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86137" y="4540468"/>
                <a:ext cx="3327400" cy="1815882"/>
              </a:xfrm>
              <a:prstGeom prst="rect">
                <a:avLst/>
              </a:prstGeom>
              <a:blipFill>
                <a:blip r:embed="rId7"/>
                <a:stretch>
                  <a:fillRect l="-549" t="-671" b="-23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2B1C6557-7846-4802-9241-2707D1C66B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47F556-5E24-4E51-B104-C830D8968DD6}" type="slidenum">
              <a:rPr lang="en-US" smtClean="0"/>
              <a:t>26</a:t>
            </a:fld>
            <a:endParaRPr lang="en-US"/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9F97919E-FE0A-445A-AF97-BC8B1C3BDC57}"/>
              </a:ext>
            </a:extLst>
          </p:cNvPr>
          <p:cNvSpPr txBox="1">
            <a:spLocks/>
          </p:cNvSpPr>
          <p:nvPr/>
        </p:nvSpPr>
        <p:spPr>
          <a:xfrm>
            <a:off x="265327" y="258792"/>
            <a:ext cx="8224622" cy="76897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800" b="1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200" dirty="0">
                <a:solidFill>
                  <a:sysClr val="windowText" lastClr="000000"/>
                </a:solidFill>
                <a:latin typeface="Posterama" panose="020B0504020200020000" pitchFamily="34" charset="0"/>
                <a:cs typeface="Posterama" panose="020B0504020200020000" pitchFamily="34" charset="0"/>
              </a:rPr>
              <a:t>2</a:t>
            </a:r>
            <a:r>
              <a:rPr kumimoji="0" lang="en-US" sz="3200" b="1" i="0" u="none" strike="noStrike" kern="1200" cap="all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Posterama" panose="020B0504020200020000" pitchFamily="34" charset="0"/>
                <a:cs typeface="Posterama" panose="020B0504020200020000" pitchFamily="34" charset="0"/>
              </a:rPr>
              <a:t>.6 regularization</a:t>
            </a:r>
            <a:endParaRPr kumimoji="0" lang="en-US" sz="3200" i="0" u="none" strike="noStrike" kern="1200" cap="all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Posterama" panose="020B0504020200020000" pitchFamily="34" charset="0"/>
              <a:cs typeface="Posterama" panose="020B0504020200020000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71F170AA-696E-4196-8156-92D0FE1E7B42}"/>
                  </a:ext>
                </a:extLst>
              </p:cNvPr>
              <p:cNvSpPr txBox="1"/>
              <p:nvPr/>
            </p:nvSpPr>
            <p:spPr>
              <a:xfrm>
                <a:off x="8813804" y="1603157"/>
                <a:ext cx="2967987" cy="181588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400" dirty="0"/>
                  <a:t>Questions: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az-Latn-AZ" sz="1400" dirty="0"/>
                  <a:t>Ho</a:t>
                </a:r>
                <a:r>
                  <a:rPr lang="en-US" sz="1400" dirty="0"/>
                  <a:t>w to reduce the power/strength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sz="1400" dirty="0"/>
                  <a:t>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</m:oMath>
                </a14:m>
                <a:r>
                  <a:rPr lang="en-US" sz="1400" dirty="0"/>
                  <a:t>?</a:t>
                </a:r>
                <a:endParaRPr lang="az-Latn-AZ" sz="14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az-Latn-AZ" sz="1400" dirty="0"/>
                  <a:t>But </a:t>
                </a:r>
                <a:r>
                  <a:rPr lang="en-US" sz="1400" dirty="0"/>
                  <a:t>real applications are harder to cherry pick the misbehaving parameters 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1400" dirty="0"/>
                  <a:t>What happens when </a:t>
                </a:r>
                <a:r>
                  <a:rPr lang="el-GR" sz="1400" dirty="0"/>
                  <a:t>λ</a:t>
                </a:r>
                <a:r>
                  <a:rPr lang="en-US" sz="1400" dirty="0"/>
                  <a:t> is too huge? </a:t>
                </a:r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71F170AA-696E-4196-8156-92D0FE1E7B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13804" y="1603157"/>
                <a:ext cx="2967987" cy="1815882"/>
              </a:xfrm>
              <a:prstGeom prst="rect">
                <a:avLst/>
              </a:prstGeom>
              <a:blipFill>
                <a:blip r:embed="rId8"/>
                <a:stretch>
                  <a:fillRect l="-616" t="-671" b="-23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120" name="Ink 119">
                <a:extLst>
                  <a:ext uri="{FF2B5EF4-FFF2-40B4-BE49-F238E27FC236}">
                    <a16:creationId xmlns:a16="http://schemas.microsoft.com/office/drawing/2014/main" id="{D0CCC1B0-489F-46B0-92DF-7F1FDE504645}"/>
                  </a:ext>
                </a:extLst>
              </p14:cNvPr>
              <p14:cNvContentPartPr/>
              <p14:nvPr/>
            </p14:nvContentPartPr>
            <p14:xfrm>
              <a:off x="3674227" y="4029907"/>
              <a:ext cx="360" cy="360"/>
            </p14:xfrm>
          </p:contentPart>
        </mc:Choice>
        <mc:Fallback>
          <p:pic>
            <p:nvPicPr>
              <p:cNvPr id="120" name="Ink 119">
                <a:extLst>
                  <a:ext uri="{FF2B5EF4-FFF2-40B4-BE49-F238E27FC236}">
                    <a16:creationId xmlns:a16="http://schemas.microsoft.com/office/drawing/2014/main" id="{D0CCC1B0-489F-46B0-92DF-7F1FDE504645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3665227" y="4020907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172" name="Ink 171">
                <a:extLst>
                  <a:ext uri="{FF2B5EF4-FFF2-40B4-BE49-F238E27FC236}">
                    <a16:creationId xmlns:a16="http://schemas.microsoft.com/office/drawing/2014/main" id="{42C28C8F-BFC2-4FB7-A6BE-C8646030BF63}"/>
                  </a:ext>
                </a:extLst>
              </p14:cNvPr>
              <p14:cNvContentPartPr/>
              <p14:nvPr/>
            </p14:nvContentPartPr>
            <p14:xfrm>
              <a:off x="787387" y="2429707"/>
              <a:ext cx="360" cy="360"/>
            </p14:xfrm>
          </p:contentPart>
        </mc:Choice>
        <mc:Fallback xmlns="">
          <p:pic>
            <p:nvPicPr>
              <p:cNvPr id="172" name="Ink 171">
                <a:extLst>
                  <a:ext uri="{FF2B5EF4-FFF2-40B4-BE49-F238E27FC236}">
                    <a16:creationId xmlns:a16="http://schemas.microsoft.com/office/drawing/2014/main" id="{42C28C8F-BFC2-4FB7-A6BE-C8646030BF63}"/>
                  </a:ext>
                </a:extLst>
              </p:cNvPr>
              <p:cNvPicPr/>
              <p:nvPr/>
            </p:nvPicPr>
            <p:blipFill>
              <a:blip r:embed="rId60"/>
              <a:stretch>
                <a:fillRect/>
              </a:stretch>
            </p:blipFill>
            <p:spPr>
              <a:xfrm>
                <a:off x="778387" y="2421067"/>
                <a:ext cx="18000" cy="18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3239290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9F76CE6-6B67-47A0-8BE3-0B1CCB3C91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6529" y="2863525"/>
            <a:ext cx="4429743" cy="73352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925EC8C-5A50-43AF-9CD2-799942F28F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7" y="2226266"/>
            <a:ext cx="3667637" cy="146705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731D8D3-627D-48C7-83C5-34A0830049B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6529" y="4006020"/>
            <a:ext cx="4572638" cy="666843"/>
          </a:xfrm>
          <a:prstGeom prst="rect">
            <a:avLst/>
          </a:prstGeom>
        </p:spPr>
      </p:pic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7E36D6D-EA64-4199-82AD-707275C43F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47F556-5E24-4E51-B104-C830D8968DD6}" type="slidenum">
              <a:rPr lang="en-US" smtClean="0"/>
              <a:t>27</a:t>
            </a:fld>
            <a:endParaRPr lang="en-US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329F142C-1EBD-4926-82EF-0DC6D1DF9DFD}"/>
              </a:ext>
            </a:extLst>
          </p:cNvPr>
          <p:cNvSpPr txBox="1">
            <a:spLocks/>
          </p:cNvSpPr>
          <p:nvPr/>
        </p:nvSpPr>
        <p:spPr>
          <a:xfrm>
            <a:off x="265327" y="258792"/>
            <a:ext cx="8224622" cy="76897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800" b="1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200" dirty="0">
                <a:solidFill>
                  <a:sysClr val="windowText" lastClr="000000"/>
                </a:solidFill>
                <a:latin typeface="Posterama" panose="020B0504020200020000" pitchFamily="34" charset="0"/>
                <a:cs typeface="Posterama" panose="020B0504020200020000" pitchFamily="34" charset="0"/>
              </a:rPr>
              <a:t>2</a:t>
            </a:r>
            <a:r>
              <a:rPr kumimoji="0" lang="en-US" sz="3200" b="1" i="0" u="none" strike="noStrike" kern="1200" cap="all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Posterama" panose="020B0504020200020000" pitchFamily="34" charset="0"/>
                <a:cs typeface="Posterama" panose="020B0504020200020000" pitchFamily="34" charset="0"/>
              </a:rPr>
              <a:t>.6 regularization</a:t>
            </a:r>
            <a:endParaRPr kumimoji="0" lang="en-US" sz="3200" i="0" u="none" strike="noStrike" kern="1200" cap="all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Posterama" panose="020B0504020200020000" pitchFamily="34" charset="0"/>
              <a:cs typeface="Posterama" panose="020B0504020200020000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10D1885-B1EA-4101-BA76-E0A8ED32E7EB}"/>
              </a:ext>
            </a:extLst>
          </p:cNvPr>
          <p:cNvSpPr txBox="1"/>
          <p:nvPr/>
        </p:nvSpPr>
        <p:spPr>
          <a:xfrm>
            <a:off x="502927" y="1856934"/>
            <a:ext cx="39882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Gradient descent without regularization: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F473E06C-044C-4840-B77C-35BF26401E9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47584"/>
          <a:stretch/>
        </p:blipFill>
        <p:spPr>
          <a:xfrm>
            <a:off x="6429595" y="2190819"/>
            <a:ext cx="3667637" cy="768974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FB6D89E6-AA99-41BB-98F1-F7CAB7EF9F97}"/>
              </a:ext>
            </a:extLst>
          </p:cNvPr>
          <p:cNvSpPr txBox="1"/>
          <p:nvPr/>
        </p:nvSpPr>
        <p:spPr>
          <a:xfrm>
            <a:off x="6495813" y="1856934"/>
            <a:ext cx="3789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Gradient descent with regularization: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C150A122-B348-4EB3-AAE1-9267C30DFB1E}"/>
                  </a:ext>
                </a:extLst>
              </p:cNvPr>
              <p:cNvSpPr txBox="1"/>
              <p:nvPr/>
            </p:nvSpPr>
            <p:spPr>
              <a:xfrm>
                <a:off x="6845582" y="5324954"/>
                <a:ext cx="1815818" cy="32508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/>
                  <a:t>Shrinking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b="0" i="1" kern="1200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b="0" i="1" kern="120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1400" b="0" i="1" kern="1200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sz="1400" dirty="0"/>
                  <a:t> each time</a:t>
                </a:r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C150A122-B348-4EB3-AAE1-9267C30DFB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45582" y="5324954"/>
                <a:ext cx="1815818" cy="325089"/>
              </a:xfrm>
              <a:prstGeom prst="rect">
                <a:avLst/>
              </a:prstGeom>
              <a:blipFill>
                <a:blip r:embed="rId7"/>
                <a:stretch>
                  <a:fillRect l="-1007" t="-1887" b="-1509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372242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69648E-747D-40F0-8634-D6CFA75AEB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47F556-5E24-4E51-B104-C830D8968DD6}" type="slidenum">
              <a:rPr lang="en-US" smtClean="0"/>
              <a:t>28</a:t>
            </a:fld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DDA2600D-A30B-40B3-97AB-EA2CE0F80E9E}"/>
              </a:ext>
            </a:extLst>
          </p:cNvPr>
          <p:cNvSpPr txBox="1">
            <a:spLocks/>
          </p:cNvSpPr>
          <p:nvPr/>
        </p:nvSpPr>
        <p:spPr>
          <a:xfrm>
            <a:off x="265327" y="258792"/>
            <a:ext cx="8224622" cy="76897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800" b="1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200" dirty="0">
                <a:solidFill>
                  <a:sysClr val="windowText" lastClr="000000"/>
                </a:solidFill>
                <a:latin typeface="Posterama" panose="020B0504020200020000" pitchFamily="34" charset="0"/>
                <a:cs typeface="Posterama" panose="020B0504020200020000" pitchFamily="34" charset="0"/>
              </a:rPr>
              <a:t>2</a:t>
            </a:r>
            <a:r>
              <a:rPr kumimoji="0" lang="en-US" sz="3200" b="1" i="0" u="none" strike="noStrike" kern="1200" cap="all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Posterama" panose="020B0504020200020000" pitchFamily="34" charset="0"/>
                <a:cs typeface="Posterama" panose="020B0504020200020000" pitchFamily="34" charset="0"/>
              </a:rPr>
              <a:t>.6 regularization</a:t>
            </a:r>
            <a:endParaRPr kumimoji="0" lang="en-US" sz="3200" i="0" u="none" strike="noStrike" kern="1200" cap="all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Posterama" panose="020B0504020200020000" pitchFamily="34" charset="0"/>
              <a:cs typeface="Posterama" panose="020B0504020200020000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2CDB515-38CD-4D05-8990-6E640BAF05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03588" y="1268288"/>
            <a:ext cx="5907012" cy="161966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1C59523-181A-4F55-8C86-CCBA87846AD4}"/>
              </a:ext>
            </a:extLst>
          </p:cNvPr>
          <p:cNvSpPr txBox="1"/>
          <p:nvPr/>
        </p:nvSpPr>
        <p:spPr>
          <a:xfrm>
            <a:off x="427732" y="3244334"/>
            <a:ext cx="431368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Normal equation solution without regularization: 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9065404-7A04-4379-8D64-8303F50B6E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7503" y="3785838"/>
            <a:ext cx="3867690" cy="1314633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43EFC351-03A2-43CE-AA57-BE6A307692D4}"/>
              </a:ext>
            </a:extLst>
          </p:cNvPr>
          <p:cNvSpPr txBox="1"/>
          <p:nvPr/>
        </p:nvSpPr>
        <p:spPr>
          <a:xfrm>
            <a:off x="6862399" y="3259723"/>
            <a:ext cx="413735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Normal equation solution with regularization: 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15863127-CEE5-4FBF-8B9B-513DEC55D74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7081" y="3827340"/>
            <a:ext cx="1810003" cy="428685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44526967-9315-44CC-9DEA-41E6B1F48E3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58691" y="5318778"/>
            <a:ext cx="1028844" cy="819264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7BCC8631-4948-4A01-BFDF-52423EBF07F7}"/>
              </a:ext>
            </a:extLst>
          </p:cNvPr>
          <p:cNvSpPr txBox="1"/>
          <p:nvPr/>
        </p:nvSpPr>
        <p:spPr>
          <a:xfrm>
            <a:off x="7585961" y="5574521"/>
            <a:ext cx="107273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If n=2, then: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B3F70351-A88F-430A-89EA-A25CB106DD6F}"/>
                  </a:ext>
                </a:extLst>
              </p14:cNvPr>
              <p14:cNvContentPartPr/>
              <p14:nvPr/>
            </p14:nvContentPartPr>
            <p14:xfrm>
              <a:off x="5850427" y="4588627"/>
              <a:ext cx="360" cy="360"/>
            </p14:xfrm>
          </p:contentPart>
        </mc:Choice>
        <mc:Fallback xmlns=""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B3F70351-A88F-430A-89EA-A25CB106DD6F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5841427" y="4579987"/>
                <a:ext cx="18000" cy="18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78371627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5BC137-D663-4734-A423-07323F28F3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751792"/>
            <a:ext cx="10515600" cy="1325563"/>
          </a:xfrm>
        </p:spPr>
        <p:txBody>
          <a:bodyPr/>
          <a:lstStyle/>
          <a:p>
            <a:r>
              <a:rPr lang="en-US" b="1" dirty="0"/>
              <a:t>Back up slides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08D607-28D1-450B-9345-E73843C042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47F556-5E24-4E51-B104-C830D8968DD6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1677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3718</TotalTime>
  <Words>1810</Words>
  <Application>Microsoft Office PowerPoint</Application>
  <PresentationFormat>Widescreen</PresentationFormat>
  <Paragraphs>516</Paragraphs>
  <Slides>29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7" baseType="lpstr">
      <vt:lpstr>Arial</vt:lpstr>
      <vt:lpstr>Avenir Next LT Pro Light</vt:lpstr>
      <vt:lpstr>Calibri</vt:lpstr>
      <vt:lpstr>Calibri Light</vt:lpstr>
      <vt:lpstr>Cambria Math</vt:lpstr>
      <vt:lpstr>Gabriola</vt:lpstr>
      <vt:lpstr>Posterama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Back up slides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Regression</dc:title>
  <dc:creator>Nadir Zeynalli</dc:creator>
  <cp:lastModifiedBy>Dursun Dashdamirov</cp:lastModifiedBy>
  <cp:revision>86</cp:revision>
  <dcterms:created xsi:type="dcterms:W3CDTF">2026-02-20T17:20:09Z</dcterms:created>
  <dcterms:modified xsi:type="dcterms:W3CDTF">2026-02-23T23:54:54Z</dcterms:modified>
</cp:coreProperties>
</file>